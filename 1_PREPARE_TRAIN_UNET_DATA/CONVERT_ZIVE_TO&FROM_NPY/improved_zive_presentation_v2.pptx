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theme/themeOverride1.xml" ContentType="application/vnd.openxmlformats-officedocument.themeOverr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0"/>
  </p:notesMasterIdLst>
  <p:sldIdLst>
    <p:sldId id="256" r:id="rId2"/>
    <p:sldId id="258" r:id="rId3"/>
    <p:sldId id="263" r:id="rId4"/>
    <p:sldId id="270" r:id="rId5"/>
    <p:sldId id="261" r:id="rId6"/>
    <p:sldId id="264" r:id="rId7"/>
    <p:sldId id="271" r:id="rId8"/>
    <p:sldId id="265" r:id="rId9"/>
    <p:sldId id="266" r:id="rId10"/>
    <p:sldId id="267" r:id="rId11"/>
    <p:sldId id="276" r:id="rId12"/>
    <p:sldId id="262" r:id="rId13"/>
    <p:sldId id="282" r:id="rId14"/>
    <p:sldId id="283" r:id="rId15"/>
    <p:sldId id="284" r:id="rId16"/>
    <p:sldId id="269" r:id="rId17"/>
    <p:sldId id="281" r:id="rId18"/>
    <p:sldId id="288" r:id="rId19"/>
    <p:sldId id="279" r:id="rId20"/>
    <p:sldId id="259" r:id="rId21"/>
    <p:sldId id="277" r:id="rId22"/>
    <p:sldId id="272" r:id="rId23"/>
    <p:sldId id="273" r:id="rId24"/>
    <p:sldId id="278" r:id="rId25"/>
    <p:sldId id="280" r:id="rId26"/>
    <p:sldId id="285" r:id="rId27"/>
    <p:sldId id="286" r:id="rId28"/>
    <p:sldId id="287" r:id="rId29"/>
  </p:sldIdLst>
  <p:sldSz cx="12192000" cy="6858000"/>
  <p:notesSz cx="6858000" cy="9144000"/>
  <p:defaultTextStyle>
    <a:defPPr>
      <a:defRPr lang="lt-L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97F1010-69D7-46E0-8288-0FCF0B94B1C0}" v="55" dt="2026-04-21T11:10:11.52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69943" autoAdjust="0"/>
  </p:normalViewPr>
  <p:slideViewPr>
    <p:cSldViewPr snapToGrid="0">
      <p:cViewPr varScale="1">
        <p:scale>
          <a:sx n="44" d="100"/>
          <a:sy n="44" d="100"/>
        </p:scale>
        <p:origin x="1524" y="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microsoft.com/office/2016/11/relationships/changesInfo" Target="changesInfos/changesInfo1.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estutis" userId="2e8ac1e1-13a5-4ed3-af83-976592bee40e" providerId="ADAL" clId="{124F7BE0-046A-4299-A5A2-AFC16CE499F3}"/>
    <pc:docChg chg="undo custSel addSld delSld modSld sldOrd">
      <pc:chgData name="Kestutis" userId="2e8ac1e1-13a5-4ed3-af83-976592bee40e" providerId="ADAL" clId="{124F7BE0-046A-4299-A5A2-AFC16CE499F3}" dt="2026-04-21T11:10:10.759" v="6105" actId="20577"/>
      <pc:docMkLst>
        <pc:docMk/>
      </pc:docMkLst>
      <pc:sldChg chg="modSp mod">
        <pc:chgData name="Kestutis" userId="2e8ac1e1-13a5-4ed3-af83-976592bee40e" providerId="ADAL" clId="{124F7BE0-046A-4299-A5A2-AFC16CE499F3}" dt="2026-04-20T08:38:21.467" v="59" actId="1076"/>
        <pc:sldMkLst>
          <pc:docMk/>
          <pc:sldMk cId="252221537" sldId="256"/>
        </pc:sldMkLst>
        <pc:spChg chg="mod">
          <ac:chgData name="Kestutis" userId="2e8ac1e1-13a5-4ed3-af83-976592bee40e" providerId="ADAL" clId="{124F7BE0-046A-4299-A5A2-AFC16CE499F3}" dt="2026-04-20T08:38:17.929" v="58" actId="1076"/>
          <ac:spMkLst>
            <pc:docMk/>
            <pc:sldMk cId="252221537" sldId="256"/>
            <ac:spMk id="2" creationId="{D181391D-BE0F-698F-E70A-20D4FCBA33A7}"/>
          </ac:spMkLst>
        </pc:spChg>
        <pc:spChg chg="mod">
          <ac:chgData name="Kestutis" userId="2e8ac1e1-13a5-4ed3-af83-976592bee40e" providerId="ADAL" clId="{124F7BE0-046A-4299-A5A2-AFC16CE499F3}" dt="2026-04-20T08:38:21.467" v="59" actId="1076"/>
          <ac:spMkLst>
            <pc:docMk/>
            <pc:sldMk cId="252221537" sldId="256"/>
            <ac:spMk id="3" creationId="{C3447D00-95C7-DDBA-A2F5-240281193D81}"/>
          </ac:spMkLst>
        </pc:spChg>
      </pc:sldChg>
      <pc:sldChg chg="del">
        <pc:chgData name="Kestutis" userId="2e8ac1e1-13a5-4ed3-af83-976592bee40e" providerId="ADAL" clId="{124F7BE0-046A-4299-A5A2-AFC16CE499F3}" dt="2026-04-20T08:38:32.952" v="60" actId="2696"/>
        <pc:sldMkLst>
          <pc:docMk/>
          <pc:sldMk cId="1627982812" sldId="257"/>
        </pc:sldMkLst>
      </pc:sldChg>
      <pc:sldChg chg="addSp modSp mod setBg modNotesTx">
        <pc:chgData name="Kestutis" userId="2e8ac1e1-13a5-4ed3-af83-976592bee40e" providerId="ADAL" clId="{124F7BE0-046A-4299-A5A2-AFC16CE499F3}" dt="2026-04-21T10:41:52.626" v="6101" actId="6549"/>
        <pc:sldMkLst>
          <pc:docMk/>
          <pc:sldMk cId="1847433082" sldId="258"/>
        </pc:sldMkLst>
        <pc:spChg chg="mod">
          <ac:chgData name="Kestutis" userId="2e8ac1e1-13a5-4ed3-af83-976592bee40e" providerId="ADAL" clId="{124F7BE0-046A-4299-A5A2-AFC16CE499F3}" dt="2026-04-21T10:35:01.639" v="5841" actId="20577"/>
          <ac:spMkLst>
            <pc:docMk/>
            <pc:sldMk cId="1847433082" sldId="258"/>
            <ac:spMk id="4" creationId="{D1FFA292-1085-427A-D864-F88753EC310E}"/>
          </ac:spMkLst>
        </pc:spChg>
        <pc:spChg chg="mod">
          <ac:chgData name="Kestutis" userId="2e8ac1e1-13a5-4ed3-af83-976592bee40e" providerId="ADAL" clId="{124F7BE0-046A-4299-A5A2-AFC16CE499F3}" dt="2026-04-21T10:41:00.725" v="6077" actId="113"/>
          <ac:spMkLst>
            <pc:docMk/>
            <pc:sldMk cId="1847433082" sldId="258"/>
            <ac:spMk id="5" creationId="{1B96CA24-CC65-BE51-4622-0AE1439066BD}"/>
          </ac:spMkLst>
        </pc:spChg>
        <pc:spChg chg="add">
          <ac:chgData name="Kestutis" userId="2e8ac1e1-13a5-4ed3-af83-976592bee40e" providerId="ADAL" clId="{124F7BE0-046A-4299-A5A2-AFC16CE499F3}" dt="2026-04-20T12:33:04.088" v="1492" actId="26606"/>
          <ac:spMkLst>
            <pc:docMk/>
            <pc:sldMk cId="1847433082" sldId="258"/>
            <ac:spMk id="10" creationId="{907EF6B7-1338-4443-8C46-6A318D952DFD}"/>
          </ac:spMkLst>
        </pc:spChg>
        <pc:spChg chg="add">
          <ac:chgData name="Kestutis" userId="2e8ac1e1-13a5-4ed3-af83-976592bee40e" providerId="ADAL" clId="{124F7BE0-046A-4299-A5A2-AFC16CE499F3}" dt="2026-04-20T12:33:04.088" v="1492" actId="26606"/>
          <ac:spMkLst>
            <pc:docMk/>
            <pc:sldMk cId="1847433082" sldId="258"/>
            <ac:spMk id="12" creationId="{DAAE4CDD-124C-4DCF-9584-B6033B545DD5}"/>
          </ac:spMkLst>
        </pc:spChg>
        <pc:spChg chg="add">
          <ac:chgData name="Kestutis" userId="2e8ac1e1-13a5-4ed3-af83-976592bee40e" providerId="ADAL" clId="{124F7BE0-046A-4299-A5A2-AFC16CE499F3}" dt="2026-04-20T12:33:04.088" v="1492" actId="26606"/>
          <ac:spMkLst>
            <pc:docMk/>
            <pc:sldMk cId="1847433082" sldId="258"/>
            <ac:spMk id="14" creationId="{081E4A58-353D-44AE-B2FC-2A74E2E400F7}"/>
          </ac:spMkLst>
        </pc:spChg>
      </pc:sldChg>
      <pc:sldChg chg="addSp modSp mod ord setBg">
        <pc:chgData name="Kestutis" userId="2e8ac1e1-13a5-4ed3-af83-976592bee40e" providerId="ADAL" clId="{124F7BE0-046A-4299-A5A2-AFC16CE499F3}" dt="2026-04-20T16:46:37.293" v="4081" actId="26606"/>
        <pc:sldMkLst>
          <pc:docMk/>
          <pc:sldMk cId="1177808605" sldId="259"/>
        </pc:sldMkLst>
        <pc:spChg chg="mod">
          <ac:chgData name="Kestutis" userId="2e8ac1e1-13a5-4ed3-af83-976592bee40e" providerId="ADAL" clId="{124F7BE0-046A-4299-A5A2-AFC16CE499F3}" dt="2026-04-20T16:46:37.293" v="4081" actId="26606"/>
          <ac:spMkLst>
            <pc:docMk/>
            <pc:sldMk cId="1177808605" sldId="259"/>
            <ac:spMk id="6" creationId="{3A2A357C-7051-4900-0B0A-59968B5CCECE}"/>
          </ac:spMkLst>
        </pc:spChg>
        <pc:spChg chg="mod">
          <ac:chgData name="Kestutis" userId="2e8ac1e1-13a5-4ed3-af83-976592bee40e" providerId="ADAL" clId="{124F7BE0-046A-4299-A5A2-AFC16CE499F3}" dt="2026-04-20T16:46:37.293" v="4081" actId="26606"/>
          <ac:spMkLst>
            <pc:docMk/>
            <pc:sldMk cId="1177808605" sldId="259"/>
            <ac:spMk id="7" creationId="{03788D4A-A32E-5D71-3ADD-B116136647B1}"/>
          </ac:spMkLst>
        </pc:spChg>
        <pc:spChg chg="add">
          <ac:chgData name="Kestutis" userId="2e8ac1e1-13a5-4ed3-af83-976592bee40e" providerId="ADAL" clId="{124F7BE0-046A-4299-A5A2-AFC16CE499F3}" dt="2026-04-20T16:46:37.293" v="4081" actId="26606"/>
          <ac:spMkLst>
            <pc:docMk/>
            <pc:sldMk cId="1177808605" sldId="259"/>
            <ac:spMk id="12" creationId="{907EF6B7-1338-4443-8C46-6A318D952DFD}"/>
          </ac:spMkLst>
        </pc:spChg>
        <pc:spChg chg="add">
          <ac:chgData name="Kestutis" userId="2e8ac1e1-13a5-4ed3-af83-976592bee40e" providerId="ADAL" clId="{124F7BE0-046A-4299-A5A2-AFC16CE499F3}" dt="2026-04-20T16:46:37.293" v="4081" actId="26606"/>
          <ac:spMkLst>
            <pc:docMk/>
            <pc:sldMk cId="1177808605" sldId="259"/>
            <ac:spMk id="14" creationId="{DAAE4CDD-124C-4DCF-9584-B6033B545DD5}"/>
          </ac:spMkLst>
        </pc:spChg>
        <pc:spChg chg="add">
          <ac:chgData name="Kestutis" userId="2e8ac1e1-13a5-4ed3-af83-976592bee40e" providerId="ADAL" clId="{124F7BE0-046A-4299-A5A2-AFC16CE499F3}" dt="2026-04-20T16:46:37.293" v="4081" actId="26606"/>
          <ac:spMkLst>
            <pc:docMk/>
            <pc:sldMk cId="1177808605" sldId="259"/>
            <ac:spMk id="16" creationId="{081E4A58-353D-44AE-B2FC-2A74E2E400F7}"/>
          </ac:spMkLst>
        </pc:spChg>
      </pc:sldChg>
      <pc:sldChg chg="del">
        <pc:chgData name="Kestutis" userId="2e8ac1e1-13a5-4ed3-af83-976592bee40e" providerId="ADAL" clId="{124F7BE0-046A-4299-A5A2-AFC16CE499F3}" dt="2026-04-20T10:09:44.419" v="1261" actId="47"/>
        <pc:sldMkLst>
          <pc:docMk/>
          <pc:sldMk cId="3179444327" sldId="260"/>
        </pc:sldMkLst>
      </pc:sldChg>
      <pc:sldChg chg="addSp modSp mod ord setBg modNotesTx">
        <pc:chgData name="Kestutis" userId="2e8ac1e1-13a5-4ed3-af83-976592bee40e" providerId="ADAL" clId="{124F7BE0-046A-4299-A5A2-AFC16CE499F3}" dt="2026-04-20T14:43:07.937" v="2958" actId="6549"/>
        <pc:sldMkLst>
          <pc:docMk/>
          <pc:sldMk cId="4178738620" sldId="261"/>
        </pc:sldMkLst>
        <pc:spChg chg="mod">
          <ac:chgData name="Kestutis" userId="2e8ac1e1-13a5-4ed3-af83-976592bee40e" providerId="ADAL" clId="{124F7BE0-046A-4299-A5A2-AFC16CE499F3}" dt="2026-04-20T14:43:07.937" v="2958" actId="6549"/>
          <ac:spMkLst>
            <pc:docMk/>
            <pc:sldMk cId="4178738620" sldId="261"/>
            <ac:spMk id="2" creationId="{35D65806-14D3-9D16-B174-B3F65316D756}"/>
          </ac:spMkLst>
        </pc:spChg>
        <pc:spChg chg="mod">
          <ac:chgData name="Kestutis" userId="2e8ac1e1-13a5-4ed3-af83-976592bee40e" providerId="ADAL" clId="{124F7BE0-046A-4299-A5A2-AFC16CE499F3}" dt="2026-04-20T13:27:54.011" v="2831" actId="114"/>
          <ac:spMkLst>
            <pc:docMk/>
            <pc:sldMk cId="4178738620" sldId="261"/>
            <ac:spMk id="3" creationId="{35DDDD16-340A-290D-47EA-B3AEC933A017}"/>
          </ac:spMkLst>
        </pc:spChg>
        <pc:spChg chg="add">
          <ac:chgData name="Kestutis" userId="2e8ac1e1-13a5-4ed3-af83-976592bee40e" providerId="ADAL" clId="{124F7BE0-046A-4299-A5A2-AFC16CE499F3}" dt="2026-04-20T12:38:01.210" v="1518" actId="26606"/>
          <ac:spMkLst>
            <pc:docMk/>
            <pc:sldMk cId="4178738620" sldId="261"/>
            <ac:spMk id="8" creationId="{907EF6B7-1338-4443-8C46-6A318D952DFD}"/>
          </ac:spMkLst>
        </pc:spChg>
        <pc:spChg chg="add">
          <ac:chgData name="Kestutis" userId="2e8ac1e1-13a5-4ed3-af83-976592bee40e" providerId="ADAL" clId="{124F7BE0-046A-4299-A5A2-AFC16CE499F3}" dt="2026-04-20T12:38:01.210" v="1518" actId="26606"/>
          <ac:spMkLst>
            <pc:docMk/>
            <pc:sldMk cId="4178738620" sldId="261"/>
            <ac:spMk id="10" creationId="{DAAE4CDD-124C-4DCF-9584-B6033B545DD5}"/>
          </ac:spMkLst>
        </pc:spChg>
        <pc:spChg chg="add">
          <ac:chgData name="Kestutis" userId="2e8ac1e1-13a5-4ed3-af83-976592bee40e" providerId="ADAL" clId="{124F7BE0-046A-4299-A5A2-AFC16CE499F3}" dt="2026-04-20T12:38:01.210" v="1518" actId="26606"/>
          <ac:spMkLst>
            <pc:docMk/>
            <pc:sldMk cId="4178738620" sldId="261"/>
            <ac:spMk id="12" creationId="{081E4A58-353D-44AE-B2FC-2A74E2E400F7}"/>
          </ac:spMkLst>
        </pc:spChg>
      </pc:sldChg>
      <pc:sldChg chg="addSp delSp modSp add del mod ord setBg modNotesTx">
        <pc:chgData name="Kestutis" userId="2e8ac1e1-13a5-4ed3-af83-976592bee40e" providerId="ADAL" clId="{124F7BE0-046A-4299-A5A2-AFC16CE499F3}" dt="2026-04-21T08:42:24.422" v="4352" actId="20577"/>
        <pc:sldMkLst>
          <pc:docMk/>
          <pc:sldMk cId="1631578414" sldId="262"/>
        </pc:sldMkLst>
        <pc:spChg chg="mod">
          <ac:chgData name="Kestutis" userId="2e8ac1e1-13a5-4ed3-af83-976592bee40e" providerId="ADAL" clId="{124F7BE0-046A-4299-A5A2-AFC16CE499F3}" dt="2026-04-20T16:46:07.305" v="4080" actId="26606"/>
          <ac:spMkLst>
            <pc:docMk/>
            <pc:sldMk cId="1631578414" sldId="262"/>
            <ac:spMk id="7" creationId="{41DE63FB-6775-B26E-E3A5-D95AD35A13A2}"/>
          </ac:spMkLst>
        </pc:spChg>
        <pc:spChg chg="add del mod">
          <ac:chgData name="Kestutis" userId="2e8ac1e1-13a5-4ed3-af83-976592bee40e" providerId="ADAL" clId="{124F7BE0-046A-4299-A5A2-AFC16CE499F3}" dt="2026-04-20T16:46:07.305" v="4080" actId="26606"/>
          <ac:spMkLst>
            <pc:docMk/>
            <pc:sldMk cId="1631578414" sldId="262"/>
            <ac:spMk id="8" creationId="{66ADF6F3-5DFA-EB73-53E3-B07E335BB541}"/>
          </ac:spMkLst>
        </pc:spChg>
        <pc:spChg chg="add">
          <ac:chgData name="Kestutis" userId="2e8ac1e1-13a5-4ed3-af83-976592bee40e" providerId="ADAL" clId="{124F7BE0-046A-4299-A5A2-AFC16CE499F3}" dt="2026-04-20T16:46:07.305" v="4080" actId="26606"/>
          <ac:spMkLst>
            <pc:docMk/>
            <pc:sldMk cId="1631578414" sldId="262"/>
            <ac:spMk id="13" creationId="{907EF6B7-1338-4443-8C46-6A318D952DFD}"/>
          </ac:spMkLst>
        </pc:spChg>
        <pc:spChg chg="add del">
          <ac:chgData name="Kestutis" userId="2e8ac1e1-13a5-4ed3-af83-976592bee40e" providerId="ADAL" clId="{124F7BE0-046A-4299-A5A2-AFC16CE499F3}" dt="2026-04-20T16:46:07.279" v="4079" actId="26606"/>
          <ac:spMkLst>
            <pc:docMk/>
            <pc:sldMk cId="1631578414" sldId="262"/>
            <ac:spMk id="15" creationId="{B50AB553-2A96-4A92-96F2-93548E096954}"/>
          </ac:spMkLst>
        </pc:spChg>
        <pc:spChg chg="add">
          <ac:chgData name="Kestutis" userId="2e8ac1e1-13a5-4ed3-af83-976592bee40e" providerId="ADAL" clId="{124F7BE0-046A-4299-A5A2-AFC16CE499F3}" dt="2026-04-20T16:46:07.305" v="4080" actId="26606"/>
          <ac:spMkLst>
            <pc:docMk/>
            <pc:sldMk cId="1631578414" sldId="262"/>
            <ac:spMk id="17" creationId="{081E4A58-353D-44AE-B2FC-2A74E2E400F7}"/>
          </ac:spMkLst>
        </pc:spChg>
        <pc:spChg chg="add">
          <ac:chgData name="Kestutis" userId="2e8ac1e1-13a5-4ed3-af83-976592bee40e" providerId="ADAL" clId="{124F7BE0-046A-4299-A5A2-AFC16CE499F3}" dt="2026-04-20T16:46:07.305" v="4080" actId="26606"/>
          <ac:spMkLst>
            <pc:docMk/>
            <pc:sldMk cId="1631578414" sldId="262"/>
            <ac:spMk id="18" creationId="{DAAE4CDD-124C-4DCF-9584-B6033B545DD5}"/>
          </ac:spMkLst>
        </pc:spChg>
        <pc:spChg chg="add mod">
          <ac:chgData name="Kestutis" userId="2e8ac1e1-13a5-4ed3-af83-976592bee40e" providerId="ADAL" clId="{124F7BE0-046A-4299-A5A2-AFC16CE499F3}" dt="2026-04-21T08:40:57.051" v="4293" actId="20577"/>
          <ac:spMkLst>
            <pc:docMk/>
            <pc:sldMk cId="1631578414" sldId="262"/>
            <ac:spMk id="19" creationId="{66ADF6F3-5DFA-EB73-53E3-B07E335BB541}"/>
          </ac:spMkLst>
        </pc:spChg>
        <pc:graphicFrameChg chg="add del">
          <ac:chgData name="Kestutis" userId="2e8ac1e1-13a5-4ed3-af83-976592bee40e" providerId="ADAL" clId="{124F7BE0-046A-4299-A5A2-AFC16CE499F3}" dt="2026-04-20T16:46:07.279" v="4079" actId="26606"/>
          <ac:graphicFrameMkLst>
            <pc:docMk/>
            <pc:sldMk cId="1631578414" sldId="262"/>
            <ac:graphicFrameMk id="10" creationId="{F2E4E609-EECA-AAC7-1E35-23791DA36F48}"/>
          </ac:graphicFrameMkLst>
        </pc:graphicFrameChg>
        <pc:picChg chg="add del">
          <ac:chgData name="Kestutis" userId="2e8ac1e1-13a5-4ed3-af83-976592bee40e" providerId="ADAL" clId="{124F7BE0-046A-4299-A5A2-AFC16CE499F3}" dt="2026-04-20T16:46:07.279" v="4079" actId="26606"/>
          <ac:picMkLst>
            <pc:docMk/>
            <pc:sldMk cId="1631578414" sldId="262"/>
            <ac:picMk id="11" creationId="{B11668C2-7029-17E6-356F-E2BCF196778A}"/>
          </ac:picMkLst>
        </pc:picChg>
      </pc:sldChg>
      <pc:sldChg chg="addSp modSp new mod setBg modNotesTx">
        <pc:chgData name="Kestutis" userId="2e8ac1e1-13a5-4ed3-af83-976592bee40e" providerId="ADAL" clId="{124F7BE0-046A-4299-A5A2-AFC16CE499F3}" dt="2026-04-20T13:24:53.800" v="2766" actId="6549"/>
        <pc:sldMkLst>
          <pc:docMk/>
          <pc:sldMk cId="1342350369" sldId="263"/>
        </pc:sldMkLst>
        <pc:spChg chg="mod">
          <ac:chgData name="Kestutis" userId="2e8ac1e1-13a5-4ed3-af83-976592bee40e" providerId="ADAL" clId="{124F7BE0-046A-4299-A5A2-AFC16CE499F3}" dt="2026-04-20T12:47:08.820" v="1602" actId="255"/>
          <ac:spMkLst>
            <pc:docMk/>
            <pc:sldMk cId="1342350369" sldId="263"/>
            <ac:spMk id="2" creationId="{A40EF0FF-4463-6289-FEB1-05AF105620C1}"/>
          </ac:spMkLst>
        </pc:spChg>
        <pc:spChg chg="mod">
          <ac:chgData name="Kestutis" userId="2e8ac1e1-13a5-4ed3-af83-976592bee40e" providerId="ADAL" clId="{124F7BE0-046A-4299-A5A2-AFC16CE499F3}" dt="2026-04-20T13:24:53.800" v="2766" actId="6549"/>
          <ac:spMkLst>
            <pc:docMk/>
            <pc:sldMk cId="1342350369" sldId="263"/>
            <ac:spMk id="3" creationId="{9B4CDAB6-2BF3-9069-5018-B399036964F2}"/>
          </ac:spMkLst>
        </pc:spChg>
        <pc:spChg chg="add">
          <ac:chgData name="Kestutis" userId="2e8ac1e1-13a5-4ed3-af83-976592bee40e" providerId="ADAL" clId="{124F7BE0-046A-4299-A5A2-AFC16CE499F3}" dt="2026-04-20T12:36:25.654" v="1514" actId="26606"/>
          <ac:spMkLst>
            <pc:docMk/>
            <pc:sldMk cId="1342350369" sldId="263"/>
            <ac:spMk id="8" creationId="{907EF6B7-1338-4443-8C46-6A318D952DFD}"/>
          </ac:spMkLst>
        </pc:spChg>
        <pc:spChg chg="add">
          <ac:chgData name="Kestutis" userId="2e8ac1e1-13a5-4ed3-af83-976592bee40e" providerId="ADAL" clId="{124F7BE0-046A-4299-A5A2-AFC16CE499F3}" dt="2026-04-20T12:36:25.654" v="1514" actId="26606"/>
          <ac:spMkLst>
            <pc:docMk/>
            <pc:sldMk cId="1342350369" sldId="263"/>
            <ac:spMk id="10" creationId="{DAAE4CDD-124C-4DCF-9584-B6033B545DD5}"/>
          </ac:spMkLst>
        </pc:spChg>
        <pc:spChg chg="add">
          <ac:chgData name="Kestutis" userId="2e8ac1e1-13a5-4ed3-af83-976592bee40e" providerId="ADAL" clId="{124F7BE0-046A-4299-A5A2-AFC16CE499F3}" dt="2026-04-20T12:36:25.654" v="1514" actId="26606"/>
          <ac:spMkLst>
            <pc:docMk/>
            <pc:sldMk cId="1342350369" sldId="263"/>
            <ac:spMk id="12" creationId="{081E4A58-353D-44AE-B2FC-2A74E2E400F7}"/>
          </ac:spMkLst>
        </pc:spChg>
      </pc:sldChg>
      <pc:sldChg chg="modSp new del mod">
        <pc:chgData name="Kestutis" userId="2e8ac1e1-13a5-4ed3-af83-976592bee40e" providerId="ADAL" clId="{124F7BE0-046A-4299-A5A2-AFC16CE499F3}" dt="2026-04-20T09:16:12.919" v="1153" actId="2696"/>
        <pc:sldMkLst>
          <pc:docMk/>
          <pc:sldMk cId="521873842" sldId="264"/>
        </pc:sldMkLst>
        <pc:spChg chg="mod">
          <ac:chgData name="Kestutis" userId="2e8ac1e1-13a5-4ed3-af83-976592bee40e" providerId="ADAL" clId="{124F7BE0-046A-4299-A5A2-AFC16CE499F3}" dt="2026-04-20T09:13:31.443" v="1130" actId="21"/>
          <ac:spMkLst>
            <pc:docMk/>
            <pc:sldMk cId="521873842" sldId="264"/>
            <ac:spMk id="2" creationId="{B18DD715-516F-A545-A3DE-59A91E66B927}"/>
          </ac:spMkLst>
        </pc:spChg>
      </pc:sldChg>
      <pc:sldChg chg="new del">
        <pc:chgData name="Kestutis" userId="2e8ac1e1-13a5-4ed3-af83-976592bee40e" providerId="ADAL" clId="{124F7BE0-046A-4299-A5A2-AFC16CE499F3}" dt="2026-04-20T10:18:32.877" v="1263" actId="2696"/>
        <pc:sldMkLst>
          <pc:docMk/>
          <pc:sldMk cId="2431656280" sldId="264"/>
        </pc:sldMkLst>
      </pc:sldChg>
      <pc:sldChg chg="addSp delSp modSp new mod setBg">
        <pc:chgData name="Kestutis" userId="2e8ac1e1-13a5-4ed3-af83-976592bee40e" providerId="ADAL" clId="{124F7BE0-046A-4299-A5A2-AFC16CE499F3}" dt="2026-04-20T15:11:39.701" v="3373" actId="27636"/>
        <pc:sldMkLst>
          <pc:docMk/>
          <pc:sldMk cId="3265339432" sldId="264"/>
        </pc:sldMkLst>
        <pc:spChg chg="mod">
          <ac:chgData name="Kestutis" userId="2e8ac1e1-13a5-4ed3-af83-976592bee40e" providerId="ADAL" clId="{124F7BE0-046A-4299-A5A2-AFC16CE499F3}" dt="2026-04-20T15:11:39.701" v="3373" actId="27636"/>
          <ac:spMkLst>
            <pc:docMk/>
            <pc:sldMk cId="3265339432" sldId="264"/>
            <ac:spMk id="2" creationId="{A2EE623D-7173-D754-5453-440FA4C7C134}"/>
          </ac:spMkLst>
        </pc:spChg>
        <pc:spChg chg="del">
          <ac:chgData name="Kestutis" userId="2e8ac1e1-13a5-4ed3-af83-976592bee40e" providerId="ADAL" clId="{124F7BE0-046A-4299-A5A2-AFC16CE499F3}" dt="2026-04-20T15:03:59.421" v="3355" actId="22"/>
          <ac:spMkLst>
            <pc:docMk/>
            <pc:sldMk cId="3265339432" sldId="264"/>
            <ac:spMk id="3" creationId="{6CDCAEC5-87E1-3E48-55CB-3B4AD0CD652B}"/>
          </ac:spMkLst>
        </pc:spChg>
        <pc:spChg chg="add del">
          <ac:chgData name="Kestutis" userId="2e8ac1e1-13a5-4ed3-af83-976592bee40e" providerId="ADAL" clId="{124F7BE0-046A-4299-A5A2-AFC16CE499F3}" dt="2026-04-20T15:04:20.972" v="3357" actId="26606"/>
          <ac:spMkLst>
            <pc:docMk/>
            <pc:sldMk cId="3265339432" sldId="264"/>
            <ac:spMk id="12" creationId="{1707FC24-6981-43D9-B525-C7832BA22463}"/>
          </ac:spMkLst>
        </pc:spChg>
        <pc:picChg chg="add del">
          <ac:chgData name="Kestutis" userId="2e8ac1e1-13a5-4ed3-af83-976592bee40e" providerId="ADAL" clId="{124F7BE0-046A-4299-A5A2-AFC16CE499F3}" dt="2026-04-20T15:03:35.413" v="3354" actId="478"/>
          <ac:picMkLst>
            <pc:docMk/>
            <pc:sldMk cId="3265339432" sldId="264"/>
            <ac:picMk id="5" creationId="{8FB1D5BC-8D68-299B-B544-E88DED7006E4}"/>
          </ac:picMkLst>
        </pc:picChg>
        <pc:picChg chg="add mod ord">
          <ac:chgData name="Kestutis" userId="2e8ac1e1-13a5-4ed3-af83-976592bee40e" providerId="ADAL" clId="{124F7BE0-046A-4299-A5A2-AFC16CE499F3}" dt="2026-04-20T15:04:20.984" v="3358" actId="26606"/>
          <ac:picMkLst>
            <pc:docMk/>
            <pc:sldMk cId="3265339432" sldId="264"/>
            <ac:picMk id="7" creationId="{71C9ABDC-0B36-5282-484A-377AA4A7C462}"/>
          </ac:picMkLst>
        </pc:picChg>
        <pc:cxnChg chg="add">
          <ac:chgData name="Kestutis" userId="2e8ac1e1-13a5-4ed3-af83-976592bee40e" providerId="ADAL" clId="{124F7BE0-046A-4299-A5A2-AFC16CE499F3}" dt="2026-04-20T15:04:20.984" v="3358" actId="26606"/>
          <ac:cxnSpMkLst>
            <pc:docMk/>
            <pc:sldMk cId="3265339432" sldId="264"/>
            <ac:cxnSpMk id="14" creationId="{192712F8-36FA-35DF-0CE8-4098D93322A3}"/>
          </ac:cxnSpMkLst>
        </pc:cxnChg>
      </pc:sldChg>
      <pc:sldChg chg="addSp delSp modSp new mod setBg modNotesTx">
        <pc:chgData name="Kestutis" userId="2e8ac1e1-13a5-4ed3-af83-976592bee40e" providerId="ADAL" clId="{124F7BE0-046A-4299-A5A2-AFC16CE499F3}" dt="2026-04-20T13:06:12.666" v="1950" actId="20577"/>
        <pc:sldMkLst>
          <pc:docMk/>
          <pc:sldMk cId="3276002256" sldId="265"/>
        </pc:sldMkLst>
        <pc:spChg chg="mod ord">
          <ac:chgData name="Kestutis" userId="2e8ac1e1-13a5-4ed3-af83-976592bee40e" providerId="ADAL" clId="{124F7BE0-046A-4299-A5A2-AFC16CE499F3}" dt="2026-04-20T12:26:36.054" v="1439" actId="26606"/>
          <ac:spMkLst>
            <pc:docMk/>
            <pc:sldMk cId="3276002256" sldId="265"/>
            <ac:spMk id="2" creationId="{D8D06253-25D9-3706-BD94-7DE783C3F120}"/>
          </ac:spMkLst>
        </pc:spChg>
        <pc:spChg chg="del">
          <ac:chgData name="Kestutis" userId="2e8ac1e1-13a5-4ed3-af83-976592bee40e" providerId="ADAL" clId="{124F7BE0-046A-4299-A5A2-AFC16CE499F3}" dt="2026-04-20T12:23:28.086" v="1432" actId="22"/>
          <ac:spMkLst>
            <pc:docMk/>
            <pc:sldMk cId="3276002256" sldId="265"/>
            <ac:spMk id="3" creationId="{76951F8D-B8C1-40A4-E884-602DD3481340}"/>
          </ac:spMkLst>
        </pc:spChg>
        <pc:spChg chg="add del mod">
          <ac:chgData name="Kestutis" userId="2e8ac1e1-13a5-4ed3-af83-976592bee40e" providerId="ADAL" clId="{124F7BE0-046A-4299-A5A2-AFC16CE499F3}" dt="2026-04-20T12:26:02.213" v="1435" actId="22"/>
          <ac:spMkLst>
            <pc:docMk/>
            <pc:sldMk cId="3276002256" sldId="265"/>
            <ac:spMk id="7" creationId="{56D687BC-B84A-A6D1-9020-2322BE7646EB}"/>
          </ac:spMkLst>
        </pc:spChg>
        <pc:spChg chg="add del">
          <ac:chgData name="Kestutis" userId="2e8ac1e1-13a5-4ed3-af83-976592bee40e" providerId="ADAL" clId="{124F7BE0-046A-4299-A5A2-AFC16CE499F3}" dt="2026-04-20T12:26:36.054" v="1439" actId="26606"/>
          <ac:spMkLst>
            <pc:docMk/>
            <pc:sldMk cId="3276002256" sldId="265"/>
            <ac:spMk id="14" creationId="{37C89E4B-3C9F-44B9-8B86-D9E3D112D8EC}"/>
          </ac:spMkLst>
        </pc:spChg>
        <pc:spChg chg="add">
          <ac:chgData name="Kestutis" userId="2e8ac1e1-13a5-4ed3-af83-976592bee40e" providerId="ADAL" clId="{124F7BE0-046A-4299-A5A2-AFC16CE499F3}" dt="2026-04-20T12:26:36.054" v="1439" actId="26606"/>
          <ac:spMkLst>
            <pc:docMk/>
            <pc:sldMk cId="3276002256" sldId="265"/>
            <ac:spMk id="23" creationId="{0E91F5CA-B392-444C-88E3-BF5BAAEBDEB0}"/>
          </ac:spMkLst>
        </pc:spChg>
        <pc:spChg chg="add">
          <ac:chgData name="Kestutis" userId="2e8ac1e1-13a5-4ed3-af83-976592bee40e" providerId="ADAL" clId="{124F7BE0-046A-4299-A5A2-AFC16CE499F3}" dt="2026-04-20T12:26:36.054" v="1439" actId="26606"/>
          <ac:spMkLst>
            <pc:docMk/>
            <pc:sldMk cId="3276002256" sldId="265"/>
            <ac:spMk id="25" creationId="{DFCA2118-59A2-4310-A4B2-F2CBA821E842}"/>
          </ac:spMkLst>
        </pc:spChg>
        <pc:picChg chg="add del mod ord">
          <ac:chgData name="Kestutis" userId="2e8ac1e1-13a5-4ed3-af83-976592bee40e" providerId="ADAL" clId="{124F7BE0-046A-4299-A5A2-AFC16CE499F3}" dt="2026-04-20T12:25:59.194" v="1434" actId="478"/>
          <ac:picMkLst>
            <pc:docMk/>
            <pc:sldMk cId="3276002256" sldId="265"/>
            <ac:picMk id="5" creationId="{C26CE9DB-F7DA-D41D-DACC-F42110BB577B}"/>
          </ac:picMkLst>
        </pc:picChg>
        <pc:picChg chg="add mod ord">
          <ac:chgData name="Kestutis" userId="2e8ac1e1-13a5-4ed3-af83-976592bee40e" providerId="ADAL" clId="{124F7BE0-046A-4299-A5A2-AFC16CE499F3}" dt="2026-04-20T12:26:50.447" v="1441" actId="14100"/>
          <ac:picMkLst>
            <pc:docMk/>
            <pc:sldMk cId="3276002256" sldId="265"/>
            <ac:picMk id="9" creationId="{89B89055-91E1-2CE2-DE72-F85EDEB5CA8A}"/>
          </ac:picMkLst>
        </pc:picChg>
        <pc:cxnChg chg="add del">
          <ac:chgData name="Kestutis" userId="2e8ac1e1-13a5-4ed3-af83-976592bee40e" providerId="ADAL" clId="{124F7BE0-046A-4299-A5A2-AFC16CE499F3}" dt="2026-04-20T12:26:36.054" v="1439" actId="26606"/>
          <ac:cxnSpMkLst>
            <pc:docMk/>
            <pc:sldMk cId="3276002256" sldId="265"/>
            <ac:cxnSpMk id="16" creationId="{AA2EAA10-076F-46BD-8F0F-B9A2FB77A85C}"/>
          </ac:cxnSpMkLst>
        </pc:cxnChg>
        <pc:cxnChg chg="add del">
          <ac:chgData name="Kestutis" userId="2e8ac1e1-13a5-4ed3-af83-976592bee40e" providerId="ADAL" clId="{124F7BE0-046A-4299-A5A2-AFC16CE499F3}" dt="2026-04-20T12:26:36.054" v="1439" actId="26606"/>
          <ac:cxnSpMkLst>
            <pc:docMk/>
            <pc:sldMk cId="3276002256" sldId="265"/>
            <ac:cxnSpMk id="18" creationId="{D891E407-403B-4764-86C9-33A56D3BCAA3}"/>
          </ac:cxnSpMkLst>
        </pc:cxnChg>
      </pc:sldChg>
      <pc:sldChg chg="addSp delSp modSp new mod setBg modNotesTx">
        <pc:chgData name="Kestutis" userId="2e8ac1e1-13a5-4ed3-af83-976592bee40e" providerId="ADAL" clId="{124F7BE0-046A-4299-A5A2-AFC16CE499F3}" dt="2026-04-20T16:06:54.059" v="3528" actId="20577"/>
        <pc:sldMkLst>
          <pc:docMk/>
          <pc:sldMk cId="4209627771" sldId="266"/>
        </pc:sldMkLst>
        <pc:spChg chg="mod">
          <ac:chgData name="Kestutis" userId="2e8ac1e1-13a5-4ed3-af83-976592bee40e" providerId="ADAL" clId="{124F7BE0-046A-4299-A5A2-AFC16CE499F3}" dt="2026-04-20T16:03:17.919" v="3445" actId="26606"/>
          <ac:spMkLst>
            <pc:docMk/>
            <pc:sldMk cId="4209627771" sldId="266"/>
            <ac:spMk id="2" creationId="{BC9C0112-347B-1193-DFF8-3D14CD6E0139}"/>
          </ac:spMkLst>
        </pc:spChg>
        <pc:spChg chg="del">
          <ac:chgData name="Kestutis" userId="2e8ac1e1-13a5-4ed3-af83-976592bee40e" providerId="ADAL" clId="{124F7BE0-046A-4299-A5A2-AFC16CE499F3}" dt="2026-04-20T16:03:17.919" v="3445" actId="26606"/>
          <ac:spMkLst>
            <pc:docMk/>
            <pc:sldMk cId="4209627771" sldId="266"/>
            <ac:spMk id="3" creationId="{CCD336FF-21DF-573F-34D4-C4B2CB2E099B}"/>
          </ac:spMkLst>
        </pc:spChg>
        <pc:spChg chg="add">
          <ac:chgData name="Kestutis" userId="2e8ac1e1-13a5-4ed3-af83-976592bee40e" providerId="ADAL" clId="{124F7BE0-046A-4299-A5A2-AFC16CE499F3}" dt="2026-04-20T16:03:17.919" v="3445" actId="26606"/>
          <ac:spMkLst>
            <pc:docMk/>
            <pc:sldMk cId="4209627771" sldId="266"/>
            <ac:spMk id="10" creationId="{F0DCC097-1DB8-4B6D-85D0-6FBA0E1CA4BA}"/>
          </ac:spMkLst>
        </pc:spChg>
        <pc:spChg chg="add">
          <ac:chgData name="Kestutis" userId="2e8ac1e1-13a5-4ed3-af83-976592bee40e" providerId="ADAL" clId="{124F7BE0-046A-4299-A5A2-AFC16CE499F3}" dt="2026-04-20T16:03:17.919" v="3445" actId="26606"/>
          <ac:spMkLst>
            <pc:docMk/>
            <pc:sldMk cId="4209627771" sldId="266"/>
            <ac:spMk id="12" creationId="{E0B58608-23C8-4441-994D-C6823EEE1DB7}"/>
          </ac:spMkLst>
        </pc:spChg>
        <pc:picChg chg="add mod">
          <ac:chgData name="Kestutis" userId="2e8ac1e1-13a5-4ed3-af83-976592bee40e" providerId="ADAL" clId="{124F7BE0-046A-4299-A5A2-AFC16CE499F3}" dt="2026-04-20T16:03:17.919" v="3445" actId="26606"/>
          <ac:picMkLst>
            <pc:docMk/>
            <pc:sldMk cId="4209627771" sldId="266"/>
            <ac:picMk id="5" creationId="{3FB0E48E-3428-7C01-748D-8FA9199E1B57}"/>
          </ac:picMkLst>
        </pc:picChg>
      </pc:sldChg>
      <pc:sldChg chg="addSp delSp modSp new mod setBg">
        <pc:chgData name="Kestutis" userId="2e8ac1e1-13a5-4ed3-af83-976592bee40e" providerId="ADAL" clId="{124F7BE0-046A-4299-A5A2-AFC16CE499F3}" dt="2026-04-20T16:45:07.087" v="4072" actId="26606"/>
        <pc:sldMkLst>
          <pc:docMk/>
          <pc:sldMk cId="1292887979" sldId="267"/>
        </pc:sldMkLst>
        <pc:spChg chg="mod">
          <ac:chgData name="Kestutis" userId="2e8ac1e1-13a5-4ed3-af83-976592bee40e" providerId="ADAL" clId="{124F7BE0-046A-4299-A5A2-AFC16CE499F3}" dt="2026-04-20T16:45:07.087" v="4072" actId="26606"/>
          <ac:spMkLst>
            <pc:docMk/>
            <pc:sldMk cId="1292887979" sldId="267"/>
            <ac:spMk id="2" creationId="{247E184C-42BF-0BBF-9F60-06761BD07607}"/>
          </ac:spMkLst>
        </pc:spChg>
        <pc:spChg chg="del">
          <ac:chgData name="Kestutis" userId="2e8ac1e1-13a5-4ed3-af83-976592bee40e" providerId="ADAL" clId="{124F7BE0-046A-4299-A5A2-AFC16CE499F3}" dt="2026-04-20T16:45:07.087" v="4072" actId="26606"/>
          <ac:spMkLst>
            <pc:docMk/>
            <pc:sldMk cId="1292887979" sldId="267"/>
            <ac:spMk id="3" creationId="{51AFF455-1E92-38EF-6E59-0A3476E56E25}"/>
          </ac:spMkLst>
        </pc:spChg>
        <pc:spChg chg="add">
          <ac:chgData name="Kestutis" userId="2e8ac1e1-13a5-4ed3-af83-976592bee40e" providerId="ADAL" clId="{124F7BE0-046A-4299-A5A2-AFC16CE499F3}" dt="2026-04-20T16:45:07.087" v="4072" actId="26606"/>
          <ac:spMkLst>
            <pc:docMk/>
            <pc:sldMk cId="1292887979" sldId="267"/>
            <ac:spMk id="10" creationId="{F0DCC097-1DB8-4B6D-85D0-6FBA0E1CA4BA}"/>
          </ac:spMkLst>
        </pc:spChg>
        <pc:spChg chg="add">
          <ac:chgData name="Kestutis" userId="2e8ac1e1-13a5-4ed3-af83-976592bee40e" providerId="ADAL" clId="{124F7BE0-046A-4299-A5A2-AFC16CE499F3}" dt="2026-04-20T16:45:07.087" v="4072" actId="26606"/>
          <ac:spMkLst>
            <pc:docMk/>
            <pc:sldMk cId="1292887979" sldId="267"/>
            <ac:spMk id="12" creationId="{E0B58608-23C8-4441-994D-C6823EEE1DB7}"/>
          </ac:spMkLst>
        </pc:spChg>
        <pc:picChg chg="add mod">
          <ac:chgData name="Kestutis" userId="2e8ac1e1-13a5-4ed3-af83-976592bee40e" providerId="ADAL" clId="{124F7BE0-046A-4299-A5A2-AFC16CE499F3}" dt="2026-04-20T16:45:07.087" v="4072" actId="26606"/>
          <ac:picMkLst>
            <pc:docMk/>
            <pc:sldMk cId="1292887979" sldId="267"/>
            <ac:picMk id="5" creationId="{541310D7-5133-8D48-80B1-69E8A92B1F64}"/>
          </ac:picMkLst>
        </pc:picChg>
      </pc:sldChg>
      <pc:sldChg chg="addSp delSp modSp new del mod setBg addAnim delAnim">
        <pc:chgData name="Kestutis" userId="2e8ac1e1-13a5-4ed3-af83-976592bee40e" providerId="ADAL" clId="{124F7BE0-046A-4299-A5A2-AFC16CE499F3}" dt="2026-04-21T08:57:41.064" v="4510" actId="2696"/>
        <pc:sldMkLst>
          <pc:docMk/>
          <pc:sldMk cId="4260523270" sldId="268"/>
        </pc:sldMkLst>
        <pc:spChg chg="del mod">
          <ac:chgData name="Kestutis" userId="2e8ac1e1-13a5-4ed3-af83-976592bee40e" providerId="ADAL" clId="{124F7BE0-046A-4299-A5A2-AFC16CE499F3}" dt="2026-04-21T08:57:33.665" v="4509" actId="478"/>
          <ac:spMkLst>
            <pc:docMk/>
            <pc:sldMk cId="4260523270" sldId="268"/>
            <ac:spMk id="2" creationId="{0979FC17-592A-487C-98AF-DD12FA27B691}"/>
          </ac:spMkLst>
        </pc:spChg>
        <pc:spChg chg="add del mod">
          <ac:chgData name="Kestutis" userId="2e8ac1e1-13a5-4ed3-af83-976592bee40e" providerId="ADAL" clId="{124F7BE0-046A-4299-A5A2-AFC16CE499F3}" dt="2026-04-20T16:37:26.361" v="4070" actId="26606"/>
          <ac:spMkLst>
            <pc:docMk/>
            <pc:sldMk cId="4260523270" sldId="268"/>
            <ac:spMk id="3" creationId="{49D8A395-0F0D-7E3A-3CA7-B29304B37060}"/>
          </ac:spMkLst>
        </pc:spChg>
        <pc:spChg chg="add mod">
          <ac:chgData name="Kestutis" userId="2e8ac1e1-13a5-4ed3-af83-976592bee40e" providerId="ADAL" clId="{124F7BE0-046A-4299-A5A2-AFC16CE499F3}" dt="2026-04-21T08:57:33.665" v="4509" actId="478"/>
          <ac:spMkLst>
            <pc:docMk/>
            <pc:sldMk cId="4260523270" sldId="268"/>
            <ac:spMk id="4" creationId="{A9DD2E68-9EC7-A625-C907-465800D89207}"/>
          </ac:spMkLst>
        </pc:spChg>
        <pc:spChg chg="add del">
          <ac:chgData name="Kestutis" userId="2e8ac1e1-13a5-4ed3-af83-976592bee40e" providerId="ADAL" clId="{124F7BE0-046A-4299-A5A2-AFC16CE499F3}" dt="2026-04-21T08:46:22.899" v="4434" actId="26606"/>
          <ac:spMkLst>
            <pc:docMk/>
            <pc:sldMk cId="4260523270" sldId="268"/>
            <ac:spMk id="5" creationId="{5E7AA7E8-8006-4E1F-A566-FCF37EE6F35D}"/>
          </ac:spMkLst>
        </pc:spChg>
        <pc:spChg chg="add del">
          <ac:chgData name="Kestutis" userId="2e8ac1e1-13a5-4ed3-af83-976592bee40e" providerId="ADAL" clId="{124F7BE0-046A-4299-A5A2-AFC16CE499F3}" dt="2026-04-20T10:41:54.969" v="1321" actId="26606"/>
          <ac:spMkLst>
            <pc:docMk/>
            <pc:sldMk cId="4260523270" sldId="268"/>
            <ac:spMk id="8" creationId="{EC8C6078-B9FC-62D3-82A6-AED0C1C0C03A}"/>
          </ac:spMkLst>
        </pc:spChg>
        <pc:spChg chg="add del">
          <ac:chgData name="Kestutis" userId="2e8ac1e1-13a5-4ed3-af83-976592bee40e" providerId="ADAL" clId="{124F7BE0-046A-4299-A5A2-AFC16CE499F3}" dt="2026-04-21T08:46:22.866" v="4433" actId="26606"/>
          <ac:spMkLst>
            <pc:docMk/>
            <pc:sldMk cId="4260523270" sldId="268"/>
            <ac:spMk id="9" creationId="{4E94261F-1ED3-4E90-88E6-13479144005B}"/>
          </ac:spMkLst>
        </pc:spChg>
        <pc:spChg chg="add del">
          <ac:chgData name="Kestutis" userId="2e8ac1e1-13a5-4ed3-af83-976592bee40e" providerId="ADAL" clId="{124F7BE0-046A-4299-A5A2-AFC16CE499F3}" dt="2026-04-20T10:41:54.969" v="1321" actId="26606"/>
          <ac:spMkLst>
            <pc:docMk/>
            <pc:sldMk cId="4260523270" sldId="268"/>
            <ac:spMk id="10" creationId="{8323CF07-AAA9-DC0B-9E00-84313AE4538F}"/>
          </ac:spMkLst>
        </pc:spChg>
        <pc:spChg chg="add del">
          <ac:chgData name="Kestutis" userId="2e8ac1e1-13a5-4ed3-af83-976592bee40e" providerId="ADAL" clId="{124F7BE0-046A-4299-A5A2-AFC16CE499F3}" dt="2026-04-21T08:46:43.597" v="4437" actId="26606"/>
          <ac:spMkLst>
            <pc:docMk/>
            <pc:sldMk cId="4260523270" sldId="268"/>
            <ac:spMk id="15" creationId="{C5CB530E-515E-412C-9DF1-5F8FFBD6F383}"/>
          </ac:spMkLst>
        </pc:spChg>
        <pc:spChg chg="add del">
          <ac:chgData name="Kestutis" userId="2e8ac1e1-13a5-4ed3-af83-976592bee40e" providerId="ADAL" clId="{124F7BE0-046A-4299-A5A2-AFC16CE499F3}" dt="2026-04-21T08:46:43.597" v="4437" actId="26606"/>
          <ac:spMkLst>
            <pc:docMk/>
            <pc:sldMk cId="4260523270" sldId="268"/>
            <ac:spMk id="16" creationId="{8F9CBE3F-79A8-4F8F-88D9-DAD03D0D281F}"/>
          </ac:spMkLst>
        </pc:spChg>
        <pc:spChg chg="add del">
          <ac:chgData name="Kestutis" userId="2e8ac1e1-13a5-4ed3-af83-976592bee40e" providerId="ADAL" clId="{124F7BE0-046A-4299-A5A2-AFC16CE499F3}" dt="2026-04-21T08:46:43.597" v="4437" actId="26606"/>
          <ac:spMkLst>
            <pc:docMk/>
            <pc:sldMk cId="4260523270" sldId="268"/>
            <ac:spMk id="17" creationId="{AEA7509D-F04F-40CB-A0B3-EEF16499CC9F}"/>
          </ac:spMkLst>
        </pc:spChg>
        <pc:spChg chg="add del">
          <ac:chgData name="Kestutis" userId="2e8ac1e1-13a5-4ed3-af83-976592bee40e" providerId="ADAL" clId="{124F7BE0-046A-4299-A5A2-AFC16CE499F3}" dt="2026-04-21T08:46:43.597" v="4437" actId="26606"/>
          <ac:spMkLst>
            <pc:docMk/>
            <pc:sldMk cId="4260523270" sldId="268"/>
            <ac:spMk id="18" creationId="{508BEF50-7B1E-49A4-BC19-5F4F1D755E64}"/>
          </ac:spMkLst>
        </pc:spChg>
        <pc:spChg chg="add del">
          <ac:chgData name="Kestutis" userId="2e8ac1e1-13a5-4ed3-af83-976592bee40e" providerId="ADAL" clId="{124F7BE0-046A-4299-A5A2-AFC16CE499F3}" dt="2026-04-21T08:46:43.597" v="4437" actId="26606"/>
          <ac:spMkLst>
            <pc:docMk/>
            <pc:sldMk cId="4260523270" sldId="268"/>
            <ac:spMk id="19" creationId="{C39ADB8F-D187-49D7-BDCF-C1B6DC727068}"/>
          </ac:spMkLst>
        </pc:spChg>
        <pc:spChg chg="add del">
          <ac:chgData name="Kestutis" userId="2e8ac1e1-13a5-4ed3-af83-976592bee40e" providerId="ADAL" clId="{124F7BE0-046A-4299-A5A2-AFC16CE499F3}" dt="2026-04-21T08:46:43.597" v="4437" actId="26606"/>
          <ac:spMkLst>
            <pc:docMk/>
            <pc:sldMk cId="4260523270" sldId="268"/>
            <ac:spMk id="21" creationId="{712D4376-A578-4FF1-94FC-245E7A6A489F}"/>
          </ac:spMkLst>
        </pc:spChg>
        <pc:spChg chg="add">
          <ac:chgData name="Kestutis" userId="2e8ac1e1-13a5-4ed3-af83-976592bee40e" providerId="ADAL" clId="{124F7BE0-046A-4299-A5A2-AFC16CE499F3}" dt="2026-04-21T08:46:22.899" v="4434" actId="26606"/>
          <ac:spMkLst>
            <pc:docMk/>
            <pc:sldMk cId="4260523270" sldId="268"/>
            <ac:spMk id="23" creationId="{3FBAD350-5664-4811-A208-657FB882D350}"/>
          </ac:spMkLst>
        </pc:spChg>
        <pc:spChg chg="add del">
          <ac:chgData name="Kestutis" userId="2e8ac1e1-13a5-4ed3-af83-976592bee40e" providerId="ADAL" clId="{124F7BE0-046A-4299-A5A2-AFC16CE499F3}" dt="2026-04-21T08:46:43.583" v="4436" actId="26606"/>
          <ac:spMkLst>
            <pc:docMk/>
            <pc:sldMk cId="4260523270" sldId="268"/>
            <ac:spMk id="30" creationId="{EFA9B6C6-A247-48A8-9A1C-1E36FA9456B5}"/>
          </ac:spMkLst>
        </pc:spChg>
        <pc:spChg chg="add del">
          <ac:chgData name="Kestutis" userId="2e8ac1e1-13a5-4ed3-af83-976592bee40e" providerId="ADAL" clId="{124F7BE0-046A-4299-A5A2-AFC16CE499F3}" dt="2026-04-21T08:46:43.583" v="4436" actId="26606"/>
          <ac:spMkLst>
            <pc:docMk/>
            <pc:sldMk cId="4260523270" sldId="268"/>
            <ac:spMk id="32" creationId="{C5CB530E-515E-412C-9DF1-5F8FFBD6F383}"/>
          </ac:spMkLst>
        </pc:spChg>
        <pc:spChg chg="add del">
          <ac:chgData name="Kestutis" userId="2e8ac1e1-13a5-4ed3-af83-976592bee40e" providerId="ADAL" clId="{124F7BE0-046A-4299-A5A2-AFC16CE499F3}" dt="2026-04-21T08:46:43.583" v="4436" actId="26606"/>
          <ac:spMkLst>
            <pc:docMk/>
            <pc:sldMk cId="4260523270" sldId="268"/>
            <ac:spMk id="36" creationId="{AEA7509D-F04F-40CB-A0B3-EEF16499CC9F}"/>
          </ac:spMkLst>
        </pc:spChg>
        <pc:spChg chg="add">
          <ac:chgData name="Kestutis" userId="2e8ac1e1-13a5-4ed3-af83-976592bee40e" providerId="ADAL" clId="{124F7BE0-046A-4299-A5A2-AFC16CE499F3}" dt="2026-04-21T08:46:43.597" v="4437" actId="26606"/>
          <ac:spMkLst>
            <pc:docMk/>
            <pc:sldMk cId="4260523270" sldId="268"/>
            <ac:spMk id="40" creationId="{9A3F5928-D955-456A-97B5-AA390B8CE9D5}"/>
          </ac:spMkLst>
        </pc:spChg>
        <pc:spChg chg="add">
          <ac:chgData name="Kestutis" userId="2e8ac1e1-13a5-4ed3-af83-976592bee40e" providerId="ADAL" clId="{124F7BE0-046A-4299-A5A2-AFC16CE499F3}" dt="2026-04-21T08:46:43.597" v="4437" actId="26606"/>
          <ac:spMkLst>
            <pc:docMk/>
            <pc:sldMk cId="4260523270" sldId="268"/>
            <ac:spMk id="43" creationId="{712D4376-A578-4FF1-94FC-245E7A6A489F}"/>
          </ac:spMkLst>
        </pc:spChg>
        <pc:spChg chg="add">
          <ac:chgData name="Kestutis" userId="2e8ac1e1-13a5-4ed3-af83-976592bee40e" providerId="ADAL" clId="{124F7BE0-046A-4299-A5A2-AFC16CE499F3}" dt="2026-04-21T08:46:43.597" v="4437" actId="26606"/>
          <ac:spMkLst>
            <pc:docMk/>
            <pc:sldMk cId="4260523270" sldId="268"/>
            <ac:spMk id="44" creationId="{AEA7509D-F04F-40CB-A0B3-EEF16499CC9F}"/>
          </ac:spMkLst>
        </pc:spChg>
        <pc:graphicFrameChg chg="add del">
          <ac:chgData name="Kestutis" userId="2e8ac1e1-13a5-4ed3-af83-976592bee40e" providerId="ADAL" clId="{124F7BE0-046A-4299-A5A2-AFC16CE499F3}" dt="2026-04-20T10:41:54.969" v="1321" actId="26606"/>
          <ac:graphicFrameMkLst>
            <pc:docMk/>
            <pc:sldMk cId="4260523270" sldId="268"/>
            <ac:graphicFrameMk id="11" creationId="{D354BDBC-70EA-F1E3-77D9-C1B1EACDB1B7}"/>
          </ac:graphicFrameMkLst>
        </pc:graphicFrameChg>
        <pc:cxnChg chg="add del">
          <ac:chgData name="Kestutis" userId="2e8ac1e1-13a5-4ed3-af83-976592bee40e" providerId="ADAL" clId="{124F7BE0-046A-4299-A5A2-AFC16CE499F3}" dt="2026-04-21T08:46:22.866" v="4433" actId="26606"/>
          <ac:cxnSpMkLst>
            <pc:docMk/>
            <pc:sldMk cId="4260523270" sldId="268"/>
            <ac:cxnSpMk id="6" creationId="{56020367-4FD5-4596-8E10-C5F095CD8DBF}"/>
          </ac:cxnSpMkLst>
        </pc:cxnChg>
        <pc:cxnChg chg="add del">
          <ac:chgData name="Kestutis" userId="2e8ac1e1-13a5-4ed3-af83-976592bee40e" providerId="ADAL" clId="{124F7BE0-046A-4299-A5A2-AFC16CE499F3}" dt="2026-04-21T08:46:22.866" v="4433" actId="26606"/>
          <ac:cxnSpMkLst>
            <pc:docMk/>
            <pc:sldMk cId="4260523270" sldId="268"/>
            <ac:cxnSpMk id="13" creationId="{56020367-4FD5-4596-8E10-C5F095CD8DBF}"/>
          </ac:cxnSpMkLst>
        </pc:cxnChg>
        <pc:cxnChg chg="add">
          <ac:chgData name="Kestutis" userId="2e8ac1e1-13a5-4ed3-af83-976592bee40e" providerId="ADAL" clId="{124F7BE0-046A-4299-A5A2-AFC16CE499F3}" dt="2026-04-21T08:46:22.899" v="4434" actId="26606"/>
          <ac:cxnSpMkLst>
            <pc:docMk/>
            <pc:sldMk cId="4260523270" sldId="268"/>
            <ac:cxnSpMk id="25" creationId="{56020367-4FD5-4596-8E10-C5F095CD8DBF}"/>
          </ac:cxnSpMkLst>
        </pc:cxnChg>
      </pc:sldChg>
      <pc:sldChg chg="addSp delSp modSp new mod setBg modNotesTx">
        <pc:chgData name="Kestutis" userId="2e8ac1e1-13a5-4ed3-af83-976592bee40e" providerId="ADAL" clId="{124F7BE0-046A-4299-A5A2-AFC16CE499F3}" dt="2026-04-21T09:09:50.428" v="4961" actId="6549"/>
        <pc:sldMkLst>
          <pc:docMk/>
          <pc:sldMk cId="836286040" sldId="269"/>
        </pc:sldMkLst>
        <pc:spChg chg="mod">
          <ac:chgData name="Kestutis" userId="2e8ac1e1-13a5-4ed3-af83-976592bee40e" providerId="ADAL" clId="{124F7BE0-046A-4299-A5A2-AFC16CE499F3}" dt="2026-04-20T16:10:25.102" v="3569" actId="313"/>
          <ac:spMkLst>
            <pc:docMk/>
            <pc:sldMk cId="836286040" sldId="269"/>
            <ac:spMk id="2" creationId="{09F90BF4-D737-306D-66CD-A7573F61D832}"/>
          </ac:spMkLst>
        </pc:spChg>
        <pc:spChg chg="del">
          <ac:chgData name="Kestutis" userId="2e8ac1e1-13a5-4ed3-af83-976592bee40e" providerId="ADAL" clId="{124F7BE0-046A-4299-A5A2-AFC16CE499F3}" dt="2026-04-20T15:47:23.631" v="3386" actId="478"/>
          <ac:spMkLst>
            <pc:docMk/>
            <pc:sldMk cId="836286040" sldId="269"/>
            <ac:spMk id="3" creationId="{1E91BEB6-FD87-AAD2-5516-0E5348B27C27}"/>
          </ac:spMkLst>
        </pc:spChg>
        <pc:spChg chg="add mod">
          <ac:chgData name="Kestutis" userId="2e8ac1e1-13a5-4ed3-af83-976592bee40e" providerId="ADAL" clId="{124F7BE0-046A-4299-A5A2-AFC16CE499F3}" dt="2026-04-20T15:51:54.222" v="3443" actId="20577"/>
          <ac:spMkLst>
            <pc:docMk/>
            <pc:sldMk cId="836286040" sldId="269"/>
            <ac:spMk id="5" creationId="{38366C2C-FFD2-FD54-142D-8DF3706331B1}"/>
          </ac:spMkLst>
        </pc:spChg>
        <pc:spChg chg="add">
          <ac:chgData name="Kestutis" userId="2e8ac1e1-13a5-4ed3-af83-976592bee40e" providerId="ADAL" clId="{124F7BE0-046A-4299-A5A2-AFC16CE499F3}" dt="2026-04-20T15:48:05.977" v="3387" actId="26606"/>
          <ac:spMkLst>
            <pc:docMk/>
            <pc:sldMk cId="836286040" sldId="269"/>
            <ac:spMk id="10" creationId="{389575E1-3389-451A-A5F7-27854C25C599}"/>
          </ac:spMkLst>
        </pc:spChg>
        <pc:spChg chg="add">
          <ac:chgData name="Kestutis" userId="2e8ac1e1-13a5-4ed3-af83-976592bee40e" providerId="ADAL" clId="{124F7BE0-046A-4299-A5A2-AFC16CE499F3}" dt="2026-04-20T15:48:05.977" v="3387" actId="26606"/>
          <ac:spMkLst>
            <pc:docMk/>
            <pc:sldMk cId="836286040" sldId="269"/>
            <ac:spMk id="12" creationId="{A53CCC5C-D88E-40FB-B30B-23DCDBD01D37}"/>
          </ac:spMkLst>
        </pc:spChg>
        <pc:spChg chg="add">
          <ac:chgData name="Kestutis" userId="2e8ac1e1-13a5-4ed3-af83-976592bee40e" providerId="ADAL" clId="{124F7BE0-046A-4299-A5A2-AFC16CE499F3}" dt="2026-04-20T15:48:05.977" v="3387" actId="26606"/>
          <ac:spMkLst>
            <pc:docMk/>
            <pc:sldMk cId="836286040" sldId="269"/>
            <ac:spMk id="14" creationId="{081E4A58-353D-44AE-B2FC-2A74E2E400F7}"/>
          </ac:spMkLst>
        </pc:spChg>
      </pc:sldChg>
      <pc:sldChg chg="addSp modSp new mod ord setBg">
        <pc:chgData name="Kestutis" userId="2e8ac1e1-13a5-4ed3-af83-976592bee40e" providerId="ADAL" clId="{124F7BE0-046A-4299-A5A2-AFC16CE499F3}" dt="2026-04-21T10:42:28.276" v="6102" actId="26606"/>
        <pc:sldMkLst>
          <pc:docMk/>
          <pc:sldMk cId="3214921767" sldId="270"/>
        </pc:sldMkLst>
        <pc:spChg chg="mod">
          <ac:chgData name="Kestutis" userId="2e8ac1e1-13a5-4ed3-af83-976592bee40e" providerId="ADAL" clId="{124F7BE0-046A-4299-A5A2-AFC16CE499F3}" dt="2026-04-21T10:42:28.276" v="6102" actId="26606"/>
          <ac:spMkLst>
            <pc:docMk/>
            <pc:sldMk cId="3214921767" sldId="270"/>
            <ac:spMk id="2" creationId="{2C7E2FA2-F2B1-AAD5-8BDE-F99C0350F059}"/>
          </ac:spMkLst>
        </pc:spChg>
        <pc:spChg chg="mod">
          <ac:chgData name="Kestutis" userId="2e8ac1e1-13a5-4ed3-af83-976592bee40e" providerId="ADAL" clId="{124F7BE0-046A-4299-A5A2-AFC16CE499F3}" dt="2026-04-21T10:42:28.276" v="6102" actId="26606"/>
          <ac:spMkLst>
            <pc:docMk/>
            <pc:sldMk cId="3214921767" sldId="270"/>
            <ac:spMk id="3" creationId="{AD0CC2F5-5301-5079-0468-468614A8D74E}"/>
          </ac:spMkLst>
        </pc:spChg>
        <pc:spChg chg="add">
          <ac:chgData name="Kestutis" userId="2e8ac1e1-13a5-4ed3-af83-976592bee40e" providerId="ADAL" clId="{124F7BE0-046A-4299-A5A2-AFC16CE499F3}" dt="2026-04-21T10:42:28.276" v="6102" actId="26606"/>
          <ac:spMkLst>
            <pc:docMk/>
            <pc:sldMk cId="3214921767" sldId="270"/>
            <ac:spMk id="8" creationId="{907EF6B7-1338-4443-8C46-6A318D952DFD}"/>
          </ac:spMkLst>
        </pc:spChg>
        <pc:spChg chg="add">
          <ac:chgData name="Kestutis" userId="2e8ac1e1-13a5-4ed3-af83-976592bee40e" providerId="ADAL" clId="{124F7BE0-046A-4299-A5A2-AFC16CE499F3}" dt="2026-04-21T10:42:28.276" v="6102" actId="26606"/>
          <ac:spMkLst>
            <pc:docMk/>
            <pc:sldMk cId="3214921767" sldId="270"/>
            <ac:spMk id="10" creationId="{DAAE4CDD-124C-4DCF-9584-B6033B545DD5}"/>
          </ac:spMkLst>
        </pc:spChg>
        <pc:spChg chg="add">
          <ac:chgData name="Kestutis" userId="2e8ac1e1-13a5-4ed3-af83-976592bee40e" providerId="ADAL" clId="{124F7BE0-046A-4299-A5A2-AFC16CE499F3}" dt="2026-04-21T10:42:28.276" v="6102" actId="26606"/>
          <ac:spMkLst>
            <pc:docMk/>
            <pc:sldMk cId="3214921767" sldId="270"/>
            <ac:spMk id="12" creationId="{081E4A58-353D-44AE-B2FC-2A74E2E400F7}"/>
          </ac:spMkLst>
        </pc:spChg>
      </pc:sldChg>
      <pc:sldChg chg="addSp delSp modSp new mod setBg setClrOvrMap">
        <pc:chgData name="Kestutis" userId="2e8ac1e1-13a5-4ed3-af83-976592bee40e" providerId="ADAL" clId="{124F7BE0-046A-4299-A5A2-AFC16CE499F3}" dt="2026-04-20T15:12:04.469" v="3383" actId="20577"/>
        <pc:sldMkLst>
          <pc:docMk/>
          <pc:sldMk cId="2587073474" sldId="271"/>
        </pc:sldMkLst>
        <pc:spChg chg="mod">
          <ac:chgData name="Kestutis" userId="2e8ac1e1-13a5-4ed3-af83-976592bee40e" providerId="ADAL" clId="{124F7BE0-046A-4299-A5A2-AFC16CE499F3}" dt="2026-04-20T15:12:04.469" v="3383" actId="20577"/>
          <ac:spMkLst>
            <pc:docMk/>
            <pc:sldMk cId="2587073474" sldId="271"/>
            <ac:spMk id="2" creationId="{C35D11F1-0FA4-869D-0A54-B6895ED1C77E}"/>
          </ac:spMkLst>
        </pc:spChg>
        <pc:spChg chg="del">
          <ac:chgData name="Kestutis" userId="2e8ac1e1-13a5-4ed3-af83-976592bee40e" providerId="ADAL" clId="{124F7BE0-046A-4299-A5A2-AFC16CE499F3}" dt="2026-04-20T15:06:43.168" v="3360" actId="22"/>
          <ac:spMkLst>
            <pc:docMk/>
            <pc:sldMk cId="2587073474" sldId="271"/>
            <ac:spMk id="3" creationId="{E5CECBC8-95C4-B78E-0F23-94F4DE43D22D}"/>
          </ac:spMkLst>
        </pc:spChg>
        <pc:picChg chg="add mod ord">
          <ac:chgData name="Kestutis" userId="2e8ac1e1-13a5-4ed3-af83-976592bee40e" providerId="ADAL" clId="{124F7BE0-046A-4299-A5A2-AFC16CE499F3}" dt="2026-04-20T15:08:07.028" v="3364" actId="26606"/>
          <ac:picMkLst>
            <pc:docMk/>
            <pc:sldMk cId="2587073474" sldId="271"/>
            <ac:picMk id="5" creationId="{12D15E7F-C444-294A-CA89-0BA6EE26FCF8}"/>
          </ac:picMkLst>
        </pc:picChg>
        <pc:cxnChg chg="add">
          <ac:chgData name="Kestutis" userId="2e8ac1e1-13a5-4ed3-af83-976592bee40e" providerId="ADAL" clId="{124F7BE0-046A-4299-A5A2-AFC16CE499F3}" dt="2026-04-20T15:08:07.028" v="3364" actId="26606"/>
          <ac:cxnSpMkLst>
            <pc:docMk/>
            <pc:sldMk cId="2587073474" sldId="271"/>
            <ac:cxnSpMk id="10" creationId="{192712F8-36FA-35DF-0CE8-4098D93322A3}"/>
          </ac:cxnSpMkLst>
        </pc:cxnChg>
      </pc:sldChg>
      <pc:sldChg chg="addSp delSp modSp new mod setBg modNotesTx">
        <pc:chgData name="Kestutis" userId="2e8ac1e1-13a5-4ed3-af83-976592bee40e" providerId="ADAL" clId="{124F7BE0-046A-4299-A5A2-AFC16CE499F3}" dt="2026-04-21T08:22:52.401" v="4230" actId="255"/>
        <pc:sldMkLst>
          <pc:docMk/>
          <pc:sldMk cId="399024141" sldId="272"/>
        </pc:sldMkLst>
        <pc:spChg chg="mod">
          <ac:chgData name="Kestutis" userId="2e8ac1e1-13a5-4ed3-af83-976592bee40e" providerId="ADAL" clId="{124F7BE0-046A-4299-A5A2-AFC16CE499F3}" dt="2026-04-20T16:36:02.037" v="4058" actId="26606"/>
          <ac:spMkLst>
            <pc:docMk/>
            <pc:sldMk cId="399024141" sldId="272"/>
            <ac:spMk id="2" creationId="{EE2413C1-8EFD-1A3E-4769-76055DD49542}"/>
          </ac:spMkLst>
        </pc:spChg>
        <pc:spChg chg="del">
          <ac:chgData name="Kestutis" userId="2e8ac1e1-13a5-4ed3-af83-976592bee40e" providerId="ADAL" clId="{124F7BE0-046A-4299-A5A2-AFC16CE499F3}" dt="2026-04-20T16:31:14.590" v="3948" actId="22"/>
          <ac:spMkLst>
            <pc:docMk/>
            <pc:sldMk cId="399024141" sldId="272"/>
            <ac:spMk id="3" creationId="{A03F96CE-D048-E1C9-E21F-BC122F357E9A}"/>
          </ac:spMkLst>
        </pc:spChg>
        <pc:spChg chg="add del mod">
          <ac:chgData name="Kestutis" userId="2e8ac1e1-13a5-4ed3-af83-976592bee40e" providerId="ADAL" clId="{124F7BE0-046A-4299-A5A2-AFC16CE499F3}" dt="2026-04-21T07:52:47.891" v="4128" actId="22"/>
          <ac:spMkLst>
            <pc:docMk/>
            <pc:sldMk cId="399024141" sldId="272"/>
            <ac:spMk id="4" creationId="{2ABDEF11-FE56-3195-BD62-4D820BC423B5}"/>
          </ac:spMkLst>
        </pc:spChg>
        <pc:spChg chg="add mod">
          <ac:chgData name="Kestutis" userId="2e8ac1e1-13a5-4ed3-af83-976592bee40e" providerId="ADAL" clId="{124F7BE0-046A-4299-A5A2-AFC16CE499F3}" dt="2026-04-21T08:22:52.401" v="4230" actId="255"/>
          <ac:spMkLst>
            <pc:docMk/>
            <pc:sldMk cId="399024141" sldId="272"/>
            <ac:spMk id="7" creationId="{F6E45681-46BF-2711-4CF7-119C3752828C}"/>
          </ac:spMkLst>
        </pc:spChg>
        <pc:spChg chg="add">
          <ac:chgData name="Kestutis" userId="2e8ac1e1-13a5-4ed3-af83-976592bee40e" providerId="ADAL" clId="{124F7BE0-046A-4299-A5A2-AFC16CE499F3}" dt="2026-04-20T16:36:02.037" v="4058" actId="26606"/>
          <ac:spMkLst>
            <pc:docMk/>
            <pc:sldMk cId="399024141" sldId="272"/>
            <ac:spMk id="12" creationId="{32AEEBC8-9D30-42EF-95F2-386C2653FBF0}"/>
          </ac:spMkLst>
        </pc:spChg>
        <pc:spChg chg="add">
          <ac:chgData name="Kestutis" userId="2e8ac1e1-13a5-4ed3-af83-976592bee40e" providerId="ADAL" clId="{124F7BE0-046A-4299-A5A2-AFC16CE499F3}" dt="2026-04-20T16:36:02.037" v="4058" actId="26606"/>
          <ac:spMkLst>
            <pc:docMk/>
            <pc:sldMk cId="399024141" sldId="272"/>
            <ac:spMk id="14" creationId="{2E92FA66-67D7-4CB4-94D3-E643A9AD4757}"/>
          </ac:spMkLst>
        </pc:spChg>
        <pc:picChg chg="add del mod ord">
          <ac:chgData name="Kestutis" userId="2e8ac1e1-13a5-4ed3-af83-976592bee40e" providerId="ADAL" clId="{124F7BE0-046A-4299-A5A2-AFC16CE499F3}" dt="2026-04-21T07:52:44.603" v="4127" actId="478"/>
          <ac:picMkLst>
            <pc:docMk/>
            <pc:sldMk cId="399024141" sldId="272"/>
            <ac:picMk id="5" creationId="{8F8221BE-5E67-2F06-F258-B93AAEF55A83}"/>
          </ac:picMkLst>
        </pc:picChg>
        <pc:picChg chg="add mod ord">
          <ac:chgData name="Kestutis" userId="2e8ac1e1-13a5-4ed3-af83-976592bee40e" providerId="ADAL" clId="{124F7BE0-046A-4299-A5A2-AFC16CE499F3}" dt="2026-04-21T07:53:02.683" v="4131" actId="14100"/>
          <ac:picMkLst>
            <pc:docMk/>
            <pc:sldMk cId="399024141" sldId="272"/>
            <ac:picMk id="8" creationId="{D9385692-371D-C32B-224D-CE9E8C91E4EC}"/>
          </ac:picMkLst>
        </pc:picChg>
      </pc:sldChg>
      <pc:sldChg chg="addSp delSp modSp new mod ord setBg">
        <pc:chgData name="Kestutis" userId="2e8ac1e1-13a5-4ed3-af83-976592bee40e" providerId="ADAL" clId="{124F7BE0-046A-4299-A5A2-AFC16CE499F3}" dt="2026-04-21T08:00:37.730" v="4134" actId="1076"/>
        <pc:sldMkLst>
          <pc:docMk/>
          <pc:sldMk cId="1985762091" sldId="273"/>
        </pc:sldMkLst>
        <pc:spChg chg="mod">
          <ac:chgData name="Kestutis" userId="2e8ac1e1-13a5-4ed3-af83-976592bee40e" providerId="ADAL" clId="{124F7BE0-046A-4299-A5A2-AFC16CE499F3}" dt="2026-04-20T16:36:54.306" v="4069" actId="20577"/>
          <ac:spMkLst>
            <pc:docMk/>
            <pc:sldMk cId="1985762091" sldId="273"/>
            <ac:spMk id="2" creationId="{61EA577D-6659-765A-EA47-7004F532273A}"/>
          </ac:spMkLst>
        </pc:spChg>
        <pc:spChg chg="del">
          <ac:chgData name="Kestutis" userId="2e8ac1e1-13a5-4ed3-af83-976592bee40e" providerId="ADAL" clId="{124F7BE0-046A-4299-A5A2-AFC16CE499F3}" dt="2026-04-20T16:36:41.905" v="4059" actId="26606"/>
          <ac:spMkLst>
            <pc:docMk/>
            <pc:sldMk cId="1985762091" sldId="273"/>
            <ac:spMk id="3" creationId="{365F9908-B5A4-E684-8200-248DC6543BCF}"/>
          </ac:spMkLst>
        </pc:spChg>
        <pc:spChg chg="add">
          <ac:chgData name="Kestutis" userId="2e8ac1e1-13a5-4ed3-af83-976592bee40e" providerId="ADAL" clId="{124F7BE0-046A-4299-A5A2-AFC16CE499F3}" dt="2026-04-20T16:36:41.905" v="4059" actId="26606"/>
          <ac:spMkLst>
            <pc:docMk/>
            <pc:sldMk cId="1985762091" sldId="273"/>
            <ac:spMk id="10" creationId="{F0DCC097-1DB8-4B6D-85D0-6FBA0E1CA4BA}"/>
          </ac:spMkLst>
        </pc:spChg>
        <pc:spChg chg="add">
          <ac:chgData name="Kestutis" userId="2e8ac1e1-13a5-4ed3-af83-976592bee40e" providerId="ADAL" clId="{124F7BE0-046A-4299-A5A2-AFC16CE499F3}" dt="2026-04-20T16:36:41.905" v="4059" actId="26606"/>
          <ac:spMkLst>
            <pc:docMk/>
            <pc:sldMk cId="1985762091" sldId="273"/>
            <ac:spMk id="12" creationId="{E0B58608-23C8-4441-994D-C6823EEE1DB7}"/>
          </ac:spMkLst>
        </pc:spChg>
        <pc:picChg chg="add mod">
          <ac:chgData name="Kestutis" userId="2e8ac1e1-13a5-4ed3-af83-976592bee40e" providerId="ADAL" clId="{124F7BE0-046A-4299-A5A2-AFC16CE499F3}" dt="2026-04-21T08:00:37.730" v="4134" actId="1076"/>
          <ac:picMkLst>
            <pc:docMk/>
            <pc:sldMk cId="1985762091" sldId="273"/>
            <ac:picMk id="5" creationId="{8A751E42-9774-23C0-C1CC-E9ECBAFF6C38}"/>
          </ac:picMkLst>
        </pc:picChg>
      </pc:sldChg>
      <pc:sldChg chg="new del">
        <pc:chgData name="Kestutis" userId="2e8ac1e1-13a5-4ed3-af83-976592bee40e" providerId="ADAL" clId="{124F7BE0-046A-4299-A5A2-AFC16CE499F3}" dt="2026-04-20T16:45:48.067" v="4076" actId="47"/>
        <pc:sldMkLst>
          <pc:docMk/>
          <pc:sldMk cId="1258548374" sldId="274"/>
        </pc:sldMkLst>
      </pc:sldChg>
      <pc:sldChg chg="add del">
        <pc:chgData name="Kestutis" userId="2e8ac1e1-13a5-4ed3-af83-976592bee40e" providerId="ADAL" clId="{124F7BE0-046A-4299-A5A2-AFC16CE499F3}" dt="2026-04-20T16:45:49.402" v="4077" actId="47"/>
        <pc:sldMkLst>
          <pc:docMk/>
          <pc:sldMk cId="2292178751" sldId="275"/>
        </pc:sldMkLst>
      </pc:sldChg>
      <pc:sldChg chg="addSp delSp modSp add mod">
        <pc:chgData name="Kestutis" userId="2e8ac1e1-13a5-4ed3-af83-976592bee40e" providerId="ADAL" clId="{124F7BE0-046A-4299-A5A2-AFC16CE499F3}" dt="2026-04-20T16:54:04.205" v="4083" actId="22"/>
        <pc:sldMkLst>
          <pc:docMk/>
          <pc:sldMk cId="3569437585" sldId="276"/>
        </pc:sldMkLst>
        <pc:spChg chg="add del mod">
          <ac:chgData name="Kestutis" userId="2e8ac1e1-13a5-4ed3-af83-976592bee40e" providerId="ADAL" clId="{124F7BE0-046A-4299-A5A2-AFC16CE499F3}" dt="2026-04-20T16:54:04.205" v="4083" actId="22"/>
          <ac:spMkLst>
            <pc:docMk/>
            <pc:sldMk cId="3569437585" sldId="276"/>
            <ac:spMk id="4" creationId="{33739FAC-8B3E-C997-472C-CC80BFC344E9}"/>
          </ac:spMkLst>
        </pc:spChg>
        <pc:picChg chg="del">
          <ac:chgData name="Kestutis" userId="2e8ac1e1-13a5-4ed3-af83-976592bee40e" providerId="ADAL" clId="{124F7BE0-046A-4299-A5A2-AFC16CE499F3}" dt="2026-04-20T16:54:01.454" v="4082" actId="478"/>
          <ac:picMkLst>
            <pc:docMk/>
            <pc:sldMk cId="3569437585" sldId="276"/>
            <ac:picMk id="5" creationId="{BDFBDA05-5D28-6E59-E677-8102E140F1D4}"/>
          </ac:picMkLst>
        </pc:picChg>
        <pc:picChg chg="add mod ord">
          <ac:chgData name="Kestutis" userId="2e8ac1e1-13a5-4ed3-af83-976592bee40e" providerId="ADAL" clId="{124F7BE0-046A-4299-A5A2-AFC16CE499F3}" dt="2026-04-20T16:54:04.205" v="4083" actId="22"/>
          <ac:picMkLst>
            <pc:docMk/>
            <pc:sldMk cId="3569437585" sldId="276"/>
            <ac:picMk id="7" creationId="{6664DDAE-B96B-43E2-57DC-88A22695128D}"/>
          </ac:picMkLst>
        </pc:picChg>
      </pc:sldChg>
      <pc:sldChg chg="addSp delSp modSp add mod">
        <pc:chgData name="Kestutis" userId="2e8ac1e1-13a5-4ed3-af83-976592bee40e" providerId="ADAL" clId="{124F7BE0-046A-4299-A5A2-AFC16CE499F3}" dt="2026-04-21T08:23:28.358" v="4231" actId="1076"/>
        <pc:sldMkLst>
          <pc:docMk/>
          <pc:sldMk cId="11529159" sldId="277"/>
        </pc:sldMkLst>
        <pc:spChg chg="mod">
          <ac:chgData name="Kestutis" userId="2e8ac1e1-13a5-4ed3-af83-976592bee40e" providerId="ADAL" clId="{124F7BE0-046A-4299-A5A2-AFC16CE499F3}" dt="2026-04-21T07:47:31.791" v="4113" actId="6549"/>
          <ac:spMkLst>
            <pc:docMk/>
            <pc:sldMk cId="11529159" sldId="277"/>
            <ac:spMk id="2" creationId="{BD920728-8BA3-6AF1-FE72-8918D0481E20}"/>
          </ac:spMkLst>
        </pc:spChg>
        <pc:spChg chg="add del mod">
          <ac:chgData name="Kestutis" userId="2e8ac1e1-13a5-4ed3-af83-976592bee40e" providerId="ADAL" clId="{124F7BE0-046A-4299-A5A2-AFC16CE499F3}" dt="2026-04-21T07:48:11.870" v="4117" actId="478"/>
          <ac:spMkLst>
            <pc:docMk/>
            <pc:sldMk cId="11529159" sldId="277"/>
            <ac:spMk id="4" creationId="{46105522-D4FF-E036-14E6-12362BD2A324}"/>
          </ac:spMkLst>
        </pc:spChg>
        <pc:picChg chg="del">
          <ac:chgData name="Kestutis" userId="2e8ac1e1-13a5-4ed3-af83-976592bee40e" providerId="ADAL" clId="{124F7BE0-046A-4299-A5A2-AFC16CE499F3}" dt="2026-04-21T07:46:35.489" v="4088" actId="478"/>
          <ac:picMkLst>
            <pc:docMk/>
            <pc:sldMk cId="11529159" sldId="277"/>
            <ac:picMk id="5" creationId="{E09C8356-E6A3-7D5C-70B3-172182F20FDF}"/>
          </ac:picMkLst>
        </pc:picChg>
        <pc:picChg chg="add mod">
          <ac:chgData name="Kestutis" userId="2e8ac1e1-13a5-4ed3-af83-976592bee40e" providerId="ADAL" clId="{124F7BE0-046A-4299-A5A2-AFC16CE499F3}" dt="2026-04-21T08:23:28.358" v="4231" actId="1076"/>
          <ac:picMkLst>
            <pc:docMk/>
            <pc:sldMk cId="11529159" sldId="277"/>
            <ac:picMk id="7" creationId="{1C96442C-F824-F116-8FE3-13D595146EDE}"/>
          </ac:picMkLst>
        </pc:picChg>
      </pc:sldChg>
      <pc:sldChg chg="addSp delSp modSp add mod">
        <pc:chgData name="Kestutis" userId="2e8ac1e1-13a5-4ed3-af83-976592bee40e" providerId="ADAL" clId="{124F7BE0-046A-4299-A5A2-AFC16CE499F3}" dt="2026-04-21T08:21:56.751" v="4228" actId="12"/>
        <pc:sldMkLst>
          <pc:docMk/>
          <pc:sldMk cId="66782163" sldId="278"/>
        </pc:sldMkLst>
        <pc:spChg chg="add del mod">
          <ac:chgData name="Kestutis" userId="2e8ac1e1-13a5-4ed3-af83-976592bee40e" providerId="ADAL" clId="{124F7BE0-046A-4299-A5A2-AFC16CE499F3}" dt="2026-04-21T07:49:05.711" v="4120" actId="478"/>
          <ac:spMkLst>
            <pc:docMk/>
            <pc:sldMk cId="66782163" sldId="278"/>
            <ac:spMk id="4" creationId="{ABD47F60-B8F3-C537-F699-E3759D3C5010}"/>
          </ac:spMkLst>
        </pc:spChg>
        <pc:spChg chg="mod">
          <ac:chgData name="Kestutis" userId="2e8ac1e1-13a5-4ed3-af83-976592bee40e" providerId="ADAL" clId="{124F7BE0-046A-4299-A5A2-AFC16CE499F3}" dt="2026-04-21T08:21:56.751" v="4228" actId="12"/>
          <ac:spMkLst>
            <pc:docMk/>
            <pc:sldMk cId="66782163" sldId="278"/>
            <ac:spMk id="7" creationId="{6DAFEC0F-F36F-8CBF-94D7-FD3FEA4DF64D}"/>
          </ac:spMkLst>
        </pc:spChg>
        <pc:picChg chg="del">
          <ac:chgData name="Kestutis" userId="2e8ac1e1-13a5-4ed3-af83-976592bee40e" providerId="ADAL" clId="{124F7BE0-046A-4299-A5A2-AFC16CE499F3}" dt="2026-04-21T07:48:57.130" v="4118" actId="478"/>
          <ac:picMkLst>
            <pc:docMk/>
            <pc:sldMk cId="66782163" sldId="278"/>
            <ac:picMk id="5" creationId="{9C290B76-5755-D1FE-8839-6289B85E676C}"/>
          </ac:picMkLst>
        </pc:picChg>
        <pc:picChg chg="add mod">
          <ac:chgData name="Kestutis" userId="2e8ac1e1-13a5-4ed3-af83-976592bee40e" providerId="ADAL" clId="{124F7BE0-046A-4299-A5A2-AFC16CE499F3}" dt="2026-04-21T07:49:24.977" v="4124" actId="14100"/>
          <ac:picMkLst>
            <pc:docMk/>
            <pc:sldMk cId="66782163" sldId="278"/>
            <ac:picMk id="8" creationId="{C447B641-17D2-55F4-EB80-9BD1FEC0EC41}"/>
          </ac:picMkLst>
        </pc:picChg>
      </pc:sldChg>
      <pc:sldChg chg="addSp delSp modSp new mod setBg addAnim">
        <pc:chgData name="Kestutis" userId="2e8ac1e1-13a5-4ed3-af83-976592bee40e" providerId="ADAL" clId="{124F7BE0-046A-4299-A5A2-AFC16CE499F3}" dt="2026-04-21T08:02:27.633" v="4163" actId="122"/>
        <pc:sldMkLst>
          <pc:docMk/>
          <pc:sldMk cId="2063254715" sldId="279"/>
        </pc:sldMkLst>
        <pc:spChg chg="mod">
          <ac:chgData name="Kestutis" userId="2e8ac1e1-13a5-4ed3-af83-976592bee40e" providerId="ADAL" clId="{124F7BE0-046A-4299-A5A2-AFC16CE499F3}" dt="2026-04-21T08:02:27.633" v="4163" actId="122"/>
          <ac:spMkLst>
            <pc:docMk/>
            <pc:sldMk cId="2063254715" sldId="279"/>
            <ac:spMk id="2" creationId="{17289E24-13B2-DF91-F70B-414F2D01A5BB}"/>
          </ac:spMkLst>
        </pc:spChg>
        <pc:spChg chg="del">
          <ac:chgData name="Kestutis" userId="2e8ac1e1-13a5-4ed3-af83-976592bee40e" providerId="ADAL" clId="{124F7BE0-046A-4299-A5A2-AFC16CE499F3}" dt="2026-04-21T08:02:07.169" v="4160" actId="478"/>
          <ac:spMkLst>
            <pc:docMk/>
            <pc:sldMk cId="2063254715" sldId="279"/>
            <ac:spMk id="3" creationId="{50893565-2349-829D-7C70-0F75FE068FF7}"/>
          </ac:spMkLst>
        </pc:spChg>
        <pc:spChg chg="add">
          <ac:chgData name="Kestutis" userId="2e8ac1e1-13a5-4ed3-af83-976592bee40e" providerId="ADAL" clId="{124F7BE0-046A-4299-A5A2-AFC16CE499F3}" dt="2026-04-21T08:02:19.103" v="4161" actId="26606"/>
          <ac:spMkLst>
            <pc:docMk/>
            <pc:sldMk cId="2063254715" sldId="279"/>
            <ac:spMk id="7" creationId="{4E1BEB12-92AF-4445-98AD-4C7756E7C93B}"/>
          </ac:spMkLst>
        </pc:spChg>
        <pc:spChg chg="add">
          <ac:chgData name="Kestutis" userId="2e8ac1e1-13a5-4ed3-af83-976592bee40e" providerId="ADAL" clId="{124F7BE0-046A-4299-A5A2-AFC16CE499F3}" dt="2026-04-21T08:02:19.103" v="4161" actId="26606"/>
          <ac:spMkLst>
            <pc:docMk/>
            <pc:sldMk cId="2063254715" sldId="279"/>
            <ac:spMk id="9" creationId="{D0522C2C-7B5C-48A7-A969-03941E5D2E76}"/>
          </ac:spMkLst>
        </pc:spChg>
        <pc:spChg chg="add">
          <ac:chgData name="Kestutis" userId="2e8ac1e1-13a5-4ed3-af83-976592bee40e" providerId="ADAL" clId="{124F7BE0-046A-4299-A5A2-AFC16CE499F3}" dt="2026-04-21T08:02:19.103" v="4161" actId="26606"/>
          <ac:spMkLst>
            <pc:docMk/>
            <pc:sldMk cId="2063254715" sldId="279"/>
            <ac:spMk id="11" creationId="{9C682A1A-5B2D-4111-BBD6-620165633E5B}"/>
          </ac:spMkLst>
        </pc:spChg>
        <pc:spChg chg="add">
          <ac:chgData name="Kestutis" userId="2e8ac1e1-13a5-4ed3-af83-976592bee40e" providerId="ADAL" clId="{124F7BE0-046A-4299-A5A2-AFC16CE499F3}" dt="2026-04-21T08:02:19.103" v="4161" actId="26606"/>
          <ac:spMkLst>
            <pc:docMk/>
            <pc:sldMk cId="2063254715" sldId="279"/>
            <ac:spMk id="13" creationId="{D6EE29F2-D77F-4BD0-A20B-334D316A1C9D}"/>
          </ac:spMkLst>
        </pc:spChg>
        <pc:spChg chg="add">
          <ac:chgData name="Kestutis" userId="2e8ac1e1-13a5-4ed3-af83-976592bee40e" providerId="ADAL" clId="{124F7BE0-046A-4299-A5A2-AFC16CE499F3}" dt="2026-04-21T08:02:19.103" v="4161" actId="26606"/>
          <ac:spMkLst>
            <pc:docMk/>
            <pc:sldMk cId="2063254715" sldId="279"/>
            <ac:spMk id="15" creationId="{22D09ED2-868F-42C6-866E-F92E0CEF314F}"/>
          </ac:spMkLst>
        </pc:spChg>
      </pc:sldChg>
      <pc:sldChg chg="addSp delSp modSp new mod">
        <pc:chgData name="Kestutis" userId="2e8ac1e1-13a5-4ed3-af83-976592bee40e" providerId="ADAL" clId="{124F7BE0-046A-4299-A5A2-AFC16CE499F3}" dt="2026-04-21T08:32:37.546" v="4287" actId="1076"/>
        <pc:sldMkLst>
          <pc:docMk/>
          <pc:sldMk cId="2208850932" sldId="280"/>
        </pc:sldMkLst>
        <pc:spChg chg="mod">
          <ac:chgData name="Kestutis" userId="2e8ac1e1-13a5-4ed3-af83-976592bee40e" providerId="ADAL" clId="{124F7BE0-046A-4299-A5A2-AFC16CE499F3}" dt="2026-04-21T08:31:38.167" v="4280" actId="20577"/>
          <ac:spMkLst>
            <pc:docMk/>
            <pc:sldMk cId="2208850932" sldId="280"/>
            <ac:spMk id="2" creationId="{F42F175E-0596-BB57-ADBA-2E8D068A43FC}"/>
          </ac:spMkLst>
        </pc:spChg>
        <pc:spChg chg="del">
          <ac:chgData name="Kestutis" userId="2e8ac1e1-13a5-4ed3-af83-976592bee40e" providerId="ADAL" clId="{124F7BE0-046A-4299-A5A2-AFC16CE499F3}" dt="2026-04-21T08:31:56.228" v="4281" actId="478"/>
          <ac:spMkLst>
            <pc:docMk/>
            <pc:sldMk cId="2208850932" sldId="280"/>
            <ac:spMk id="3" creationId="{FFD9B764-97CA-DEF5-A3D0-572EBBAA5A51}"/>
          </ac:spMkLst>
        </pc:spChg>
        <pc:picChg chg="add mod">
          <ac:chgData name="Kestutis" userId="2e8ac1e1-13a5-4ed3-af83-976592bee40e" providerId="ADAL" clId="{124F7BE0-046A-4299-A5A2-AFC16CE499F3}" dt="2026-04-21T08:32:37.546" v="4287" actId="1076"/>
          <ac:picMkLst>
            <pc:docMk/>
            <pc:sldMk cId="2208850932" sldId="280"/>
            <ac:picMk id="5" creationId="{E8B8332C-7084-F232-3241-E4E0F9ADBCC6}"/>
          </ac:picMkLst>
        </pc:picChg>
      </pc:sldChg>
      <pc:sldChg chg="addSp delSp modSp new mod setBg addAnim modNotesTx">
        <pc:chgData name="Kestutis" userId="2e8ac1e1-13a5-4ed3-af83-976592bee40e" providerId="ADAL" clId="{124F7BE0-046A-4299-A5A2-AFC16CE499F3}" dt="2026-04-21T10:34:30.734" v="5833" actId="20577"/>
        <pc:sldMkLst>
          <pc:docMk/>
          <pc:sldMk cId="3471101453" sldId="281"/>
        </pc:sldMkLst>
        <pc:spChg chg="mod">
          <ac:chgData name="Kestutis" userId="2e8ac1e1-13a5-4ed3-af83-976592bee40e" providerId="ADAL" clId="{124F7BE0-046A-4299-A5A2-AFC16CE499F3}" dt="2026-04-21T08:45:16.108" v="4415" actId="26606"/>
          <ac:spMkLst>
            <pc:docMk/>
            <pc:sldMk cId="3471101453" sldId="281"/>
            <ac:spMk id="2" creationId="{54291ACD-0534-F41F-1341-508A063705C5}"/>
          </ac:spMkLst>
        </pc:spChg>
        <pc:spChg chg="del">
          <ac:chgData name="Kestutis" userId="2e8ac1e1-13a5-4ed3-af83-976592bee40e" providerId="ADAL" clId="{124F7BE0-046A-4299-A5A2-AFC16CE499F3}" dt="2026-04-21T08:43:57.906" v="4408" actId="478"/>
          <ac:spMkLst>
            <pc:docMk/>
            <pc:sldMk cId="3471101453" sldId="281"/>
            <ac:spMk id="3" creationId="{6FA39D01-6B4B-F063-2C38-021AD12C753D}"/>
          </ac:spMkLst>
        </pc:spChg>
        <pc:spChg chg="add">
          <ac:chgData name="Kestutis" userId="2e8ac1e1-13a5-4ed3-af83-976592bee40e" providerId="ADAL" clId="{124F7BE0-046A-4299-A5A2-AFC16CE499F3}" dt="2026-04-21T08:44:45.169" v="4412" actId="26606"/>
          <ac:spMkLst>
            <pc:docMk/>
            <pc:sldMk cId="3471101453" sldId="281"/>
            <ac:spMk id="7" creationId="{1A3C89F8-0D2F-47FF-B903-151248265F47}"/>
          </ac:spMkLst>
        </pc:spChg>
        <pc:spChg chg="add del">
          <ac:chgData name="Kestutis" userId="2e8ac1e1-13a5-4ed3-af83-976592bee40e" providerId="ADAL" clId="{124F7BE0-046A-4299-A5A2-AFC16CE499F3}" dt="2026-04-21T08:45:16.108" v="4415" actId="26606"/>
          <ac:spMkLst>
            <pc:docMk/>
            <pc:sldMk cId="3471101453" sldId="281"/>
            <ac:spMk id="9" creationId="{C5CB530E-515E-412C-9DF1-5F8FFBD6F383}"/>
          </ac:spMkLst>
        </pc:spChg>
        <pc:spChg chg="add del">
          <ac:chgData name="Kestutis" userId="2e8ac1e1-13a5-4ed3-af83-976592bee40e" providerId="ADAL" clId="{124F7BE0-046A-4299-A5A2-AFC16CE499F3}" dt="2026-04-21T08:45:16.108" v="4415" actId="26606"/>
          <ac:spMkLst>
            <pc:docMk/>
            <pc:sldMk cId="3471101453" sldId="281"/>
            <ac:spMk id="11" creationId="{712D4376-A578-4FF1-94FC-245E7A6A489F}"/>
          </ac:spMkLst>
        </pc:spChg>
        <pc:spChg chg="add del">
          <ac:chgData name="Kestutis" userId="2e8ac1e1-13a5-4ed3-af83-976592bee40e" providerId="ADAL" clId="{124F7BE0-046A-4299-A5A2-AFC16CE499F3}" dt="2026-04-21T08:45:16.108" v="4415" actId="26606"/>
          <ac:spMkLst>
            <pc:docMk/>
            <pc:sldMk cId="3471101453" sldId="281"/>
            <ac:spMk id="13" creationId="{AEA7509D-F04F-40CB-A0B3-EEF16499CC9F}"/>
          </ac:spMkLst>
        </pc:spChg>
        <pc:spChg chg="add del">
          <ac:chgData name="Kestutis" userId="2e8ac1e1-13a5-4ed3-af83-976592bee40e" providerId="ADAL" clId="{124F7BE0-046A-4299-A5A2-AFC16CE499F3}" dt="2026-04-21T08:45:16.108" v="4415" actId="26606"/>
          <ac:spMkLst>
            <pc:docMk/>
            <pc:sldMk cId="3471101453" sldId="281"/>
            <ac:spMk id="17" creationId="{508BEF50-7B1E-49A4-BC19-5F4F1D755E64}"/>
          </ac:spMkLst>
        </pc:spChg>
        <pc:spChg chg="add">
          <ac:chgData name="Kestutis" userId="2e8ac1e1-13a5-4ed3-af83-976592bee40e" providerId="ADAL" clId="{124F7BE0-046A-4299-A5A2-AFC16CE499F3}" dt="2026-04-21T08:44:45.169" v="4412" actId="26606"/>
          <ac:spMkLst>
            <pc:docMk/>
            <pc:sldMk cId="3471101453" sldId="281"/>
            <ac:spMk id="19" creationId="{3FBAD350-5664-4811-A208-657FB882D350}"/>
          </ac:spMkLst>
        </pc:spChg>
        <pc:spChg chg="add del">
          <ac:chgData name="Kestutis" userId="2e8ac1e1-13a5-4ed3-af83-976592bee40e" providerId="ADAL" clId="{124F7BE0-046A-4299-A5A2-AFC16CE499F3}" dt="2026-04-21T08:45:16.108" v="4415" actId="26606"/>
          <ac:spMkLst>
            <pc:docMk/>
            <pc:sldMk cId="3471101453" sldId="281"/>
            <ac:spMk id="21" creationId="{C39ADB8F-D187-49D7-BDCF-C1B6DC727068}"/>
          </ac:spMkLst>
        </pc:spChg>
        <pc:spChg chg="add">
          <ac:chgData name="Kestutis" userId="2e8ac1e1-13a5-4ed3-af83-976592bee40e" providerId="ADAL" clId="{124F7BE0-046A-4299-A5A2-AFC16CE499F3}" dt="2026-04-21T08:45:16.108" v="4415" actId="26606"/>
          <ac:spMkLst>
            <pc:docMk/>
            <pc:sldMk cId="3471101453" sldId="281"/>
            <ac:spMk id="26" creationId="{EFA9B6C6-A247-48A8-9A1C-1E36FA9456B5}"/>
          </ac:spMkLst>
        </pc:spChg>
        <pc:spChg chg="add">
          <ac:chgData name="Kestutis" userId="2e8ac1e1-13a5-4ed3-af83-976592bee40e" providerId="ADAL" clId="{124F7BE0-046A-4299-A5A2-AFC16CE499F3}" dt="2026-04-21T08:45:16.108" v="4415" actId="26606"/>
          <ac:spMkLst>
            <pc:docMk/>
            <pc:sldMk cId="3471101453" sldId="281"/>
            <ac:spMk id="28" creationId="{C5CB530E-515E-412C-9DF1-5F8FFBD6F383}"/>
          </ac:spMkLst>
        </pc:spChg>
        <pc:spChg chg="add">
          <ac:chgData name="Kestutis" userId="2e8ac1e1-13a5-4ed3-af83-976592bee40e" providerId="ADAL" clId="{124F7BE0-046A-4299-A5A2-AFC16CE499F3}" dt="2026-04-21T08:45:16.108" v="4415" actId="26606"/>
          <ac:spMkLst>
            <pc:docMk/>
            <pc:sldMk cId="3471101453" sldId="281"/>
            <ac:spMk id="30" creationId="{712D4376-A578-4FF1-94FC-245E7A6A489F}"/>
          </ac:spMkLst>
        </pc:spChg>
        <pc:spChg chg="add">
          <ac:chgData name="Kestutis" userId="2e8ac1e1-13a5-4ed3-af83-976592bee40e" providerId="ADAL" clId="{124F7BE0-046A-4299-A5A2-AFC16CE499F3}" dt="2026-04-21T08:45:16.108" v="4415" actId="26606"/>
          <ac:spMkLst>
            <pc:docMk/>
            <pc:sldMk cId="3471101453" sldId="281"/>
            <ac:spMk id="32" creationId="{AEA7509D-F04F-40CB-A0B3-EEF16499CC9F}"/>
          </ac:spMkLst>
        </pc:spChg>
        <pc:cxnChg chg="add">
          <ac:chgData name="Kestutis" userId="2e8ac1e1-13a5-4ed3-af83-976592bee40e" providerId="ADAL" clId="{124F7BE0-046A-4299-A5A2-AFC16CE499F3}" dt="2026-04-21T08:44:45.169" v="4412" actId="26606"/>
          <ac:cxnSpMkLst>
            <pc:docMk/>
            <pc:sldMk cId="3471101453" sldId="281"/>
            <ac:cxnSpMk id="15" creationId="{56020367-4FD5-4596-8E10-C5F095CD8DBF}"/>
          </ac:cxnSpMkLst>
        </pc:cxnChg>
      </pc:sldChg>
      <pc:sldChg chg="addSp delSp modSp new mod setBg modNotesTx">
        <pc:chgData name="Kestutis" userId="2e8ac1e1-13a5-4ed3-af83-976592bee40e" providerId="ADAL" clId="{124F7BE0-046A-4299-A5A2-AFC16CE499F3}" dt="2026-04-21T11:10:10.759" v="6105" actId="20577"/>
        <pc:sldMkLst>
          <pc:docMk/>
          <pc:sldMk cId="1691958632" sldId="282"/>
        </pc:sldMkLst>
        <pc:spChg chg="mod ord">
          <ac:chgData name="Kestutis" userId="2e8ac1e1-13a5-4ed3-af83-976592bee40e" providerId="ADAL" clId="{124F7BE0-046A-4299-A5A2-AFC16CE499F3}" dt="2026-04-21T08:58:12.159" v="4512" actId="26606"/>
          <ac:spMkLst>
            <pc:docMk/>
            <pc:sldMk cId="1691958632" sldId="282"/>
            <ac:spMk id="2" creationId="{900FAC3B-2441-DC35-89A1-3BA39EA31E06}"/>
          </ac:spMkLst>
        </pc:spChg>
        <pc:spChg chg="del">
          <ac:chgData name="Kestutis" userId="2e8ac1e1-13a5-4ed3-af83-976592bee40e" providerId="ADAL" clId="{124F7BE0-046A-4299-A5A2-AFC16CE499F3}" dt="2026-04-21T08:55:14.102" v="4461" actId="22"/>
          <ac:spMkLst>
            <pc:docMk/>
            <pc:sldMk cId="1691958632" sldId="282"/>
            <ac:spMk id="3" creationId="{A599A889-FC9B-D7B9-87CD-4BC1373F2F20}"/>
          </ac:spMkLst>
        </pc:spChg>
        <pc:spChg chg="add del mod">
          <ac:chgData name="Kestutis" userId="2e8ac1e1-13a5-4ed3-af83-976592bee40e" providerId="ADAL" clId="{124F7BE0-046A-4299-A5A2-AFC16CE499F3}" dt="2026-04-21T09:01:20.498" v="4539" actId="22"/>
          <ac:spMkLst>
            <pc:docMk/>
            <pc:sldMk cId="1691958632" sldId="282"/>
            <ac:spMk id="7" creationId="{41D0ED3A-C90F-794A-3C87-BC1E19CBE4EF}"/>
          </ac:spMkLst>
        </pc:spChg>
        <pc:spChg chg="add del">
          <ac:chgData name="Kestutis" userId="2e8ac1e1-13a5-4ed3-af83-976592bee40e" providerId="ADAL" clId="{124F7BE0-046A-4299-A5A2-AFC16CE499F3}" dt="2026-04-21T08:56:43.881" v="4496" actId="26606"/>
          <ac:spMkLst>
            <pc:docMk/>
            <pc:sldMk cId="1691958632" sldId="282"/>
            <ac:spMk id="9" creationId="{0C483DC4-9C1F-D6C0-5A88-8A3B1691AE8E}"/>
          </ac:spMkLst>
        </pc:spChg>
        <pc:spChg chg="add del">
          <ac:chgData name="Kestutis" userId="2e8ac1e1-13a5-4ed3-af83-976592bee40e" providerId="ADAL" clId="{124F7BE0-046A-4299-A5A2-AFC16CE499F3}" dt="2026-04-21T08:56:51.680" v="4500" actId="26606"/>
          <ac:spMkLst>
            <pc:docMk/>
            <pc:sldMk cId="1691958632" sldId="282"/>
            <ac:spMk id="10" creationId="{ECC07320-C2CA-4E29-8481-9D9E143C7788}"/>
          </ac:spMkLst>
        </pc:spChg>
        <pc:spChg chg="add del">
          <ac:chgData name="Kestutis" userId="2e8ac1e1-13a5-4ed3-af83-976592bee40e" providerId="ADAL" clId="{124F7BE0-046A-4299-A5A2-AFC16CE499F3}" dt="2026-04-21T08:56:43.881" v="4496" actId="26606"/>
          <ac:spMkLst>
            <pc:docMk/>
            <pc:sldMk cId="1691958632" sldId="282"/>
            <ac:spMk id="12" creationId="{637B2035-1FCB-439A-B421-095E136C7E07}"/>
          </ac:spMkLst>
        </pc:spChg>
        <pc:spChg chg="add del">
          <ac:chgData name="Kestutis" userId="2e8ac1e1-13a5-4ed3-af83-976592bee40e" providerId="ADAL" clId="{124F7BE0-046A-4299-A5A2-AFC16CE499F3}" dt="2026-04-21T08:56:43.881" v="4496" actId="26606"/>
          <ac:spMkLst>
            <pc:docMk/>
            <pc:sldMk cId="1691958632" sldId="282"/>
            <ac:spMk id="14" creationId="{676D6CDF-C512-4739-B158-55EE955EFA39}"/>
          </ac:spMkLst>
        </pc:spChg>
        <pc:spChg chg="add del">
          <ac:chgData name="Kestutis" userId="2e8ac1e1-13a5-4ed3-af83-976592bee40e" providerId="ADAL" clId="{124F7BE0-046A-4299-A5A2-AFC16CE499F3}" dt="2026-04-21T08:56:47.851" v="4498" actId="26606"/>
          <ac:spMkLst>
            <pc:docMk/>
            <pc:sldMk cId="1691958632" sldId="282"/>
            <ac:spMk id="16" creationId="{A8908DB7-C3A6-4FCB-9820-CEE02B398C4A}"/>
          </ac:spMkLst>
        </pc:spChg>
        <pc:spChg chg="add del">
          <ac:chgData name="Kestutis" userId="2e8ac1e1-13a5-4ed3-af83-976592bee40e" providerId="ADAL" clId="{124F7BE0-046A-4299-A5A2-AFC16CE499F3}" dt="2026-04-21T08:56:47.851" v="4498" actId="26606"/>
          <ac:spMkLst>
            <pc:docMk/>
            <pc:sldMk cId="1691958632" sldId="282"/>
            <ac:spMk id="17" creationId="{535742DD-1B16-4E9D-B715-0D74B4574A68}"/>
          </ac:spMkLst>
        </pc:spChg>
        <pc:spChg chg="add del">
          <ac:chgData name="Kestutis" userId="2e8ac1e1-13a5-4ed3-af83-976592bee40e" providerId="ADAL" clId="{124F7BE0-046A-4299-A5A2-AFC16CE499F3}" dt="2026-04-21T08:56:47.851" v="4498" actId="26606"/>
          <ac:spMkLst>
            <pc:docMk/>
            <pc:sldMk cId="1691958632" sldId="282"/>
            <ac:spMk id="18" creationId="{4740F67B-181B-0165-686F-1B7CCB52339A}"/>
          </ac:spMkLst>
        </pc:spChg>
        <pc:spChg chg="add del">
          <ac:chgData name="Kestutis" userId="2e8ac1e1-13a5-4ed3-af83-976592bee40e" providerId="ADAL" clId="{124F7BE0-046A-4299-A5A2-AFC16CE499F3}" dt="2026-04-21T08:56:57.824" v="4502" actId="26606"/>
          <ac:spMkLst>
            <pc:docMk/>
            <pc:sldMk cId="1691958632" sldId="282"/>
            <ac:spMk id="22" creationId="{37C89E4B-3C9F-44B9-8B86-D9E3D112D8EC}"/>
          </ac:spMkLst>
        </pc:spChg>
        <pc:spChg chg="add del">
          <ac:chgData name="Kestutis" userId="2e8ac1e1-13a5-4ed3-af83-976592bee40e" providerId="ADAL" clId="{124F7BE0-046A-4299-A5A2-AFC16CE499F3}" dt="2026-04-21T08:56:59.873" v="4504" actId="26606"/>
          <ac:spMkLst>
            <pc:docMk/>
            <pc:sldMk cId="1691958632" sldId="282"/>
            <ac:spMk id="26" creationId="{D4771268-CB57-404A-9271-370EB28F6090}"/>
          </ac:spMkLst>
        </pc:spChg>
        <pc:spChg chg="add del">
          <ac:chgData name="Kestutis" userId="2e8ac1e1-13a5-4ed3-af83-976592bee40e" providerId="ADAL" clId="{124F7BE0-046A-4299-A5A2-AFC16CE499F3}" dt="2026-04-21T08:58:12.159" v="4512" actId="26606"/>
          <ac:spMkLst>
            <pc:docMk/>
            <pc:sldMk cId="1691958632" sldId="282"/>
            <ac:spMk id="28" creationId="{ECC07320-C2CA-4E29-8481-9D9E143C7788}"/>
          </ac:spMkLst>
        </pc:spChg>
        <pc:spChg chg="add">
          <ac:chgData name="Kestutis" userId="2e8ac1e1-13a5-4ed3-af83-976592bee40e" providerId="ADAL" clId="{124F7BE0-046A-4299-A5A2-AFC16CE499F3}" dt="2026-04-21T08:58:12.159" v="4512" actId="26606"/>
          <ac:spMkLst>
            <pc:docMk/>
            <pc:sldMk cId="1691958632" sldId="282"/>
            <ac:spMk id="34" creationId="{0E91F5CA-B392-444C-88E3-BF5BAAEBDEB0}"/>
          </ac:spMkLst>
        </pc:spChg>
        <pc:spChg chg="add">
          <ac:chgData name="Kestutis" userId="2e8ac1e1-13a5-4ed3-af83-976592bee40e" providerId="ADAL" clId="{124F7BE0-046A-4299-A5A2-AFC16CE499F3}" dt="2026-04-21T08:58:12.159" v="4512" actId="26606"/>
          <ac:spMkLst>
            <pc:docMk/>
            <pc:sldMk cId="1691958632" sldId="282"/>
            <ac:spMk id="36" creationId="{DFCA2118-59A2-4310-A4B2-F2CBA821E842}"/>
          </ac:spMkLst>
        </pc:spChg>
        <pc:picChg chg="add del mod ord">
          <ac:chgData name="Kestutis" userId="2e8ac1e1-13a5-4ed3-af83-976592bee40e" providerId="ADAL" clId="{124F7BE0-046A-4299-A5A2-AFC16CE499F3}" dt="2026-04-21T09:00:59.962" v="4538" actId="478"/>
          <ac:picMkLst>
            <pc:docMk/>
            <pc:sldMk cId="1691958632" sldId="282"/>
            <ac:picMk id="5" creationId="{21B4FDB3-766A-11AA-57DD-787EFA417EB1}"/>
          </ac:picMkLst>
        </pc:picChg>
        <pc:picChg chg="add mod ord">
          <ac:chgData name="Kestutis" userId="2e8ac1e1-13a5-4ed3-af83-976592bee40e" providerId="ADAL" clId="{124F7BE0-046A-4299-A5A2-AFC16CE499F3}" dt="2026-04-21T09:01:27.741" v="4540" actId="1076"/>
          <ac:picMkLst>
            <pc:docMk/>
            <pc:sldMk cId="1691958632" sldId="282"/>
            <ac:picMk id="11" creationId="{E1301966-5D6A-4ED1-A7F4-70FD6120E888}"/>
          </ac:picMkLst>
        </pc:picChg>
        <pc:cxnChg chg="add del">
          <ac:chgData name="Kestutis" userId="2e8ac1e1-13a5-4ed3-af83-976592bee40e" providerId="ADAL" clId="{124F7BE0-046A-4299-A5A2-AFC16CE499F3}" dt="2026-04-21T08:56:51.680" v="4500" actId="26606"/>
          <ac:cxnSpMkLst>
            <pc:docMk/>
            <pc:sldMk cId="1691958632" sldId="282"/>
            <ac:cxnSpMk id="20" creationId="{8AD2EEB5-F5B4-4BDA-8293-9A997C12990F}"/>
          </ac:cxnSpMkLst>
        </pc:cxnChg>
        <pc:cxnChg chg="add del">
          <ac:chgData name="Kestutis" userId="2e8ac1e1-13a5-4ed3-af83-976592bee40e" providerId="ADAL" clId="{124F7BE0-046A-4299-A5A2-AFC16CE499F3}" dt="2026-04-21T08:56:57.824" v="4502" actId="26606"/>
          <ac:cxnSpMkLst>
            <pc:docMk/>
            <pc:sldMk cId="1691958632" sldId="282"/>
            <ac:cxnSpMk id="23" creationId="{AA2EAA10-076F-46BD-8F0F-B9A2FB77A85C}"/>
          </ac:cxnSpMkLst>
        </pc:cxnChg>
        <pc:cxnChg chg="add del">
          <ac:chgData name="Kestutis" userId="2e8ac1e1-13a5-4ed3-af83-976592bee40e" providerId="ADAL" clId="{124F7BE0-046A-4299-A5A2-AFC16CE499F3}" dt="2026-04-21T08:56:57.824" v="4502" actId="26606"/>
          <ac:cxnSpMkLst>
            <pc:docMk/>
            <pc:sldMk cId="1691958632" sldId="282"/>
            <ac:cxnSpMk id="24" creationId="{D891E407-403B-4764-86C9-33A56D3BCAA3}"/>
          </ac:cxnSpMkLst>
        </pc:cxnChg>
        <pc:cxnChg chg="add del">
          <ac:chgData name="Kestutis" userId="2e8ac1e1-13a5-4ed3-af83-976592bee40e" providerId="ADAL" clId="{124F7BE0-046A-4299-A5A2-AFC16CE499F3}" dt="2026-04-21T08:58:12.159" v="4512" actId="26606"/>
          <ac:cxnSpMkLst>
            <pc:docMk/>
            <pc:sldMk cId="1691958632" sldId="282"/>
            <ac:cxnSpMk id="29" creationId="{8AD2EEB5-F5B4-4BDA-8293-9A997C12990F}"/>
          </ac:cxnSpMkLst>
        </pc:cxnChg>
      </pc:sldChg>
      <pc:sldChg chg="addSp delSp modSp new mod setBg">
        <pc:chgData name="Kestutis" userId="2e8ac1e1-13a5-4ed3-af83-976592bee40e" providerId="ADAL" clId="{124F7BE0-046A-4299-A5A2-AFC16CE499F3}" dt="2026-04-21T09:00:12.808" v="4537" actId="26606"/>
        <pc:sldMkLst>
          <pc:docMk/>
          <pc:sldMk cId="985863586" sldId="283"/>
        </pc:sldMkLst>
        <pc:spChg chg="mod">
          <ac:chgData name="Kestutis" userId="2e8ac1e1-13a5-4ed3-af83-976592bee40e" providerId="ADAL" clId="{124F7BE0-046A-4299-A5A2-AFC16CE499F3}" dt="2026-04-21T09:00:12.808" v="4537" actId="26606"/>
          <ac:spMkLst>
            <pc:docMk/>
            <pc:sldMk cId="985863586" sldId="283"/>
            <ac:spMk id="2" creationId="{6F459AB9-02DE-C598-A8C1-A91171F253D2}"/>
          </ac:spMkLst>
        </pc:spChg>
        <pc:spChg chg="del">
          <ac:chgData name="Kestutis" userId="2e8ac1e1-13a5-4ed3-af83-976592bee40e" providerId="ADAL" clId="{124F7BE0-046A-4299-A5A2-AFC16CE499F3}" dt="2026-04-21T09:00:08.440" v="4536" actId="22"/>
          <ac:spMkLst>
            <pc:docMk/>
            <pc:sldMk cId="985863586" sldId="283"/>
            <ac:spMk id="3" creationId="{3B51842C-2143-859F-DFAC-C210391354FA}"/>
          </ac:spMkLst>
        </pc:spChg>
        <pc:spChg chg="add">
          <ac:chgData name="Kestutis" userId="2e8ac1e1-13a5-4ed3-af83-976592bee40e" providerId="ADAL" clId="{124F7BE0-046A-4299-A5A2-AFC16CE499F3}" dt="2026-04-21T09:00:12.808" v="4537" actId="26606"/>
          <ac:spMkLst>
            <pc:docMk/>
            <pc:sldMk cId="985863586" sldId="283"/>
            <ac:spMk id="10" creationId="{0E91F5CA-B392-444C-88E3-BF5BAAEBDEB0}"/>
          </ac:spMkLst>
        </pc:spChg>
        <pc:spChg chg="add">
          <ac:chgData name="Kestutis" userId="2e8ac1e1-13a5-4ed3-af83-976592bee40e" providerId="ADAL" clId="{124F7BE0-046A-4299-A5A2-AFC16CE499F3}" dt="2026-04-21T09:00:12.808" v="4537" actId="26606"/>
          <ac:spMkLst>
            <pc:docMk/>
            <pc:sldMk cId="985863586" sldId="283"/>
            <ac:spMk id="12" creationId="{DFCA2118-59A2-4310-A4B2-F2CBA821E842}"/>
          </ac:spMkLst>
        </pc:spChg>
        <pc:picChg chg="add mod ord">
          <ac:chgData name="Kestutis" userId="2e8ac1e1-13a5-4ed3-af83-976592bee40e" providerId="ADAL" clId="{124F7BE0-046A-4299-A5A2-AFC16CE499F3}" dt="2026-04-21T09:00:12.808" v="4537" actId="26606"/>
          <ac:picMkLst>
            <pc:docMk/>
            <pc:sldMk cId="985863586" sldId="283"/>
            <ac:picMk id="5" creationId="{7CB2A4AD-5B90-1E78-1F9F-AAAAC599B9FE}"/>
          </ac:picMkLst>
        </pc:picChg>
      </pc:sldChg>
      <pc:sldChg chg="addSp delSp modSp new mod setBg">
        <pc:chgData name="Kestutis" userId="2e8ac1e1-13a5-4ed3-af83-976592bee40e" providerId="ADAL" clId="{124F7BE0-046A-4299-A5A2-AFC16CE499F3}" dt="2026-04-21T09:04:34.666" v="4567" actId="26606"/>
        <pc:sldMkLst>
          <pc:docMk/>
          <pc:sldMk cId="2578832268" sldId="284"/>
        </pc:sldMkLst>
        <pc:spChg chg="mod">
          <ac:chgData name="Kestutis" userId="2e8ac1e1-13a5-4ed3-af83-976592bee40e" providerId="ADAL" clId="{124F7BE0-046A-4299-A5A2-AFC16CE499F3}" dt="2026-04-21T09:04:34.666" v="4567" actId="26606"/>
          <ac:spMkLst>
            <pc:docMk/>
            <pc:sldMk cId="2578832268" sldId="284"/>
            <ac:spMk id="2" creationId="{B922754F-F166-41EB-E069-778A9F3BF0B7}"/>
          </ac:spMkLst>
        </pc:spChg>
        <pc:spChg chg="del">
          <ac:chgData name="Kestutis" userId="2e8ac1e1-13a5-4ed3-af83-976592bee40e" providerId="ADAL" clId="{124F7BE0-046A-4299-A5A2-AFC16CE499F3}" dt="2026-04-21T09:04:24.058" v="4566" actId="22"/>
          <ac:spMkLst>
            <pc:docMk/>
            <pc:sldMk cId="2578832268" sldId="284"/>
            <ac:spMk id="3" creationId="{401A9CCB-2543-7A01-DDA2-89FA6F2DF46F}"/>
          </ac:spMkLst>
        </pc:spChg>
        <pc:spChg chg="add">
          <ac:chgData name="Kestutis" userId="2e8ac1e1-13a5-4ed3-af83-976592bee40e" providerId="ADAL" clId="{124F7BE0-046A-4299-A5A2-AFC16CE499F3}" dt="2026-04-21T09:04:34.666" v="4567" actId="26606"/>
          <ac:spMkLst>
            <pc:docMk/>
            <pc:sldMk cId="2578832268" sldId="284"/>
            <ac:spMk id="10" creationId="{0E91F5CA-B392-444C-88E3-BF5BAAEBDEB0}"/>
          </ac:spMkLst>
        </pc:spChg>
        <pc:spChg chg="add">
          <ac:chgData name="Kestutis" userId="2e8ac1e1-13a5-4ed3-af83-976592bee40e" providerId="ADAL" clId="{124F7BE0-046A-4299-A5A2-AFC16CE499F3}" dt="2026-04-21T09:04:34.666" v="4567" actId="26606"/>
          <ac:spMkLst>
            <pc:docMk/>
            <pc:sldMk cId="2578832268" sldId="284"/>
            <ac:spMk id="12" creationId="{DFCA2118-59A2-4310-A4B2-F2CBA821E842}"/>
          </ac:spMkLst>
        </pc:spChg>
        <pc:picChg chg="add mod ord">
          <ac:chgData name="Kestutis" userId="2e8ac1e1-13a5-4ed3-af83-976592bee40e" providerId="ADAL" clId="{124F7BE0-046A-4299-A5A2-AFC16CE499F3}" dt="2026-04-21T09:04:34.666" v="4567" actId="26606"/>
          <ac:picMkLst>
            <pc:docMk/>
            <pc:sldMk cId="2578832268" sldId="284"/>
            <ac:picMk id="5" creationId="{7090248B-89FF-6EF3-98BB-538E5BA1108E}"/>
          </ac:picMkLst>
        </pc:picChg>
      </pc:sldChg>
      <pc:sldChg chg="addSp delSp modSp new mod setBg">
        <pc:chgData name="Kestutis" userId="2e8ac1e1-13a5-4ed3-af83-976592bee40e" providerId="ADAL" clId="{124F7BE0-046A-4299-A5A2-AFC16CE499F3}" dt="2026-04-21T09:17:31.406" v="5095" actId="26606"/>
        <pc:sldMkLst>
          <pc:docMk/>
          <pc:sldMk cId="1876664808" sldId="285"/>
        </pc:sldMkLst>
        <pc:spChg chg="mod">
          <ac:chgData name="Kestutis" userId="2e8ac1e1-13a5-4ed3-af83-976592bee40e" providerId="ADAL" clId="{124F7BE0-046A-4299-A5A2-AFC16CE499F3}" dt="2026-04-21T09:17:31.406" v="5095" actId="26606"/>
          <ac:spMkLst>
            <pc:docMk/>
            <pc:sldMk cId="1876664808" sldId="285"/>
            <ac:spMk id="2" creationId="{596397BA-78EE-48EE-B1D2-CCA706A59D82}"/>
          </ac:spMkLst>
        </pc:spChg>
        <pc:spChg chg="del">
          <ac:chgData name="Kestutis" userId="2e8ac1e1-13a5-4ed3-af83-976592bee40e" providerId="ADAL" clId="{124F7BE0-046A-4299-A5A2-AFC16CE499F3}" dt="2026-04-21T09:11:58.731" v="4963" actId="22"/>
          <ac:spMkLst>
            <pc:docMk/>
            <pc:sldMk cId="1876664808" sldId="285"/>
            <ac:spMk id="3" creationId="{2C84953C-2A53-FBB6-05B7-FDC9321D34AC}"/>
          </ac:spMkLst>
        </pc:spChg>
        <pc:spChg chg="add del">
          <ac:chgData name="Kestutis" userId="2e8ac1e1-13a5-4ed3-af83-976592bee40e" providerId="ADAL" clId="{124F7BE0-046A-4299-A5A2-AFC16CE499F3}" dt="2026-04-21T09:17:31.398" v="5094" actId="26606"/>
          <ac:spMkLst>
            <pc:docMk/>
            <pc:sldMk cId="1876664808" sldId="285"/>
            <ac:spMk id="10" creationId="{E914257E-1E2A-4AC7-89EC-1FB65C9C0A0D}"/>
          </ac:spMkLst>
        </pc:spChg>
        <pc:spChg chg="add del">
          <ac:chgData name="Kestutis" userId="2e8ac1e1-13a5-4ed3-af83-976592bee40e" providerId="ADAL" clId="{124F7BE0-046A-4299-A5A2-AFC16CE499F3}" dt="2026-04-21T09:17:31.398" v="5094" actId="26606"/>
          <ac:spMkLst>
            <pc:docMk/>
            <pc:sldMk cId="1876664808" sldId="285"/>
            <ac:spMk id="12" creationId="{03E1C8F1-97F5-489C-8308-958F09657254}"/>
          </ac:spMkLst>
        </pc:spChg>
        <pc:spChg chg="add del">
          <ac:chgData name="Kestutis" userId="2e8ac1e1-13a5-4ed3-af83-976592bee40e" providerId="ADAL" clId="{124F7BE0-046A-4299-A5A2-AFC16CE499F3}" dt="2026-04-21T09:17:31.398" v="5094" actId="26606"/>
          <ac:spMkLst>
            <pc:docMk/>
            <pc:sldMk cId="1876664808" sldId="285"/>
            <ac:spMk id="14" creationId="{DEB62645-D4DA-4E99-8344-B1536F63D108}"/>
          </ac:spMkLst>
        </pc:spChg>
        <pc:spChg chg="add">
          <ac:chgData name="Kestutis" userId="2e8ac1e1-13a5-4ed3-af83-976592bee40e" providerId="ADAL" clId="{124F7BE0-046A-4299-A5A2-AFC16CE499F3}" dt="2026-04-21T09:17:31.406" v="5095" actId="26606"/>
          <ac:spMkLst>
            <pc:docMk/>
            <pc:sldMk cId="1876664808" sldId="285"/>
            <ac:spMk id="16" creationId="{F0DCC097-1DB8-4B6D-85D0-6FBA0E1CA4BA}"/>
          </ac:spMkLst>
        </pc:spChg>
        <pc:spChg chg="add">
          <ac:chgData name="Kestutis" userId="2e8ac1e1-13a5-4ed3-af83-976592bee40e" providerId="ADAL" clId="{124F7BE0-046A-4299-A5A2-AFC16CE499F3}" dt="2026-04-21T09:17:31.406" v="5095" actId="26606"/>
          <ac:spMkLst>
            <pc:docMk/>
            <pc:sldMk cId="1876664808" sldId="285"/>
            <ac:spMk id="17" creationId="{E0B58608-23C8-4441-994D-C6823EEE1DB7}"/>
          </ac:spMkLst>
        </pc:spChg>
        <pc:picChg chg="add mod ord">
          <ac:chgData name="Kestutis" userId="2e8ac1e1-13a5-4ed3-af83-976592bee40e" providerId="ADAL" clId="{124F7BE0-046A-4299-A5A2-AFC16CE499F3}" dt="2026-04-21T09:17:31.406" v="5095" actId="26606"/>
          <ac:picMkLst>
            <pc:docMk/>
            <pc:sldMk cId="1876664808" sldId="285"/>
            <ac:picMk id="5" creationId="{F03C235E-2AD1-E791-9ED3-3C8CFE460F47}"/>
          </ac:picMkLst>
        </pc:picChg>
      </pc:sldChg>
      <pc:sldChg chg="addSp delSp modSp new mod setBg">
        <pc:chgData name="Kestutis" userId="2e8ac1e1-13a5-4ed3-af83-976592bee40e" providerId="ADAL" clId="{124F7BE0-046A-4299-A5A2-AFC16CE499F3}" dt="2026-04-21T09:18:03.516" v="5096" actId="26606"/>
        <pc:sldMkLst>
          <pc:docMk/>
          <pc:sldMk cId="3048346605" sldId="286"/>
        </pc:sldMkLst>
        <pc:spChg chg="mod">
          <ac:chgData name="Kestutis" userId="2e8ac1e1-13a5-4ed3-af83-976592bee40e" providerId="ADAL" clId="{124F7BE0-046A-4299-A5A2-AFC16CE499F3}" dt="2026-04-21T09:18:03.516" v="5096" actId="26606"/>
          <ac:spMkLst>
            <pc:docMk/>
            <pc:sldMk cId="3048346605" sldId="286"/>
            <ac:spMk id="2" creationId="{E00E6D10-034D-6B06-F354-5A1E964C7D15}"/>
          </ac:spMkLst>
        </pc:spChg>
        <pc:spChg chg="del">
          <ac:chgData name="Kestutis" userId="2e8ac1e1-13a5-4ed3-af83-976592bee40e" providerId="ADAL" clId="{124F7BE0-046A-4299-A5A2-AFC16CE499F3}" dt="2026-04-21T09:12:31.074" v="4965" actId="22"/>
          <ac:spMkLst>
            <pc:docMk/>
            <pc:sldMk cId="3048346605" sldId="286"/>
            <ac:spMk id="3" creationId="{96A4CFA3-7D24-4CDB-4E95-EEDE09F39AAA}"/>
          </ac:spMkLst>
        </pc:spChg>
        <pc:spChg chg="add">
          <ac:chgData name="Kestutis" userId="2e8ac1e1-13a5-4ed3-af83-976592bee40e" providerId="ADAL" clId="{124F7BE0-046A-4299-A5A2-AFC16CE499F3}" dt="2026-04-21T09:18:03.516" v="5096" actId="26606"/>
          <ac:spMkLst>
            <pc:docMk/>
            <pc:sldMk cId="3048346605" sldId="286"/>
            <ac:spMk id="10" creationId="{3C54F4CE-85F0-46ED-80DA-9518C9251AD1}"/>
          </ac:spMkLst>
        </pc:spChg>
        <pc:spChg chg="add">
          <ac:chgData name="Kestutis" userId="2e8ac1e1-13a5-4ed3-af83-976592bee40e" providerId="ADAL" clId="{124F7BE0-046A-4299-A5A2-AFC16CE499F3}" dt="2026-04-21T09:18:03.516" v="5096" actId="26606"/>
          <ac:spMkLst>
            <pc:docMk/>
            <pc:sldMk cId="3048346605" sldId="286"/>
            <ac:spMk id="12" creationId="{DADD1FCA-8ACB-4958-81DD-4CDD6D3E1921}"/>
          </ac:spMkLst>
        </pc:spChg>
        <pc:picChg chg="add mod ord">
          <ac:chgData name="Kestutis" userId="2e8ac1e1-13a5-4ed3-af83-976592bee40e" providerId="ADAL" clId="{124F7BE0-046A-4299-A5A2-AFC16CE499F3}" dt="2026-04-21T09:18:03.516" v="5096" actId="26606"/>
          <ac:picMkLst>
            <pc:docMk/>
            <pc:sldMk cId="3048346605" sldId="286"/>
            <ac:picMk id="5" creationId="{FF857D9C-36B0-96D8-3FE5-2EF15B941D58}"/>
          </ac:picMkLst>
        </pc:picChg>
      </pc:sldChg>
      <pc:sldChg chg="addSp delSp modSp new mod setBg">
        <pc:chgData name="Kestutis" userId="2e8ac1e1-13a5-4ed3-af83-976592bee40e" providerId="ADAL" clId="{124F7BE0-046A-4299-A5A2-AFC16CE499F3}" dt="2026-04-21T09:17:21.839" v="5092" actId="26606"/>
        <pc:sldMkLst>
          <pc:docMk/>
          <pc:sldMk cId="1416196916" sldId="287"/>
        </pc:sldMkLst>
        <pc:spChg chg="mod">
          <ac:chgData name="Kestutis" userId="2e8ac1e1-13a5-4ed3-af83-976592bee40e" providerId="ADAL" clId="{124F7BE0-046A-4299-A5A2-AFC16CE499F3}" dt="2026-04-21T09:17:21.839" v="5092" actId="26606"/>
          <ac:spMkLst>
            <pc:docMk/>
            <pc:sldMk cId="1416196916" sldId="287"/>
            <ac:spMk id="2" creationId="{C17F964B-1BB1-641B-B6A7-18F560D1B547}"/>
          </ac:spMkLst>
        </pc:spChg>
        <pc:spChg chg="del">
          <ac:chgData name="Kestutis" userId="2e8ac1e1-13a5-4ed3-af83-976592bee40e" providerId="ADAL" clId="{124F7BE0-046A-4299-A5A2-AFC16CE499F3}" dt="2026-04-21T09:13:10.859" v="4967" actId="22"/>
          <ac:spMkLst>
            <pc:docMk/>
            <pc:sldMk cId="1416196916" sldId="287"/>
            <ac:spMk id="3" creationId="{7A2F44B9-C174-08AB-54A2-5A20E71547CB}"/>
          </ac:spMkLst>
        </pc:spChg>
        <pc:spChg chg="add">
          <ac:chgData name="Kestutis" userId="2e8ac1e1-13a5-4ed3-af83-976592bee40e" providerId="ADAL" clId="{124F7BE0-046A-4299-A5A2-AFC16CE499F3}" dt="2026-04-21T09:17:21.839" v="5092" actId="26606"/>
          <ac:spMkLst>
            <pc:docMk/>
            <pc:sldMk cId="1416196916" sldId="287"/>
            <ac:spMk id="10" creationId="{F0DCC097-1DB8-4B6D-85D0-6FBA0E1CA4BA}"/>
          </ac:spMkLst>
        </pc:spChg>
        <pc:spChg chg="add">
          <ac:chgData name="Kestutis" userId="2e8ac1e1-13a5-4ed3-af83-976592bee40e" providerId="ADAL" clId="{124F7BE0-046A-4299-A5A2-AFC16CE499F3}" dt="2026-04-21T09:17:21.839" v="5092" actId="26606"/>
          <ac:spMkLst>
            <pc:docMk/>
            <pc:sldMk cId="1416196916" sldId="287"/>
            <ac:spMk id="12" creationId="{E0B58608-23C8-4441-994D-C6823EEE1DB7}"/>
          </ac:spMkLst>
        </pc:spChg>
        <pc:picChg chg="add mod ord">
          <ac:chgData name="Kestutis" userId="2e8ac1e1-13a5-4ed3-af83-976592bee40e" providerId="ADAL" clId="{124F7BE0-046A-4299-A5A2-AFC16CE499F3}" dt="2026-04-21T09:17:21.839" v="5092" actId="26606"/>
          <ac:picMkLst>
            <pc:docMk/>
            <pc:sldMk cId="1416196916" sldId="287"/>
            <ac:picMk id="5" creationId="{21947A9D-EE7F-F440-213B-256AC8580186}"/>
          </ac:picMkLst>
        </pc:picChg>
      </pc:sldChg>
      <pc:sldChg chg="delSp new mod ord">
        <pc:chgData name="Kestutis" userId="2e8ac1e1-13a5-4ed3-af83-976592bee40e" providerId="ADAL" clId="{124F7BE0-046A-4299-A5A2-AFC16CE499F3}" dt="2026-04-21T09:19:38.601" v="5101"/>
        <pc:sldMkLst>
          <pc:docMk/>
          <pc:sldMk cId="738577078" sldId="288"/>
        </pc:sldMkLst>
        <pc:spChg chg="del">
          <ac:chgData name="Kestutis" userId="2e8ac1e1-13a5-4ed3-af83-976592bee40e" providerId="ADAL" clId="{124F7BE0-046A-4299-A5A2-AFC16CE499F3}" dt="2026-04-21T09:19:30.151" v="5098" actId="478"/>
          <ac:spMkLst>
            <pc:docMk/>
            <pc:sldMk cId="738577078" sldId="288"/>
            <ac:spMk id="2" creationId="{A45DBFDB-A1CC-986C-D6A9-6E9AD14ABFE8}"/>
          </ac:spMkLst>
        </pc:spChg>
        <pc:spChg chg="del">
          <ac:chgData name="Kestutis" userId="2e8ac1e1-13a5-4ed3-af83-976592bee40e" providerId="ADAL" clId="{124F7BE0-046A-4299-A5A2-AFC16CE499F3}" dt="2026-04-21T09:19:31.885" v="5099" actId="478"/>
          <ac:spMkLst>
            <pc:docMk/>
            <pc:sldMk cId="738577078" sldId="288"/>
            <ac:spMk id="3" creationId="{D455FFF9-FC3F-25D3-04DB-453CCC3406E4}"/>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lt-LT"/>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EDBD59D-A3C9-4A1F-B97D-CE2B1A2EE73B}" type="datetimeFigureOut">
              <a:rPr lang="lt-LT" smtClean="0"/>
              <a:t>2026-04-21</a:t>
            </a:fld>
            <a:endParaRPr lang="lt-LT"/>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lt-LT"/>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t-LT"/>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lt-LT"/>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90A67AE-9483-4730-BCC1-E7E79B60C2F5}" type="slidenum">
              <a:rPr lang="lt-LT" smtClean="0"/>
              <a:t>‹#›</a:t>
            </a:fld>
            <a:endParaRPr lang="lt-LT"/>
          </a:p>
        </p:txBody>
      </p:sp>
    </p:spTree>
    <p:extLst>
      <p:ext uri="{BB962C8B-B14F-4D97-AF65-F5344CB8AC3E}">
        <p14:creationId xmlns:p14="http://schemas.microsoft.com/office/powerpoint/2010/main" val="9935242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lt-LT" dirty="0"/>
              <a:t>Benroje schemoje paryškinta, kas tiesiogiai siejasi su projektu:</a:t>
            </a:r>
          </a:p>
          <a:p>
            <a:pPr marL="0" marR="0" lvl="0" indent="0" algn="l" defTabSz="914400" rtl="0" eaLnBrk="1" fontAlgn="auto" latinLnBrk="0" hangingPunct="1">
              <a:lnSpc>
                <a:spcPct val="100000"/>
              </a:lnSpc>
              <a:spcBef>
                <a:spcPts val="0"/>
              </a:spcBef>
              <a:spcAft>
                <a:spcPts val="0"/>
              </a:spcAft>
              <a:buClrTx/>
              <a:buSzTx/>
              <a:buFontTx/>
              <a:buNone/>
              <a:tabLst/>
              <a:defRPr/>
            </a:pPr>
            <a:r>
              <a:rPr lang="lt-LT" dirty="0"/>
              <a:t> - </a:t>
            </a:r>
            <a:r>
              <a:rPr lang="lt-LT" sz="1200" b="1" dirty="0"/>
              <a:t>triukšmingų intervalų detektavimas ir pašalinimas (Simonas)</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lt-LT" sz="1200" b="1" dirty="0"/>
              <a:t>Širdies dūžių klasifikacija (Jonas)</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lt-LT" sz="1200" b="1" dirty="0"/>
              <a:t>Aritmijų / epizodų aptikimas: AFIB(Dalia)</a:t>
            </a:r>
          </a:p>
          <a:p>
            <a:pPr marL="171450" marR="0" lvl="0" indent="-171450" algn="l" defTabSz="914400" rtl="0" eaLnBrk="1" fontAlgn="auto" latinLnBrk="0" hangingPunct="1">
              <a:lnSpc>
                <a:spcPct val="100000"/>
              </a:lnSpc>
              <a:spcBef>
                <a:spcPts val="0"/>
              </a:spcBef>
              <a:spcAft>
                <a:spcPts val="0"/>
              </a:spcAft>
              <a:buClrTx/>
              <a:buSzTx/>
              <a:buFontTx/>
              <a:buChar char="-"/>
              <a:tabLst/>
              <a:defRPr/>
            </a:pPr>
            <a:endParaRPr lang="lt-LT" dirty="0"/>
          </a:p>
          <a:p>
            <a:pPr marL="0" marR="0" lvl="0" indent="0" algn="l" defTabSz="914400" rtl="0" eaLnBrk="1" fontAlgn="auto" latinLnBrk="0" hangingPunct="1">
              <a:lnSpc>
                <a:spcPct val="100000"/>
              </a:lnSpc>
              <a:spcBef>
                <a:spcPts val="0"/>
              </a:spcBef>
              <a:spcAft>
                <a:spcPts val="0"/>
              </a:spcAft>
              <a:buClrTx/>
              <a:buSzTx/>
              <a:buFontTx/>
              <a:buNone/>
              <a:tabLst/>
              <a:defRPr/>
            </a:pPr>
            <a:r>
              <a:rPr lang="lt-LT" b="0" dirty="0"/>
              <a:t>Aš šiandien kalbėsiu tik apie </a:t>
            </a:r>
            <a:r>
              <a:rPr lang="lt-LT" sz="1200" b="0" dirty="0"/>
              <a:t>triukšmingų intervalų detektavimą ir pašalinimas, kaip tai dabar vyksta Zive, kaip tai tobulinama pasitelkiant nutriukšminimo pipeline‘ą ir kas bandoma patobulinti.</a:t>
            </a:r>
          </a:p>
          <a:p>
            <a:endParaRPr lang="lt-LT" dirty="0"/>
          </a:p>
        </p:txBody>
      </p:sp>
      <p:sp>
        <p:nvSpPr>
          <p:cNvPr id="4" name="Slide Number Placeholder 3"/>
          <p:cNvSpPr>
            <a:spLocks noGrp="1"/>
          </p:cNvSpPr>
          <p:nvPr>
            <p:ph type="sldNum" sz="quarter" idx="5"/>
          </p:nvPr>
        </p:nvSpPr>
        <p:spPr/>
        <p:txBody>
          <a:bodyPr/>
          <a:lstStyle/>
          <a:p>
            <a:fld id="{290A67AE-9483-4730-BCC1-E7E79B60C2F5}" type="slidenum">
              <a:rPr lang="lt-LT" smtClean="0"/>
              <a:t>2</a:t>
            </a:fld>
            <a:endParaRPr lang="lt-LT"/>
          </a:p>
        </p:txBody>
      </p:sp>
    </p:spTree>
    <p:extLst>
      <p:ext uri="{BB962C8B-B14F-4D97-AF65-F5344CB8AC3E}">
        <p14:creationId xmlns:p14="http://schemas.microsoft.com/office/powerpoint/2010/main" val="32007020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lt-LT" dirty="0"/>
              <a:t>Su Zive serveryje veikiančia programine įranga nėra lengva eksperimentuoti, ją tobulinti ir net bandyti, todėl Zive veikiantis nutriukšminimas yra atkartotas </a:t>
            </a:r>
            <a:r>
              <a:rPr lang="lt-LT" b="1" dirty="0"/>
              <a:t>programiniame makete</a:t>
            </a:r>
            <a:r>
              <a:rPr lang="lt-LT" dirty="0"/>
              <a:t>,  kuris atkartoja, tai kas vyksta Zive serveryje, bet gali būti lengvai papildytas, testuojamas, keičiamas. Tai ir yra tai, kuo aš dalijuosi su kitais projekto dalyviais. </a:t>
            </a:r>
          </a:p>
          <a:p>
            <a:r>
              <a:rPr lang="lt-LT" dirty="0"/>
              <a:t>Maketo pagrindas – nutriukšminimo pipeline‘as, kurio parametrai yra nurodomi konfiguracijos faile ir pro kurį praleidus EKG įrašą, gaunama išvalytas EKG įrašas su visomis indeksų projekcijomis, kurios reikalingos atstatyti įvairias žymes originaliame signale</a:t>
            </a:r>
          </a:p>
          <a:p>
            <a:r>
              <a:rPr lang="lt-LT" dirty="0"/>
              <a:t>Pipeline‘as apiformintas kaip Pythono funkcijų biblioteka, kuriomis galima naudotis įvairiuose skriptuose, pvz. vaizdavimo ir pan.</a:t>
            </a:r>
          </a:p>
          <a:p>
            <a:pPr marL="0" marR="0" lvl="0" indent="0" algn="l" defTabSz="914400" rtl="0" eaLnBrk="1" fontAlgn="auto" latinLnBrk="0" hangingPunct="1">
              <a:lnSpc>
                <a:spcPct val="100000"/>
              </a:lnSpc>
              <a:spcBef>
                <a:spcPts val="0"/>
              </a:spcBef>
              <a:spcAft>
                <a:spcPts val="0"/>
              </a:spcAft>
              <a:buClrTx/>
              <a:buSzTx/>
              <a:buFontTx/>
              <a:buNone/>
              <a:tabLst/>
              <a:defRPr/>
            </a:pPr>
            <a:r>
              <a:rPr lang="lt-LT" dirty="0"/>
              <a:t>Algoritmų kūrimui ir testavimui naudojami EKG įrašai su žymėtais triukšmais. Žymėjimas atliekamas Zive interfeise, po to sužymėti duomenys perkeliami į lokalią saugyklą</a:t>
            </a:r>
          </a:p>
          <a:p>
            <a:endParaRPr lang="lt-LT" dirty="0"/>
          </a:p>
        </p:txBody>
      </p:sp>
      <p:sp>
        <p:nvSpPr>
          <p:cNvPr id="4" name="Slide Number Placeholder 3"/>
          <p:cNvSpPr>
            <a:spLocks noGrp="1"/>
          </p:cNvSpPr>
          <p:nvPr>
            <p:ph type="sldNum" sz="quarter" idx="5"/>
          </p:nvPr>
        </p:nvSpPr>
        <p:spPr/>
        <p:txBody>
          <a:bodyPr/>
          <a:lstStyle/>
          <a:p>
            <a:fld id="{290A67AE-9483-4730-BCC1-E7E79B60C2F5}" type="slidenum">
              <a:rPr lang="lt-LT" smtClean="0"/>
              <a:t>3</a:t>
            </a:fld>
            <a:endParaRPr lang="lt-LT"/>
          </a:p>
        </p:txBody>
      </p:sp>
    </p:spTree>
    <p:extLst>
      <p:ext uri="{BB962C8B-B14F-4D97-AF65-F5344CB8AC3E}">
        <p14:creationId xmlns:p14="http://schemas.microsoft.com/office/powerpoint/2010/main" val="15772600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lt-LT" dirty="0"/>
          </a:p>
        </p:txBody>
      </p:sp>
      <p:sp>
        <p:nvSpPr>
          <p:cNvPr id="4" name="Slide Number Placeholder 3"/>
          <p:cNvSpPr>
            <a:spLocks noGrp="1"/>
          </p:cNvSpPr>
          <p:nvPr>
            <p:ph type="sldNum" sz="quarter" idx="5"/>
          </p:nvPr>
        </p:nvSpPr>
        <p:spPr/>
        <p:txBody>
          <a:bodyPr/>
          <a:lstStyle/>
          <a:p>
            <a:fld id="{290A67AE-9483-4730-BCC1-E7E79B60C2F5}" type="slidenum">
              <a:rPr lang="lt-LT" smtClean="0"/>
              <a:t>4</a:t>
            </a:fld>
            <a:endParaRPr lang="lt-LT"/>
          </a:p>
        </p:txBody>
      </p:sp>
    </p:spTree>
    <p:extLst>
      <p:ext uri="{BB962C8B-B14F-4D97-AF65-F5344CB8AC3E}">
        <p14:creationId xmlns:p14="http://schemas.microsoft.com/office/powerpoint/2010/main" val="126743469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lt-LT" dirty="0"/>
              <a:t>Filtruojame signalą nuo žemų dažnumų (</a:t>
            </a:r>
            <a:r>
              <a:rPr lang="lt-LT" b="1" dirty="0"/>
              <a:t>cutoff 0</a:t>
            </a:r>
            <a:r>
              <a:rPr lang="en-US" b="1" dirty="0"/>
              <a:t>.5 Hz</a:t>
            </a:r>
            <a:r>
              <a:rPr lang="en-US" dirty="0"/>
              <a:t>)</a:t>
            </a:r>
            <a:endParaRPr lang="lt-LT" dirty="0"/>
          </a:p>
          <a:p>
            <a:r>
              <a:rPr lang="lt-LT" dirty="0"/>
              <a:t>Detektuojame ir pašaliname </a:t>
            </a:r>
            <a:r>
              <a:rPr lang="lt-LT" b="1" dirty="0"/>
              <a:t>išskirtis („out“)</a:t>
            </a:r>
            <a:endParaRPr lang="lt-LT" dirty="0"/>
          </a:p>
          <a:p>
            <a:r>
              <a:rPr lang="lt-LT" dirty="0"/>
              <a:t>Detektuojame ir pašaliname rspragas</a:t>
            </a:r>
            <a:r>
              <a:rPr lang="lt-LT" b="1" dirty="0"/>
              <a:t> („rdr“)</a:t>
            </a:r>
            <a:endParaRPr lang="lt-LT" dirty="0"/>
          </a:p>
          <a:p>
            <a:r>
              <a:rPr lang="lt-LT" dirty="0"/>
              <a:t>Detektuojame ir pašaliname triukšminius intervalus su </a:t>
            </a:r>
            <a:r>
              <a:rPr lang="lt-LT" b="1" dirty="0"/>
              <a:t>elektrodų ir raumenų artefaktais („mra“)</a:t>
            </a:r>
            <a:endParaRPr lang="lt-LT" dirty="0"/>
          </a:p>
          <a:p>
            <a:r>
              <a:rPr lang="lt-LT" dirty="0"/>
              <a:t>Kiekviename etape, prieš pašalinant triukšminius intervalus, atliekame atliekame detektuotų intervalų korekciją , o taip pat </a:t>
            </a:r>
          </a:p>
          <a:p>
            <a:endParaRPr lang="lt-LT" dirty="0"/>
          </a:p>
          <a:p>
            <a:endParaRPr lang="lt-LT" dirty="0"/>
          </a:p>
        </p:txBody>
      </p:sp>
      <p:sp>
        <p:nvSpPr>
          <p:cNvPr id="4" name="Slide Number Placeholder 3"/>
          <p:cNvSpPr>
            <a:spLocks noGrp="1"/>
          </p:cNvSpPr>
          <p:nvPr>
            <p:ph type="sldNum" sz="quarter" idx="5"/>
          </p:nvPr>
        </p:nvSpPr>
        <p:spPr/>
        <p:txBody>
          <a:bodyPr/>
          <a:lstStyle/>
          <a:p>
            <a:fld id="{290A67AE-9483-4730-BCC1-E7E79B60C2F5}" type="slidenum">
              <a:rPr lang="lt-LT" smtClean="0"/>
              <a:t>5</a:t>
            </a:fld>
            <a:endParaRPr lang="lt-LT"/>
          </a:p>
        </p:txBody>
      </p:sp>
    </p:spTree>
    <p:extLst>
      <p:ext uri="{BB962C8B-B14F-4D97-AF65-F5344CB8AC3E}">
        <p14:creationId xmlns:p14="http://schemas.microsoft.com/office/powerpoint/2010/main" val="14750634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l-PL" sz="1200" b="0" i="0" u="none" strike="noStrike" kern="1200" dirty="0">
                <a:solidFill>
                  <a:schemeClr val="tx1"/>
                </a:solidFill>
                <a:effectLst/>
                <a:latin typeface="+mn-lt"/>
                <a:ea typeface="+mn-ea"/>
                <a:cs typeface="+mn-cs"/>
              </a:rPr>
              <a:t>1001_0</a:t>
            </a:r>
            <a:r>
              <a:rPr lang="pl-PL" dirty="0">
                <a:effectLst/>
              </a:rPr>
              <a:t> </a:t>
            </a:r>
            <a:r>
              <a:rPr lang="pl-PL" sz="1200" b="0" i="0" u="none" strike="noStrike" kern="1200" dirty="0">
                <a:solidFill>
                  <a:schemeClr val="tx1"/>
                </a:solidFill>
                <a:effectLst/>
                <a:latin typeface="+mn-lt"/>
                <a:ea typeface="+mn-ea"/>
                <a:cs typeface="+mn-cs"/>
              </a:rPr>
              <a:t>1621694.321</a:t>
            </a:r>
            <a:r>
              <a:rPr lang="pl-PL" dirty="0">
                <a:effectLst/>
              </a:rPr>
              <a:t> </a:t>
            </a:r>
            <a:r>
              <a:rPr lang="pl-PL" sz="1200" b="0" i="0" u="none" strike="noStrike" kern="1200" dirty="0">
                <a:solidFill>
                  <a:schemeClr val="tx1"/>
                </a:solidFill>
                <a:effectLst/>
                <a:latin typeface="+mn-lt"/>
                <a:ea typeface="+mn-ea"/>
                <a:cs typeface="+mn-cs"/>
              </a:rPr>
              <a:t>1</a:t>
            </a:r>
            <a:r>
              <a:rPr lang="pl-PL" dirty="0">
                <a:effectLst/>
              </a:rPr>
              <a:t> </a:t>
            </a:r>
            <a:r>
              <a:rPr lang="pl-PL" sz="1200" b="0" i="0" u="none" strike="noStrike" kern="1200" dirty="0">
                <a:solidFill>
                  <a:schemeClr val="tx1"/>
                </a:solidFill>
                <a:effectLst/>
                <a:latin typeface="+mn-lt"/>
                <a:ea typeface="+mn-ea"/>
                <a:cs typeface="+mn-cs"/>
              </a:rPr>
              <a:t>9999</a:t>
            </a:r>
            <a:r>
              <a:rPr lang="pl-PL" dirty="0">
                <a:effectLst/>
              </a:rPr>
              <a:t> </a:t>
            </a:r>
            <a:r>
              <a:rPr lang="pl-PL" sz="1200" b="0" i="0" u="none" strike="noStrike" kern="1200" dirty="0">
                <a:solidFill>
                  <a:schemeClr val="tx1"/>
                </a:solidFill>
                <a:effectLst/>
                <a:latin typeface="+mn-lt"/>
                <a:ea typeface="+mn-ea"/>
                <a:cs typeface="+mn-cs"/>
              </a:rPr>
              <a:t>J</a:t>
            </a:r>
            <a:r>
              <a:rPr lang="pl-PL" dirty="0">
                <a:effectLst/>
              </a:rPr>
              <a:t> </a:t>
            </a:r>
            <a:endParaRPr lang="lt-LT" dirty="0"/>
          </a:p>
        </p:txBody>
      </p:sp>
      <p:sp>
        <p:nvSpPr>
          <p:cNvPr id="4" name="Slide Number Placeholder 3"/>
          <p:cNvSpPr>
            <a:spLocks noGrp="1"/>
          </p:cNvSpPr>
          <p:nvPr>
            <p:ph type="sldNum" sz="quarter" idx="5"/>
          </p:nvPr>
        </p:nvSpPr>
        <p:spPr/>
        <p:txBody>
          <a:bodyPr/>
          <a:lstStyle/>
          <a:p>
            <a:fld id="{290A67AE-9483-4730-BCC1-E7E79B60C2F5}" type="slidenum">
              <a:rPr lang="lt-LT" smtClean="0"/>
              <a:t>6</a:t>
            </a:fld>
            <a:endParaRPr lang="lt-LT"/>
          </a:p>
        </p:txBody>
      </p:sp>
    </p:spTree>
    <p:extLst>
      <p:ext uri="{BB962C8B-B14F-4D97-AF65-F5344CB8AC3E}">
        <p14:creationId xmlns:p14="http://schemas.microsoft.com/office/powerpoint/2010/main" val="36370276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l-PL" sz="1200" b="0" i="0" u="none" strike="noStrike" kern="1200" dirty="0">
                <a:solidFill>
                  <a:schemeClr val="tx1"/>
                </a:solidFill>
                <a:effectLst/>
                <a:latin typeface="+mn-lt"/>
                <a:ea typeface="+mn-ea"/>
                <a:cs typeface="+mn-cs"/>
              </a:rPr>
              <a:t>1001_0</a:t>
            </a:r>
            <a:r>
              <a:rPr lang="pl-PL" dirty="0">
                <a:effectLst/>
              </a:rPr>
              <a:t> </a:t>
            </a:r>
            <a:r>
              <a:rPr lang="pl-PL" sz="1200" b="0" i="0" u="none" strike="noStrike" kern="1200" dirty="0">
                <a:solidFill>
                  <a:schemeClr val="tx1"/>
                </a:solidFill>
                <a:effectLst/>
                <a:latin typeface="+mn-lt"/>
                <a:ea typeface="+mn-ea"/>
                <a:cs typeface="+mn-cs"/>
              </a:rPr>
              <a:t>1621694.321</a:t>
            </a:r>
            <a:r>
              <a:rPr lang="pl-PL" dirty="0">
                <a:effectLst/>
              </a:rPr>
              <a:t> </a:t>
            </a:r>
            <a:r>
              <a:rPr lang="pl-PL" sz="1200" b="0" i="0" u="none" strike="noStrike" kern="1200" dirty="0">
                <a:solidFill>
                  <a:schemeClr val="tx1"/>
                </a:solidFill>
                <a:effectLst/>
                <a:latin typeface="+mn-lt"/>
                <a:ea typeface="+mn-ea"/>
                <a:cs typeface="+mn-cs"/>
              </a:rPr>
              <a:t>1</a:t>
            </a:r>
            <a:r>
              <a:rPr lang="pl-PL" dirty="0">
                <a:effectLst/>
              </a:rPr>
              <a:t> </a:t>
            </a:r>
            <a:r>
              <a:rPr lang="pl-PL" sz="1200" b="0" i="0" u="none" strike="noStrike" kern="1200" dirty="0">
                <a:solidFill>
                  <a:schemeClr val="tx1"/>
                </a:solidFill>
                <a:effectLst/>
                <a:latin typeface="+mn-lt"/>
                <a:ea typeface="+mn-ea"/>
                <a:cs typeface="+mn-cs"/>
              </a:rPr>
              <a:t>9999</a:t>
            </a:r>
            <a:r>
              <a:rPr lang="pl-PL" dirty="0">
                <a:effectLst/>
              </a:rPr>
              <a:t> </a:t>
            </a:r>
            <a:r>
              <a:rPr lang="pl-PL" sz="1200" b="0" i="0" u="none" strike="noStrike" kern="1200" dirty="0">
                <a:solidFill>
                  <a:schemeClr val="tx1"/>
                </a:solidFill>
                <a:effectLst/>
                <a:latin typeface="+mn-lt"/>
                <a:ea typeface="+mn-ea"/>
                <a:cs typeface="+mn-cs"/>
              </a:rPr>
              <a:t>J</a:t>
            </a:r>
            <a:r>
              <a:rPr lang="pl-PL" dirty="0">
                <a:effectLst/>
              </a:rPr>
              <a:t> </a:t>
            </a:r>
            <a:endParaRPr lang="lt-LT" dirty="0"/>
          </a:p>
        </p:txBody>
      </p:sp>
      <p:sp>
        <p:nvSpPr>
          <p:cNvPr id="4" name="Slide Number Placeholder 3"/>
          <p:cNvSpPr>
            <a:spLocks noGrp="1"/>
          </p:cNvSpPr>
          <p:nvPr>
            <p:ph type="sldNum" sz="quarter" idx="5"/>
          </p:nvPr>
        </p:nvSpPr>
        <p:spPr/>
        <p:txBody>
          <a:bodyPr/>
          <a:lstStyle/>
          <a:p>
            <a:fld id="{290A67AE-9483-4730-BCC1-E7E79B60C2F5}" type="slidenum">
              <a:rPr lang="lt-LT" smtClean="0"/>
              <a:t>7</a:t>
            </a:fld>
            <a:endParaRPr lang="lt-LT"/>
          </a:p>
        </p:txBody>
      </p:sp>
    </p:spTree>
    <p:extLst>
      <p:ext uri="{BB962C8B-B14F-4D97-AF65-F5344CB8AC3E}">
        <p14:creationId xmlns:p14="http://schemas.microsoft.com/office/powerpoint/2010/main" val="259501706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lt-LT" dirty="0"/>
              <a:t>Pvz. </a:t>
            </a:r>
            <a:r>
              <a:rPr lang="lt-LT" sz="1200" b="0" kern="1200" dirty="0">
                <a:solidFill>
                  <a:schemeClr val="tx1"/>
                </a:solidFill>
                <a:effectLst/>
                <a:latin typeface="+mn-lt"/>
                <a:ea typeface="+mn-ea"/>
                <a:cs typeface="+mn-cs"/>
              </a:rPr>
              <a:t>fileNames = ['1071_16.npy'] # out=5, rdr=0, mra=0, tp_pct=12.6</a:t>
            </a:r>
          </a:p>
          <a:p>
            <a:endParaRPr lang="lt-LT" dirty="0"/>
          </a:p>
          <a:p>
            <a:endParaRPr lang="lt-LT" dirty="0"/>
          </a:p>
          <a:p>
            <a:r>
              <a:rPr lang="en-US" dirty="0"/>
              <a:t>297 “out” </a:t>
            </a:r>
            <a:r>
              <a:rPr lang="en-US" dirty="0" err="1"/>
              <a:t>intervalai</a:t>
            </a:r>
            <a:r>
              <a:rPr lang="en-US" dirty="0"/>
              <a:t> 1088 </a:t>
            </a:r>
            <a:r>
              <a:rPr lang="lt-LT" dirty="0"/>
              <a:t>įrašuose</a:t>
            </a:r>
          </a:p>
        </p:txBody>
      </p:sp>
      <p:sp>
        <p:nvSpPr>
          <p:cNvPr id="4" name="Slide Number Placeholder 3"/>
          <p:cNvSpPr>
            <a:spLocks noGrp="1"/>
          </p:cNvSpPr>
          <p:nvPr>
            <p:ph type="sldNum" sz="quarter" idx="5"/>
          </p:nvPr>
        </p:nvSpPr>
        <p:spPr/>
        <p:txBody>
          <a:bodyPr/>
          <a:lstStyle/>
          <a:p>
            <a:fld id="{290A67AE-9483-4730-BCC1-E7E79B60C2F5}" type="slidenum">
              <a:rPr lang="lt-LT" smtClean="0"/>
              <a:t>8</a:t>
            </a:fld>
            <a:endParaRPr lang="lt-LT"/>
          </a:p>
        </p:txBody>
      </p:sp>
    </p:spTree>
    <p:extLst>
      <p:ext uri="{BB962C8B-B14F-4D97-AF65-F5344CB8AC3E}">
        <p14:creationId xmlns:p14="http://schemas.microsoft.com/office/powerpoint/2010/main" val="100341570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lt-LT" sz="1200" b="0" i="0" u="none" strike="noStrike" kern="1200" dirty="0">
                <a:solidFill>
                  <a:schemeClr val="tx1"/>
                </a:solidFill>
                <a:effectLst/>
                <a:latin typeface="+mn-lt"/>
                <a:ea typeface="+mn-ea"/>
                <a:cs typeface="+mn-cs"/>
              </a:rPr>
              <a:t>1031_18</a:t>
            </a:r>
            <a:r>
              <a:rPr lang="lt-LT" dirty="0">
                <a:effectLst/>
              </a:rPr>
              <a:t> </a:t>
            </a:r>
            <a:r>
              <a:rPr lang="en-US" dirty="0">
                <a:effectLst/>
              </a:rPr>
              <a:t> </a:t>
            </a:r>
            <a:r>
              <a:rPr lang="en-US" dirty="0" err="1">
                <a:effectLst/>
              </a:rPr>
              <a:t>yra</a:t>
            </a:r>
            <a:r>
              <a:rPr lang="en-US" dirty="0">
                <a:effectLst/>
              </a:rPr>
              <a:t> tik 8 </a:t>
            </a:r>
            <a:r>
              <a:rPr lang="lt-LT" dirty="0">
                <a:effectLst/>
              </a:rPr>
              <a:t>įrašai – bus išmesti arba pažymėti, kaip triukšmas</a:t>
            </a:r>
            <a:r>
              <a:rPr lang="en-US" dirty="0">
                <a:effectLst/>
              </a:rPr>
              <a:t> </a:t>
            </a:r>
            <a:endParaRPr lang="lt-LT" dirty="0"/>
          </a:p>
        </p:txBody>
      </p:sp>
      <p:sp>
        <p:nvSpPr>
          <p:cNvPr id="4" name="Slide Number Placeholder 3"/>
          <p:cNvSpPr>
            <a:spLocks noGrp="1"/>
          </p:cNvSpPr>
          <p:nvPr>
            <p:ph type="sldNum" sz="quarter" idx="5"/>
          </p:nvPr>
        </p:nvSpPr>
        <p:spPr/>
        <p:txBody>
          <a:bodyPr/>
          <a:lstStyle/>
          <a:p>
            <a:fld id="{290A67AE-9483-4730-BCC1-E7E79B60C2F5}" type="slidenum">
              <a:rPr lang="lt-LT" smtClean="0"/>
              <a:t>9</a:t>
            </a:fld>
            <a:endParaRPr lang="lt-LT"/>
          </a:p>
        </p:txBody>
      </p:sp>
    </p:spTree>
    <p:extLst>
      <p:ext uri="{BB962C8B-B14F-4D97-AF65-F5344CB8AC3E}">
        <p14:creationId xmlns:p14="http://schemas.microsoft.com/office/powerpoint/2010/main" val="206766498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lt-LT" sz="1200" b="0" kern="1200" dirty="0">
                <a:solidFill>
                  <a:schemeClr val="tx1"/>
                </a:solidFill>
                <a:effectLst/>
                <a:latin typeface="+mn-lt"/>
                <a:ea typeface="+mn-ea"/>
                <a:cs typeface="+mn-cs"/>
              </a:rPr>
              <a:t>1030_21.npy</a:t>
            </a:r>
          </a:p>
          <a:p>
            <a:endParaRPr lang="lt-LT" dirty="0"/>
          </a:p>
        </p:txBody>
      </p:sp>
      <p:sp>
        <p:nvSpPr>
          <p:cNvPr id="4" name="Slide Number Placeholder 3"/>
          <p:cNvSpPr>
            <a:spLocks noGrp="1"/>
          </p:cNvSpPr>
          <p:nvPr>
            <p:ph type="sldNum" sz="quarter" idx="5"/>
          </p:nvPr>
        </p:nvSpPr>
        <p:spPr/>
        <p:txBody>
          <a:bodyPr/>
          <a:lstStyle/>
          <a:p>
            <a:fld id="{290A67AE-9483-4730-BCC1-E7E79B60C2F5}" type="slidenum">
              <a:rPr lang="lt-LT" smtClean="0"/>
              <a:t>11</a:t>
            </a:fld>
            <a:endParaRPr lang="lt-LT"/>
          </a:p>
        </p:txBody>
      </p:sp>
    </p:spTree>
    <p:extLst>
      <p:ext uri="{BB962C8B-B14F-4D97-AF65-F5344CB8AC3E}">
        <p14:creationId xmlns:p14="http://schemas.microsoft.com/office/powerpoint/2010/main" val="45156086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lt-LT" dirty="0"/>
              <a:t>Apjungiami arti vienas kito (arba arti prie sekų krašto) triukšmų intervalai – parametrai apjungimui nurodomi konfiguracijos faile</a:t>
            </a:r>
          </a:p>
          <a:p>
            <a:pPr marL="0" marR="0" lvl="0" indent="0" algn="l" defTabSz="914400" rtl="0" eaLnBrk="1" fontAlgn="auto" latinLnBrk="0" hangingPunct="1">
              <a:lnSpc>
                <a:spcPct val="100000"/>
              </a:lnSpc>
              <a:spcBef>
                <a:spcPts val="0"/>
              </a:spcBef>
              <a:spcAft>
                <a:spcPts val="0"/>
              </a:spcAft>
              <a:buClrTx/>
              <a:buSzTx/>
              <a:buFontTx/>
              <a:buNone/>
              <a:tabLst/>
              <a:defRPr/>
            </a:pPr>
            <a:endParaRPr lang="lt-LT"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lt-LT" dirty="0"/>
          </a:p>
          <a:p>
            <a:endParaRPr lang="lt-LT" dirty="0"/>
          </a:p>
        </p:txBody>
      </p:sp>
      <p:sp>
        <p:nvSpPr>
          <p:cNvPr id="4" name="Slide Number Placeholder 3"/>
          <p:cNvSpPr>
            <a:spLocks noGrp="1"/>
          </p:cNvSpPr>
          <p:nvPr>
            <p:ph type="sldNum" sz="quarter" idx="5"/>
          </p:nvPr>
        </p:nvSpPr>
        <p:spPr/>
        <p:txBody>
          <a:bodyPr/>
          <a:lstStyle/>
          <a:p>
            <a:fld id="{290A67AE-9483-4730-BCC1-E7E79B60C2F5}" type="slidenum">
              <a:rPr lang="lt-LT" smtClean="0"/>
              <a:t>12</a:t>
            </a:fld>
            <a:endParaRPr lang="lt-LT"/>
          </a:p>
        </p:txBody>
      </p:sp>
    </p:spTree>
    <p:extLst>
      <p:ext uri="{BB962C8B-B14F-4D97-AF65-F5344CB8AC3E}">
        <p14:creationId xmlns:p14="http://schemas.microsoft.com/office/powerpoint/2010/main" val="238141474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lt-LT"/>
              <a:t>Iš "C:\Users\kesju\OneDrive - namai\DI\SKLANDUS_APJUNGIMAS.rar"</a:t>
            </a:r>
          </a:p>
        </p:txBody>
      </p:sp>
      <p:sp>
        <p:nvSpPr>
          <p:cNvPr id="4" name="Slide Number Placeholder 3"/>
          <p:cNvSpPr>
            <a:spLocks noGrp="1"/>
          </p:cNvSpPr>
          <p:nvPr>
            <p:ph type="sldNum" sz="quarter" idx="5"/>
          </p:nvPr>
        </p:nvSpPr>
        <p:spPr/>
        <p:txBody>
          <a:bodyPr/>
          <a:lstStyle/>
          <a:p>
            <a:fld id="{290A67AE-9483-4730-BCC1-E7E79B60C2F5}" type="slidenum">
              <a:rPr lang="lt-LT" smtClean="0"/>
              <a:t>13</a:t>
            </a:fld>
            <a:endParaRPr lang="lt-LT"/>
          </a:p>
        </p:txBody>
      </p:sp>
    </p:spTree>
    <p:extLst>
      <p:ext uri="{BB962C8B-B14F-4D97-AF65-F5344CB8AC3E}">
        <p14:creationId xmlns:p14="http://schemas.microsoft.com/office/powerpoint/2010/main" val="191075117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lt-LT" dirty="0"/>
          </a:p>
        </p:txBody>
      </p:sp>
      <p:sp>
        <p:nvSpPr>
          <p:cNvPr id="4" name="Slide Number Placeholder 3"/>
          <p:cNvSpPr>
            <a:spLocks noGrp="1"/>
          </p:cNvSpPr>
          <p:nvPr>
            <p:ph type="sldNum" sz="quarter" idx="5"/>
          </p:nvPr>
        </p:nvSpPr>
        <p:spPr/>
        <p:txBody>
          <a:bodyPr/>
          <a:lstStyle/>
          <a:p>
            <a:fld id="{290A67AE-9483-4730-BCC1-E7E79B60C2F5}" type="slidenum">
              <a:rPr lang="lt-LT" smtClean="0"/>
              <a:t>15</a:t>
            </a:fld>
            <a:endParaRPr lang="lt-LT"/>
          </a:p>
        </p:txBody>
      </p:sp>
    </p:spTree>
    <p:extLst>
      <p:ext uri="{BB962C8B-B14F-4D97-AF65-F5344CB8AC3E}">
        <p14:creationId xmlns:p14="http://schemas.microsoft.com/office/powerpoint/2010/main" val="36801384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lt-LT" dirty="0"/>
              <a:t>Paminėtas tokia operacija, kaip </a:t>
            </a:r>
            <a:r>
              <a:rPr lang="lt-LT" sz="1200" dirty="0"/>
              <a:t>Sudaromos indeksų lentelės, įgalinančios atgalines indeksų projekcijas. Po kiekvieno etapo, panaikinus triukšmų fragmentus, keičiasi pradinio indekso vieta. Taip pat koreguojamos triukšminių intervalų ribos, parengiant juos „minkštam“ sujungimui. Toliau vykdant analizę naudojant nutriukšmintą signalą dirbama ne su pradiniais indeksais, bet pakeistais. Norint analizės rezultatus pateikti originalaus signalo atžvilgiu, pvz. ekstrasistolių vietas, juos reikia perskaičiuoti į pradinį signalą. Tam ir pasitarnauja indeksų lentelės, kurias suformuoja pipeline‘as.</a:t>
            </a:r>
          </a:p>
          <a:p>
            <a:endParaRPr lang="lt-LT" dirty="0"/>
          </a:p>
        </p:txBody>
      </p:sp>
      <p:sp>
        <p:nvSpPr>
          <p:cNvPr id="4" name="Slide Number Placeholder 3"/>
          <p:cNvSpPr>
            <a:spLocks noGrp="1"/>
          </p:cNvSpPr>
          <p:nvPr>
            <p:ph type="sldNum" sz="quarter" idx="5"/>
          </p:nvPr>
        </p:nvSpPr>
        <p:spPr/>
        <p:txBody>
          <a:bodyPr/>
          <a:lstStyle/>
          <a:p>
            <a:fld id="{290A67AE-9483-4730-BCC1-E7E79B60C2F5}" type="slidenum">
              <a:rPr lang="lt-LT" smtClean="0"/>
              <a:t>16</a:t>
            </a:fld>
            <a:endParaRPr lang="lt-LT"/>
          </a:p>
        </p:txBody>
      </p:sp>
    </p:spTree>
    <p:extLst>
      <p:ext uri="{BB962C8B-B14F-4D97-AF65-F5344CB8AC3E}">
        <p14:creationId xmlns:p14="http://schemas.microsoft.com/office/powerpoint/2010/main" val="316968704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err="1"/>
              <a:t>Reikia</a:t>
            </a:r>
            <a:r>
              <a:rPr lang="en-US" dirty="0"/>
              <a:t> </a:t>
            </a:r>
            <a:r>
              <a:rPr lang="en-US" dirty="0" err="1"/>
              <a:t>patobulinti</a:t>
            </a:r>
            <a:r>
              <a:rPr lang="en-US" dirty="0"/>
              <a:t> </a:t>
            </a:r>
            <a:r>
              <a:rPr lang="en-US" dirty="0" err="1"/>
              <a:t>triuk</a:t>
            </a:r>
            <a:r>
              <a:rPr lang="lt-LT" dirty="0"/>
              <a:t>šminių intervalų apjungimą, kad apjungimas reaguotų į proporciją tarp apjungiamų intervalų ir tarpų tarp intervalų, o nebūtų apibrėžtas fiksuotu sekundžių kiekiu</a:t>
            </a:r>
          </a:p>
          <a:p>
            <a:pPr marL="171450" indent="-171450">
              <a:buFontTx/>
              <a:buChar char="-"/>
            </a:pPr>
            <a:r>
              <a:rPr lang="lt-LT" dirty="0"/>
              <a:t>Ir svarbiausia, tai triukšmų detektavimo modelio ir nutriukšminimo būdo tobulinimas.</a:t>
            </a:r>
          </a:p>
          <a:p>
            <a:pPr marL="171450" indent="-171450">
              <a:buFontTx/>
              <a:buChar char="-"/>
            </a:pPr>
            <a:r>
              <a:rPr lang="lt-LT" dirty="0"/>
              <a:t>Tam jau yra sukaupta įrašų su žymėtais triukšmais, tiek labai geros kokybės (</a:t>
            </a:r>
            <a:r>
              <a:rPr lang="en-US" dirty="0"/>
              <a:t>1111), </a:t>
            </a:r>
            <a:r>
              <a:rPr lang="en-US" dirty="0" err="1"/>
              <a:t>tinkam</a:t>
            </a:r>
            <a:r>
              <a:rPr lang="lt-LT" dirty="0"/>
              <a:t>ų mokymui ir nelabai geros (</a:t>
            </a:r>
            <a:r>
              <a:rPr lang="en-US" dirty="0"/>
              <a:t>2222), </a:t>
            </a:r>
            <a:r>
              <a:rPr lang="en-US" dirty="0" err="1"/>
              <a:t>tinkam</a:t>
            </a:r>
            <a:r>
              <a:rPr lang="lt-LT" dirty="0"/>
              <a:t>ų testavimui. Turime įrašų, kurie pažymėti </a:t>
            </a:r>
            <a:r>
              <a:rPr lang="en-US" dirty="0"/>
              <a:t>3333, </a:t>
            </a:r>
            <a:r>
              <a:rPr lang="en-US" dirty="0" err="1"/>
              <a:t>ir</a:t>
            </a:r>
            <a:r>
              <a:rPr lang="en-US" dirty="0"/>
              <a:t> </a:t>
            </a:r>
            <a:r>
              <a:rPr lang="en-US" dirty="0" err="1"/>
              <a:t>yra</a:t>
            </a:r>
            <a:r>
              <a:rPr lang="en-US" dirty="0"/>
              <a:t> labia </a:t>
            </a:r>
            <a:r>
              <a:rPr lang="en-US" dirty="0" err="1"/>
              <a:t>blogos</a:t>
            </a:r>
            <a:r>
              <a:rPr lang="en-US" dirty="0"/>
              <a:t> </a:t>
            </a:r>
            <a:r>
              <a:rPr lang="en-US" dirty="0" err="1"/>
              <a:t>kokyb</a:t>
            </a:r>
            <a:r>
              <a:rPr lang="lt-LT" dirty="0"/>
              <a:t>ės.  Visa tai pažymėta anotuotų įrašų Excel santraukoje, kuri tarnauja, kaip registras – apie tai yra mano prezentacijoje, kurią atsiunčiau   </a:t>
            </a:r>
          </a:p>
          <a:p>
            <a:pPr marL="171450" indent="-171450">
              <a:buFontTx/>
              <a:buChar char="-"/>
            </a:pPr>
            <a:endParaRPr lang="lt-LT" dirty="0"/>
          </a:p>
          <a:p>
            <a:pPr marL="171450" indent="-171450">
              <a:buFontTx/>
              <a:buChar char="-"/>
            </a:pPr>
            <a:r>
              <a:rPr lang="lt-LT" dirty="0"/>
              <a:t> </a:t>
            </a:r>
          </a:p>
        </p:txBody>
      </p:sp>
      <p:sp>
        <p:nvSpPr>
          <p:cNvPr id="4" name="Slide Number Placeholder 3"/>
          <p:cNvSpPr>
            <a:spLocks noGrp="1"/>
          </p:cNvSpPr>
          <p:nvPr>
            <p:ph type="sldNum" sz="quarter" idx="5"/>
          </p:nvPr>
        </p:nvSpPr>
        <p:spPr/>
        <p:txBody>
          <a:bodyPr/>
          <a:lstStyle/>
          <a:p>
            <a:fld id="{290A67AE-9483-4730-BCC1-E7E79B60C2F5}" type="slidenum">
              <a:rPr lang="lt-LT" smtClean="0"/>
              <a:t>17</a:t>
            </a:fld>
            <a:endParaRPr lang="lt-LT"/>
          </a:p>
        </p:txBody>
      </p:sp>
    </p:spTree>
    <p:extLst>
      <p:ext uri="{BB962C8B-B14F-4D97-AF65-F5344CB8AC3E}">
        <p14:creationId xmlns:p14="http://schemas.microsoft.com/office/powerpoint/2010/main" val="85031708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lt-LT" dirty="0"/>
          </a:p>
        </p:txBody>
      </p:sp>
      <p:sp>
        <p:nvSpPr>
          <p:cNvPr id="4" name="Slide Number Placeholder 3"/>
          <p:cNvSpPr>
            <a:spLocks noGrp="1"/>
          </p:cNvSpPr>
          <p:nvPr>
            <p:ph type="sldNum" sz="quarter" idx="5"/>
          </p:nvPr>
        </p:nvSpPr>
        <p:spPr/>
        <p:txBody>
          <a:bodyPr/>
          <a:lstStyle/>
          <a:p>
            <a:fld id="{290A67AE-9483-4730-BCC1-E7E79B60C2F5}" type="slidenum">
              <a:rPr lang="lt-LT" smtClean="0"/>
              <a:t>18</a:t>
            </a:fld>
            <a:endParaRPr lang="lt-LT"/>
          </a:p>
        </p:txBody>
      </p:sp>
    </p:spTree>
    <p:extLst>
      <p:ext uri="{BB962C8B-B14F-4D97-AF65-F5344CB8AC3E}">
        <p14:creationId xmlns:p14="http://schemas.microsoft.com/office/powerpoint/2010/main" val="302873513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lt-LT" dirty="0"/>
          </a:p>
        </p:txBody>
      </p:sp>
      <p:sp>
        <p:nvSpPr>
          <p:cNvPr id="4" name="Slide Number Placeholder 3"/>
          <p:cNvSpPr>
            <a:spLocks noGrp="1"/>
          </p:cNvSpPr>
          <p:nvPr>
            <p:ph type="sldNum" sz="quarter" idx="5"/>
          </p:nvPr>
        </p:nvSpPr>
        <p:spPr/>
        <p:txBody>
          <a:bodyPr/>
          <a:lstStyle/>
          <a:p>
            <a:fld id="{290A67AE-9483-4730-BCC1-E7E79B60C2F5}" type="slidenum">
              <a:rPr lang="lt-LT" smtClean="0"/>
              <a:t>21</a:t>
            </a:fld>
            <a:endParaRPr lang="lt-LT"/>
          </a:p>
        </p:txBody>
      </p:sp>
    </p:spTree>
    <p:extLst>
      <p:ext uri="{BB962C8B-B14F-4D97-AF65-F5344CB8AC3E}">
        <p14:creationId xmlns:p14="http://schemas.microsoft.com/office/powerpoint/2010/main" val="39746843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lt-LT" dirty="0"/>
              <a:t>For your pipeline at 200 Hz, a good diagnostic split is:</a:t>
            </a:r>
          </a:p>
          <a:p>
            <a:r>
              <a:rPr lang="lt-LT" b="1" dirty="0"/>
              <a:t>&lt; 0.5 Hz</a:t>
            </a:r>
            <a:r>
              <a:rPr lang="lt-LT" dirty="0"/>
              <a:t>: baseline wander </a:t>
            </a:r>
          </a:p>
          <a:p>
            <a:r>
              <a:rPr lang="lt-LT" b="1" dirty="0"/>
              <a:t>0.5–5 Hz</a:t>
            </a:r>
            <a:r>
              <a:rPr lang="lt-LT" dirty="0"/>
              <a:t>: movement / electrode drift </a:t>
            </a:r>
          </a:p>
          <a:p>
            <a:r>
              <a:rPr lang="lt-LT" b="1" dirty="0"/>
              <a:t>5–20 Hz</a:t>
            </a:r>
            <a:r>
              <a:rPr lang="lt-LT" dirty="0"/>
              <a:t>: motion + some morphology distortion </a:t>
            </a:r>
          </a:p>
          <a:p>
            <a:r>
              <a:rPr lang="lt-LT" b="1" dirty="0"/>
              <a:t>20–80 Hz</a:t>
            </a:r>
            <a:r>
              <a:rPr lang="lt-LT" dirty="0"/>
              <a:t>: muscle noise / EMG </a:t>
            </a:r>
          </a:p>
          <a:p>
            <a:r>
              <a:rPr lang="lt-LT" b="1" dirty="0"/>
              <a:t>around 50 Hz</a:t>
            </a:r>
            <a:r>
              <a:rPr lang="lt-LT" dirty="0"/>
              <a:t>: possible power-line interference</a:t>
            </a:r>
          </a:p>
          <a:p>
            <a:endParaRPr lang="lt-LT" dirty="0"/>
          </a:p>
          <a:p>
            <a:endParaRPr lang="lt-LT" dirty="0"/>
          </a:p>
          <a:p>
            <a:r>
              <a:rPr lang="lt-LT" b="1" dirty="0"/>
              <a:t>0,5–5 Hz: lėti judesio ar elektrodo poslinkio artefaktai - movement</a:t>
            </a:r>
          </a:p>
          <a:p>
            <a:r>
              <a:rPr lang="lt-LT" b="1" dirty="0"/>
              <a:t>5–20 Hz: greitesni elektrodo judesio artefaktai, galintys iškraipyti EKG morfologiją - motion</a:t>
            </a:r>
          </a:p>
          <a:p>
            <a:endParaRPr lang="lt-LT" dirty="0"/>
          </a:p>
          <a:p>
            <a:r>
              <a:rPr lang="en-US" dirty="0"/>
              <a:t>def </a:t>
            </a:r>
            <a:r>
              <a:rPr lang="en-US" dirty="0" err="1"/>
              <a:t>classify_ecg_noise_segment</a:t>
            </a:r>
            <a:r>
              <a:rPr lang="en-US" dirty="0"/>
              <a:t>(</a:t>
            </a:r>
            <a:br>
              <a:rPr lang="en-US" dirty="0"/>
            </a:br>
            <a:r>
              <a:rPr lang="en-US" dirty="0"/>
              <a:t>x,</a:t>
            </a:r>
            <a:br>
              <a:rPr lang="en-US" dirty="0"/>
            </a:br>
            <a:r>
              <a:rPr lang="en-US" dirty="0"/>
              <a:t>fs=200.0,</a:t>
            </a:r>
            <a:br>
              <a:rPr lang="en-US" dirty="0"/>
            </a:br>
            <a:r>
              <a:rPr lang="en-US" dirty="0"/>
              <a:t>band_50=(48.0, 52.0),</a:t>
            </a:r>
            <a:br>
              <a:rPr lang="en-US" dirty="0"/>
            </a:br>
            <a:r>
              <a:rPr lang="en-US" dirty="0" err="1"/>
              <a:t>band_emg</a:t>
            </a:r>
            <a:r>
              <a:rPr lang="en-US" dirty="0"/>
              <a:t>=(20.0, 80.0),</a:t>
            </a:r>
            <a:br>
              <a:rPr lang="en-US" dirty="0"/>
            </a:br>
            <a:r>
              <a:rPr lang="en-US" dirty="0" err="1"/>
              <a:t>band_motion</a:t>
            </a:r>
            <a:r>
              <a:rPr lang="en-US" dirty="0"/>
              <a:t>=(0.1, 5.0),</a:t>
            </a:r>
            <a:br>
              <a:rPr lang="en-US" dirty="0"/>
            </a:br>
            <a:r>
              <a:rPr lang="en-US" dirty="0" err="1"/>
              <a:t>band_total</a:t>
            </a:r>
            <a:r>
              <a:rPr lang="en-US" dirty="0"/>
              <a:t>=(0.1, 90.0),</a:t>
            </a:r>
            <a:br>
              <a:rPr lang="en-US" dirty="0"/>
            </a:br>
            <a:r>
              <a:rPr lang="en-US" dirty="0" err="1"/>
              <a:t>min_peak_prominence_ratio</a:t>
            </a:r>
            <a:r>
              <a:rPr lang="en-US" dirty="0"/>
              <a:t>=3.0,</a:t>
            </a:r>
            <a:br>
              <a:rPr lang="en-US" dirty="0"/>
            </a:br>
            <a:r>
              <a:rPr lang="en-US" dirty="0"/>
              <a:t>):</a:t>
            </a:r>
            <a:endParaRPr lang="lt-LT" dirty="0"/>
          </a:p>
        </p:txBody>
      </p:sp>
      <p:sp>
        <p:nvSpPr>
          <p:cNvPr id="4" name="Slide Number Placeholder 3"/>
          <p:cNvSpPr>
            <a:spLocks noGrp="1"/>
          </p:cNvSpPr>
          <p:nvPr>
            <p:ph type="sldNum" sz="quarter" idx="5"/>
          </p:nvPr>
        </p:nvSpPr>
        <p:spPr/>
        <p:txBody>
          <a:bodyPr/>
          <a:lstStyle/>
          <a:p>
            <a:fld id="{290A67AE-9483-4730-BCC1-E7E79B60C2F5}" type="slidenum">
              <a:rPr lang="lt-LT" smtClean="0"/>
              <a:t>22</a:t>
            </a:fld>
            <a:endParaRPr lang="lt-LT"/>
          </a:p>
        </p:txBody>
      </p:sp>
    </p:spTree>
    <p:extLst>
      <p:ext uri="{BB962C8B-B14F-4D97-AF65-F5344CB8AC3E}">
        <p14:creationId xmlns:p14="http://schemas.microsoft.com/office/powerpoint/2010/main" val="373789720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lt-LT" dirty="0"/>
          </a:p>
        </p:txBody>
      </p:sp>
      <p:sp>
        <p:nvSpPr>
          <p:cNvPr id="4" name="Slide Number Placeholder 3"/>
          <p:cNvSpPr>
            <a:spLocks noGrp="1"/>
          </p:cNvSpPr>
          <p:nvPr>
            <p:ph type="sldNum" sz="quarter" idx="5"/>
          </p:nvPr>
        </p:nvSpPr>
        <p:spPr/>
        <p:txBody>
          <a:bodyPr/>
          <a:lstStyle/>
          <a:p>
            <a:fld id="{290A67AE-9483-4730-BCC1-E7E79B60C2F5}" type="slidenum">
              <a:rPr lang="lt-LT" smtClean="0"/>
              <a:t>25</a:t>
            </a:fld>
            <a:endParaRPr lang="lt-LT"/>
          </a:p>
        </p:txBody>
      </p:sp>
    </p:spTree>
    <p:extLst>
      <p:ext uri="{BB962C8B-B14F-4D97-AF65-F5344CB8AC3E}">
        <p14:creationId xmlns:p14="http://schemas.microsoft.com/office/powerpoint/2010/main" val="404125332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lt-LT" dirty="0"/>
          </a:p>
        </p:txBody>
      </p:sp>
      <p:sp>
        <p:nvSpPr>
          <p:cNvPr id="4" name="Slide Number Placeholder 3"/>
          <p:cNvSpPr>
            <a:spLocks noGrp="1"/>
          </p:cNvSpPr>
          <p:nvPr>
            <p:ph type="sldNum" sz="quarter" idx="5"/>
          </p:nvPr>
        </p:nvSpPr>
        <p:spPr/>
        <p:txBody>
          <a:bodyPr/>
          <a:lstStyle/>
          <a:p>
            <a:fld id="{290A67AE-9483-4730-BCC1-E7E79B60C2F5}" type="slidenum">
              <a:rPr lang="lt-LT" smtClean="0"/>
              <a:t>27</a:t>
            </a:fld>
            <a:endParaRPr lang="lt-LT"/>
          </a:p>
        </p:txBody>
      </p:sp>
    </p:spTree>
    <p:extLst>
      <p:ext uri="{BB962C8B-B14F-4D97-AF65-F5344CB8AC3E}">
        <p14:creationId xmlns:p14="http://schemas.microsoft.com/office/powerpoint/2010/main" val="7899342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B140DA-99EA-9919-23BD-0EDBEB92AF5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lt-LT"/>
          </a:p>
        </p:txBody>
      </p:sp>
      <p:sp>
        <p:nvSpPr>
          <p:cNvPr id="3" name="Subtitle 2">
            <a:extLst>
              <a:ext uri="{FF2B5EF4-FFF2-40B4-BE49-F238E27FC236}">
                <a16:creationId xmlns:a16="http://schemas.microsoft.com/office/drawing/2014/main" id="{DA47657E-DAB6-06FA-B2C1-48095F04830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lt-LT"/>
          </a:p>
        </p:txBody>
      </p:sp>
      <p:sp>
        <p:nvSpPr>
          <p:cNvPr id="4" name="Date Placeholder 3">
            <a:extLst>
              <a:ext uri="{FF2B5EF4-FFF2-40B4-BE49-F238E27FC236}">
                <a16:creationId xmlns:a16="http://schemas.microsoft.com/office/drawing/2014/main" id="{21B9D072-F982-2F61-E89B-B4E61FE0E586}"/>
              </a:ext>
            </a:extLst>
          </p:cNvPr>
          <p:cNvSpPr>
            <a:spLocks noGrp="1"/>
          </p:cNvSpPr>
          <p:nvPr>
            <p:ph type="dt" sz="half" idx="10"/>
          </p:nvPr>
        </p:nvSpPr>
        <p:spPr/>
        <p:txBody>
          <a:bodyPr/>
          <a:lstStyle/>
          <a:p>
            <a:fld id="{5C8A1CFF-501F-4A2C-BB9E-60862B74B9DA}" type="datetimeFigureOut">
              <a:rPr lang="lt-LT" smtClean="0"/>
              <a:t>2026-04-21</a:t>
            </a:fld>
            <a:endParaRPr lang="lt-LT"/>
          </a:p>
        </p:txBody>
      </p:sp>
      <p:sp>
        <p:nvSpPr>
          <p:cNvPr id="5" name="Footer Placeholder 4">
            <a:extLst>
              <a:ext uri="{FF2B5EF4-FFF2-40B4-BE49-F238E27FC236}">
                <a16:creationId xmlns:a16="http://schemas.microsoft.com/office/drawing/2014/main" id="{A1A58795-9679-C66D-73CB-16FD100B0B7D}"/>
              </a:ext>
            </a:extLst>
          </p:cNvPr>
          <p:cNvSpPr>
            <a:spLocks noGrp="1"/>
          </p:cNvSpPr>
          <p:nvPr>
            <p:ph type="ftr" sz="quarter" idx="11"/>
          </p:nvPr>
        </p:nvSpPr>
        <p:spPr/>
        <p:txBody>
          <a:bodyPr/>
          <a:lstStyle/>
          <a:p>
            <a:endParaRPr lang="lt-LT"/>
          </a:p>
        </p:txBody>
      </p:sp>
      <p:sp>
        <p:nvSpPr>
          <p:cNvPr id="6" name="Slide Number Placeholder 5">
            <a:extLst>
              <a:ext uri="{FF2B5EF4-FFF2-40B4-BE49-F238E27FC236}">
                <a16:creationId xmlns:a16="http://schemas.microsoft.com/office/drawing/2014/main" id="{ACF0993D-93F2-48DA-DD6A-16F8E2847B91}"/>
              </a:ext>
            </a:extLst>
          </p:cNvPr>
          <p:cNvSpPr>
            <a:spLocks noGrp="1"/>
          </p:cNvSpPr>
          <p:nvPr>
            <p:ph type="sldNum" sz="quarter" idx="12"/>
          </p:nvPr>
        </p:nvSpPr>
        <p:spPr/>
        <p:txBody>
          <a:bodyPr/>
          <a:lstStyle/>
          <a:p>
            <a:fld id="{B41A9A60-A625-4684-AEC9-D169579DCA0B}" type="slidenum">
              <a:rPr lang="lt-LT" smtClean="0"/>
              <a:t>‹#›</a:t>
            </a:fld>
            <a:endParaRPr lang="lt-LT"/>
          </a:p>
        </p:txBody>
      </p:sp>
    </p:spTree>
    <p:extLst>
      <p:ext uri="{BB962C8B-B14F-4D97-AF65-F5344CB8AC3E}">
        <p14:creationId xmlns:p14="http://schemas.microsoft.com/office/powerpoint/2010/main" val="18193299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C334E6-2E82-79D0-BB66-1B41A90F1086}"/>
              </a:ext>
            </a:extLst>
          </p:cNvPr>
          <p:cNvSpPr>
            <a:spLocks noGrp="1"/>
          </p:cNvSpPr>
          <p:nvPr>
            <p:ph type="title"/>
          </p:nvPr>
        </p:nvSpPr>
        <p:spPr/>
        <p:txBody>
          <a:bodyPr/>
          <a:lstStyle/>
          <a:p>
            <a:r>
              <a:rPr lang="en-US"/>
              <a:t>Click to edit Master title style</a:t>
            </a:r>
            <a:endParaRPr lang="lt-LT"/>
          </a:p>
        </p:txBody>
      </p:sp>
      <p:sp>
        <p:nvSpPr>
          <p:cNvPr id="3" name="Content Placeholder 2">
            <a:extLst>
              <a:ext uri="{FF2B5EF4-FFF2-40B4-BE49-F238E27FC236}">
                <a16:creationId xmlns:a16="http://schemas.microsoft.com/office/drawing/2014/main" id="{F12B4B59-0246-F158-EB2C-11932A0998A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t-LT"/>
          </a:p>
        </p:txBody>
      </p:sp>
      <p:sp>
        <p:nvSpPr>
          <p:cNvPr id="4" name="Date Placeholder 3">
            <a:extLst>
              <a:ext uri="{FF2B5EF4-FFF2-40B4-BE49-F238E27FC236}">
                <a16:creationId xmlns:a16="http://schemas.microsoft.com/office/drawing/2014/main" id="{B319E716-1438-33C5-269C-06FCDE16F8AA}"/>
              </a:ext>
            </a:extLst>
          </p:cNvPr>
          <p:cNvSpPr>
            <a:spLocks noGrp="1"/>
          </p:cNvSpPr>
          <p:nvPr>
            <p:ph type="dt" sz="half" idx="10"/>
          </p:nvPr>
        </p:nvSpPr>
        <p:spPr/>
        <p:txBody>
          <a:bodyPr/>
          <a:lstStyle/>
          <a:p>
            <a:fld id="{5C8A1CFF-501F-4A2C-BB9E-60862B74B9DA}" type="datetimeFigureOut">
              <a:rPr lang="lt-LT" smtClean="0"/>
              <a:t>2026-04-21</a:t>
            </a:fld>
            <a:endParaRPr lang="lt-LT"/>
          </a:p>
        </p:txBody>
      </p:sp>
      <p:sp>
        <p:nvSpPr>
          <p:cNvPr id="5" name="Footer Placeholder 4">
            <a:extLst>
              <a:ext uri="{FF2B5EF4-FFF2-40B4-BE49-F238E27FC236}">
                <a16:creationId xmlns:a16="http://schemas.microsoft.com/office/drawing/2014/main" id="{53D2E5DF-5933-7B34-D1B1-634AA1E8CC3C}"/>
              </a:ext>
            </a:extLst>
          </p:cNvPr>
          <p:cNvSpPr>
            <a:spLocks noGrp="1"/>
          </p:cNvSpPr>
          <p:nvPr>
            <p:ph type="ftr" sz="quarter" idx="11"/>
          </p:nvPr>
        </p:nvSpPr>
        <p:spPr/>
        <p:txBody>
          <a:bodyPr/>
          <a:lstStyle/>
          <a:p>
            <a:endParaRPr lang="lt-LT"/>
          </a:p>
        </p:txBody>
      </p:sp>
      <p:sp>
        <p:nvSpPr>
          <p:cNvPr id="6" name="Slide Number Placeholder 5">
            <a:extLst>
              <a:ext uri="{FF2B5EF4-FFF2-40B4-BE49-F238E27FC236}">
                <a16:creationId xmlns:a16="http://schemas.microsoft.com/office/drawing/2014/main" id="{8F0121BB-3764-E3D3-C70A-4E0986039678}"/>
              </a:ext>
            </a:extLst>
          </p:cNvPr>
          <p:cNvSpPr>
            <a:spLocks noGrp="1"/>
          </p:cNvSpPr>
          <p:nvPr>
            <p:ph type="sldNum" sz="quarter" idx="12"/>
          </p:nvPr>
        </p:nvSpPr>
        <p:spPr/>
        <p:txBody>
          <a:bodyPr/>
          <a:lstStyle/>
          <a:p>
            <a:fld id="{B41A9A60-A625-4684-AEC9-D169579DCA0B}" type="slidenum">
              <a:rPr lang="lt-LT" smtClean="0"/>
              <a:t>‹#›</a:t>
            </a:fld>
            <a:endParaRPr lang="lt-LT"/>
          </a:p>
        </p:txBody>
      </p:sp>
    </p:spTree>
    <p:extLst>
      <p:ext uri="{BB962C8B-B14F-4D97-AF65-F5344CB8AC3E}">
        <p14:creationId xmlns:p14="http://schemas.microsoft.com/office/powerpoint/2010/main" val="31858805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56D962-981F-980C-EED1-586A5912146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lt-LT"/>
          </a:p>
        </p:txBody>
      </p:sp>
      <p:sp>
        <p:nvSpPr>
          <p:cNvPr id="3" name="Text Placeholder 2">
            <a:extLst>
              <a:ext uri="{FF2B5EF4-FFF2-40B4-BE49-F238E27FC236}">
                <a16:creationId xmlns:a16="http://schemas.microsoft.com/office/drawing/2014/main" id="{6F684B3C-646C-854E-583E-FCA80AE2E1A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8849C86-C6E6-8E00-7127-74CCCFD7C51A}"/>
              </a:ext>
            </a:extLst>
          </p:cNvPr>
          <p:cNvSpPr>
            <a:spLocks noGrp="1"/>
          </p:cNvSpPr>
          <p:nvPr>
            <p:ph type="dt" sz="half" idx="10"/>
          </p:nvPr>
        </p:nvSpPr>
        <p:spPr/>
        <p:txBody>
          <a:bodyPr/>
          <a:lstStyle/>
          <a:p>
            <a:fld id="{5C8A1CFF-501F-4A2C-BB9E-60862B74B9DA}" type="datetimeFigureOut">
              <a:rPr lang="lt-LT" smtClean="0"/>
              <a:t>2026-04-21</a:t>
            </a:fld>
            <a:endParaRPr lang="lt-LT"/>
          </a:p>
        </p:txBody>
      </p:sp>
      <p:sp>
        <p:nvSpPr>
          <p:cNvPr id="5" name="Footer Placeholder 4">
            <a:extLst>
              <a:ext uri="{FF2B5EF4-FFF2-40B4-BE49-F238E27FC236}">
                <a16:creationId xmlns:a16="http://schemas.microsoft.com/office/drawing/2014/main" id="{7CE669E9-C5D1-E85A-6D7B-A64666249A89}"/>
              </a:ext>
            </a:extLst>
          </p:cNvPr>
          <p:cNvSpPr>
            <a:spLocks noGrp="1"/>
          </p:cNvSpPr>
          <p:nvPr>
            <p:ph type="ftr" sz="quarter" idx="11"/>
          </p:nvPr>
        </p:nvSpPr>
        <p:spPr/>
        <p:txBody>
          <a:bodyPr/>
          <a:lstStyle/>
          <a:p>
            <a:endParaRPr lang="lt-LT"/>
          </a:p>
        </p:txBody>
      </p:sp>
      <p:sp>
        <p:nvSpPr>
          <p:cNvPr id="6" name="Slide Number Placeholder 5">
            <a:extLst>
              <a:ext uri="{FF2B5EF4-FFF2-40B4-BE49-F238E27FC236}">
                <a16:creationId xmlns:a16="http://schemas.microsoft.com/office/drawing/2014/main" id="{2092303A-E671-7AD9-0ECD-4C8DA1C4CD8F}"/>
              </a:ext>
            </a:extLst>
          </p:cNvPr>
          <p:cNvSpPr>
            <a:spLocks noGrp="1"/>
          </p:cNvSpPr>
          <p:nvPr>
            <p:ph type="sldNum" sz="quarter" idx="12"/>
          </p:nvPr>
        </p:nvSpPr>
        <p:spPr/>
        <p:txBody>
          <a:bodyPr/>
          <a:lstStyle/>
          <a:p>
            <a:fld id="{B41A9A60-A625-4684-AEC9-D169579DCA0B}" type="slidenum">
              <a:rPr lang="lt-LT" smtClean="0"/>
              <a:t>‹#›</a:t>
            </a:fld>
            <a:endParaRPr lang="lt-LT"/>
          </a:p>
        </p:txBody>
      </p:sp>
    </p:spTree>
    <p:extLst>
      <p:ext uri="{BB962C8B-B14F-4D97-AF65-F5344CB8AC3E}">
        <p14:creationId xmlns:p14="http://schemas.microsoft.com/office/powerpoint/2010/main" val="33800405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FFE735-B4B5-F75E-AA4B-F0057C01C882}"/>
              </a:ext>
            </a:extLst>
          </p:cNvPr>
          <p:cNvSpPr>
            <a:spLocks noGrp="1"/>
          </p:cNvSpPr>
          <p:nvPr>
            <p:ph type="title"/>
          </p:nvPr>
        </p:nvSpPr>
        <p:spPr/>
        <p:txBody>
          <a:bodyPr/>
          <a:lstStyle/>
          <a:p>
            <a:r>
              <a:rPr lang="en-US"/>
              <a:t>Click to edit Master title style</a:t>
            </a:r>
            <a:endParaRPr lang="lt-LT"/>
          </a:p>
        </p:txBody>
      </p:sp>
      <p:sp>
        <p:nvSpPr>
          <p:cNvPr id="3" name="Content Placeholder 2">
            <a:extLst>
              <a:ext uri="{FF2B5EF4-FFF2-40B4-BE49-F238E27FC236}">
                <a16:creationId xmlns:a16="http://schemas.microsoft.com/office/drawing/2014/main" id="{1DD86208-F1E8-0AC3-559E-332BB2AA8C6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t-LT"/>
          </a:p>
        </p:txBody>
      </p:sp>
      <p:sp>
        <p:nvSpPr>
          <p:cNvPr id="4" name="Content Placeholder 3">
            <a:extLst>
              <a:ext uri="{FF2B5EF4-FFF2-40B4-BE49-F238E27FC236}">
                <a16:creationId xmlns:a16="http://schemas.microsoft.com/office/drawing/2014/main" id="{F8ABAF74-BC8B-5CF5-C332-8CC4AD52F76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t-LT"/>
          </a:p>
        </p:txBody>
      </p:sp>
      <p:sp>
        <p:nvSpPr>
          <p:cNvPr id="5" name="Date Placeholder 4">
            <a:extLst>
              <a:ext uri="{FF2B5EF4-FFF2-40B4-BE49-F238E27FC236}">
                <a16:creationId xmlns:a16="http://schemas.microsoft.com/office/drawing/2014/main" id="{41A941A2-5E40-366B-6B54-5726D8FCF05A}"/>
              </a:ext>
            </a:extLst>
          </p:cNvPr>
          <p:cNvSpPr>
            <a:spLocks noGrp="1"/>
          </p:cNvSpPr>
          <p:nvPr>
            <p:ph type="dt" sz="half" idx="10"/>
          </p:nvPr>
        </p:nvSpPr>
        <p:spPr/>
        <p:txBody>
          <a:bodyPr/>
          <a:lstStyle/>
          <a:p>
            <a:fld id="{5C8A1CFF-501F-4A2C-BB9E-60862B74B9DA}" type="datetimeFigureOut">
              <a:rPr lang="lt-LT" smtClean="0"/>
              <a:t>2026-04-21</a:t>
            </a:fld>
            <a:endParaRPr lang="lt-LT"/>
          </a:p>
        </p:txBody>
      </p:sp>
      <p:sp>
        <p:nvSpPr>
          <p:cNvPr id="6" name="Footer Placeholder 5">
            <a:extLst>
              <a:ext uri="{FF2B5EF4-FFF2-40B4-BE49-F238E27FC236}">
                <a16:creationId xmlns:a16="http://schemas.microsoft.com/office/drawing/2014/main" id="{E9B3866D-7BF4-0803-D5E3-605843E6D666}"/>
              </a:ext>
            </a:extLst>
          </p:cNvPr>
          <p:cNvSpPr>
            <a:spLocks noGrp="1"/>
          </p:cNvSpPr>
          <p:nvPr>
            <p:ph type="ftr" sz="quarter" idx="11"/>
          </p:nvPr>
        </p:nvSpPr>
        <p:spPr/>
        <p:txBody>
          <a:bodyPr/>
          <a:lstStyle/>
          <a:p>
            <a:endParaRPr lang="lt-LT"/>
          </a:p>
        </p:txBody>
      </p:sp>
      <p:sp>
        <p:nvSpPr>
          <p:cNvPr id="7" name="Slide Number Placeholder 6">
            <a:extLst>
              <a:ext uri="{FF2B5EF4-FFF2-40B4-BE49-F238E27FC236}">
                <a16:creationId xmlns:a16="http://schemas.microsoft.com/office/drawing/2014/main" id="{C4B08633-7A42-FF61-5089-6E8FF9B94EDC}"/>
              </a:ext>
            </a:extLst>
          </p:cNvPr>
          <p:cNvSpPr>
            <a:spLocks noGrp="1"/>
          </p:cNvSpPr>
          <p:nvPr>
            <p:ph type="sldNum" sz="quarter" idx="12"/>
          </p:nvPr>
        </p:nvSpPr>
        <p:spPr/>
        <p:txBody>
          <a:bodyPr/>
          <a:lstStyle/>
          <a:p>
            <a:fld id="{B41A9A60-A625-4684-AEC9-D169579DCA0B}" type="slidenum">
              <a:rPr lang="lt-LT" smtClean="0"/>
              <a:t>‹#›</a:t>
            </a:fld>
            <a:endParaRPr lang="lt-LT"/>
          </a:p>
        </p:txBody>
      </p:sp>
    </p:spTree>
    <p:extLst>
      <p:ext uri="{BB962C8B-B14F-4D97-AF65-F5344CB8AC3E}">
        <p14:creationId xmlns:p14="http://schemas.microsoft.com/office/powerpoint/2010/main" val="35011366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E8AD80-9268-0BE6-3D08-DA8DDAD2AC35}"/>
              </a:ext>
            </a:extLst>
          </p:cNvPr>
          <p:cNvSpPr>
            <a:spLocks noGrp="1"/>
          </p:cNvSpPr>
          <p:nvPr>
            <p:ph type="title"/>
          </p:nvPr>
        </p:nvSpPr>
        <p:spPr>
          <a:xfrm>
            <a:off x="839788" y="365125"/>
            <a:ext cx="10515600" cy="1325563"/>
          </a:xfrm>
        </p:spPr>
        <p:txBody>
          <a:bodyPr/>
          <a:lstStyle/>
          <a:p>
            <a:r>
              <a:rPr lang="en-US"/>
              <a:t>Click to edit Master title style</a:t>
            </a:r>
            <a:endParaRPr lang="lt-LT"/>
          </a:p>
        </p:txBody>
      </p:sp>
      <p:sp>
        <p:nvSpPr>
          <p:cNvPr id="3" name="Text Placeholder 2">
            <a:extLst>
              <a:ext uri="{FF2B5EF4-FFF2-40B4-BE49-F238E27FC236}">
                <a16:creationId xmlns:a16="http://schemas.microsoft.com/office/drawing/2014/main" id="{7DDD2FE0-A28C-F44A-E8FA-51E566DABD1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FF0E455-0735-5F63-6C64-CD69A036742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t-LT"/>
          </a:p>
        </p:txBody>
      </p:sp>
      <p:sp>
        <p:nvSpPr>
          <p:cNvPr id="5" name="Text Placeholder 4">
            <a:extLst>
              <a:ext uri="{FF2B5EF4-FFF2-40B4-BE49-F238E27FC236}">
                <a16:creationId xmlns:a16="http://schemas.microsoft.com/office/drawing/2014/main" id="{9452F6FA-70F0-D57C-BD4E-12C090E6EA6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7ED94FD-4294-6D4E-87F5-B7E0E606689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t-LT"/>
          </a:p>
        </p:txBody>
      </p:sp>
      <p:sp>
        <p:nvSpPr>
          <p:cNvPr id="7" name="Date Placeholder 6">
            <a:extLst>
              <a:ext uri="{FF2B5EF4-FFF2-40B4-BE49-F238E27FC236}">
                <a16:creationId xmlns:a16="http://schemas.microsoft.com/office/drawing/2014/main" id="{52BF8893-93E6-6471-B9BE-4ACC6F833492}"/>
              </a:ext>
            </a:extLst>
          </p:cNvPr>
          <p:cNvSpPr>
            <a:spLocks noGrp="1"/>
          </p:cNvSpPr>
          <p:nvPr>
            <p:ph type="dt" sz="half" idx="10"/>
          </p:nvPr>
        </p:nvSpPr>
        <p:spPr/>
        <p:txBody>
          <a:bodyPr/>
          <a:lstStyle/>
          <a:p>
            <a:fld id="{5C8A1CFF-501F-4A2C-BB9E-60862B74B9DA}" type="datetimeFigureOut">
              <a:rPr lang="lt-LT" smtClean="0"/>
              <a:t>2026-04-21</a:t>
            </a:fld>
            <a:endParaRPr lang="lt-LT"/>
          </a:p>
        </p:txBody>
      </p:sp>
      <p:sp>
        <p:nvSpPr>
          <p:cNvPr id="8" name="Footer Placeholder 7">
            <a:extLst>
              <a:ext uri="{FF2B5EF4-FFF2-40B4-BE49-F238E27FC236}">
                <a16:creationId xmlns:a16="http://schemas.microsoft.com/office/drawing/2014/main" id="{C7E43F08-712D-109E-DCE2-56EBD11A99E3}"/>
              </a:ext>
            </a:extLst>
          </p:cNvPr>
          <p:cNvSpPr>
            <a:spLocks noGrp="1"/>
          </p:cNvSpPr>
          <p:nvPr>
            <p:ph type="ftr" sz="quarter" idx="11"/>
          </p:nvPr>
        </p:nvSpPr>
        <p:spPr/>
        <p:txBody>
          <a:bodyPr/>
          <a:lstStyle/>
          <a:p>
            <a:endParaRPr lang="lt-LT"/>
          </a:p>
        </p:txBody>
      </p:sp>
      <p:sp>
        <p:nvSpPr>
          <p:cNvPr id="9" name="Slide Number Placeholder 8">
            <a:extLst>
              <a:ext uri="{FF2B5EF4-FFF2-40B4-BE49-F238E27FC236}">
                <a16:creationId xmlns:a16="http://schemas.microsoft.com/office/drawing/2014/main" id="{D012401E-93D4-1925-05EA-839C68F8A624}"/>
              </a:ext>
            </a:extLst>
          </p:cNvPr>
          <p:cNvSpPr>
            <a:spLocks noGrp="1"/>
          </p:cNvSpPr>
          <p:nvPr>
            <p:ph type="sldNum" sz="quarter" idx="12"/>
          </p:nvPr>
        </p:nvSpPr>
        <p:spPr/>
        <p:txBody>
          <a:bodyPr/>
          <a:lstStyle/>
          <a:p>
            <a:fld id="{B41A9A60-A625-4684-AEC9-D169579DCA0B}" type="slidenum">
              <a:rPr lang="lt-LT" smtClean="0"/>
              <a:t>‹#›</a:t>
            </a:fld>
            <a:endParaRPr lang="lt-LT"/>
          </a:p>
        </p:txBody>
      </p:sp>
    </p:spTree>
    <p:extLst>
      <p:ext uri="{BB962C8B-B14F-4D97-AF65-F5344CB8AC3E}">
        <p14:creationId xmlns:p14="http://schemas.microsoft.com/office/powerpoint/2010/main" val="18321830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A262FB-F572-C0EE-AB83-D736509BB455}"/>
              </a:ext>
            </a:extLst>
          </p:cNvPr>
          <p:cNvSpPr>
            <a:spLocks noGrp="1"/>
          </p:cNvSpPr>
          <p:nvPr>
            <p:ph type="title"/>
          </p:nvPr>
        </p:nvSpPr>
        <p:spPr/>
        <p:txBody>
          <a:bodyPr/>
          <a:lstStyle/>
          <a:p>
            <a:r>
              <a:rPr lang="en-US"/>
              <a:t>Click to edit Master title style</a:t>
            </a:r>
            <a:endParaRPr lang="lt-LT"/>
          </a:p>
        </p:txBody>
      </p:sp>
      <p:sp>
        <p:nvSpPr>
          <p:cNvPr id="3" name="Date Placeholder 2">
            <a:extLst>
              <a:ext uri="{FF2B5EF4-FFF2-40B4-BE49-F238E27FC236}">
                <a16:creationId xmlns:a16="http://schemas.microsoft.com/office/drawing/2014/main" id="{B5E48DE0-26FA-DAAD-0EBF-6660509BFB19}"/>
              </a:ext>
            </a:extLst>
          </p:cNvPr>
          <p:cNvSpPr>
            <a:spLocks noGrp="1"/>
          </p:cNvSpPr>
          <p:nvPr>
            <p:ph type="dt" sz="half" idx="10"/>
          </p:nvPr>
        </p:nvSpPr>
        <p:spPr/>
        <p:txBody>
          <a:bodyPr/>
          <a:lstStyle/>
          <a:p>
            <a:fld id="{5C8A1CFF-501F-4A2C-BB9E-60862B74B9DA}" type="datetimeFigureOut">
              <a:rPr lang="lt-LT" smtClean="0"/>
              <a:t>2026-04-21</a:t>
            </a:fld>
            <a:endParaRPr lang="lt-LT"/>
          </a:p>
        </p:txBody>
      </p:sp>
      <p:sp>
        <p:nvSpPr>
          <p:cNvPr id="4" name="Footer Placeholder 3">
            <a:extLst>
              <a:ext uri="{FF2B5EF4-FFF2-40B4-BE49-F238E27FC236}">
                <a16:creationId xmlns:a16="http://schemas.microsoft.com/office/drawing/2014/main" id="{211BD8FA-7467-9A06-7E66-6D9E3A3FFE2B}"/>
              </a:ext>
            </a:extLst>
          </p:cNvPr>
          <p:cNvSpPr>
            <a:spLocks noGrp="1"/>
          </p:cNvSpPr>
          <p:nvPr>
            <p:ph type="ftr" sz="quarter" idx="11"/>
          </p:nvPr>
        </p:nvSpPr>
        <p:spPr/>
        <p:txBody>
          <a:bodyPr/>
          <a:lstStyle/>
          <a:p>
            <a:endParaRPr lang="lt-LT"/>
          </a:p>
        </p:txBody>
      </p:sp>
      <p:sp>
        <p:nvSpPr>
          <p:cNvPr id="5" name="Slide Number Placeholder 4">
            <a:extLst>
              <a:ext uri="{FF2B5EF4-FFF2-40B4-BE49-F238E27FC236}">
                <a16:creationId xmlns:a16="http://schemas.microsoft.com/office/drawing/2014/main" id="{21C7EC6A-DE44-7624-CE80-2B0136331A2C}"/>
              </a:ext>
            </a:extLst>
          </p:cNvPr>
          <p:cNvSpPr>
            <a:spLocks noGrp="1"/>
          </p:cNvSpPr>
          <p:nvPr>
            <p:ph type="sldNum" sz="quarter" idx="12"/>
          </p:nvPr>
        </p:nvSpPr>
        <p:spPr/>
        <p:txBody>
          <a:bodyPr/>
          <a:lstStyle/>
          <a:p>
            <a:fld id="{B41A9A60-A625-4684-AEC9-D169579DCA0B}" type="slidenum">
              <a:rPr lang="lt-LT" smtClean="0"/>
              <a:t>‹#›</a:t>
            </a:fld>
            <a:endParaRPr lang="lt-LT"/>
          </a:p>
        </p:txBody>
      </p:sp>
    </p:spTree>
    <p:extLst>
      <p:ext uri="{BB962C8B-B14F-4D97-AF65-F5344CB8AC3E}">
        <p14:creationId xmlns:p14="http://schemas.microsoft.com/office/powerpoint/2010/main" val="29634119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9797023-5F6F-7B75-50C6-BE051D9ADAEF}"/>
              </a:ext>
            </a:extLst>
          </p:cNvPr>
          <p:cNvSpPr>
            <a:spLocks noGrp="1"/>
          </p:cNvSpPr>
          <p:nvPr>
            <p:ph type="dt" sz="half" idx="10"/>
          </p:nvPr>
        </p:nvSpPr>
        <p:spPr/>
        <p:txBody>
          <a:bodyPr/>
          <a:lstStyle/>
          <a:p>
            <a:fld id="{5C8A1CFF-501F-4A2C-BB9E-60862B74B9DA}" type="datetimeFigureOut">
              <a:rPr lang="lt-LT" smtClean="0"/>
              <a:t>2026-04-21</a:t>
            </a:fld>
            <a:endParaRPr lang="lt-LT"/>
          </a:p>
        </p:txBody>
      </p:sp>
      <p:sp>
        <p:nvSpPr>
          <p:cNvPr id="3" name="Footer Placeholder 2">
            <a:extLst>
              <a:ext uri="{FF2B5EF4-FFF2-40B4-BE49-F238E27FC236}">
                <a16:creationId xmlns:a16="http://schemas.microsoft.com/office/drawing/2014/main" id="{C8C951A2-360A-60CE-7BEA-3B444A7AD2AA}"/>
              </a:ext>
            </a:extLst>
          </p:cNvPr>
          <p:cNvSpPr>
            <a:spLocks noGrp="1"/>
          </p:cNvSpPr>
          <p:nvPr>
            <p:ph type="ftr" sz="quarter" idx="11"/>
          </p:nvPr>
        </p:nvSpPr>
        <p:spPr/>
        <p:txBody>
          <a:bodyPr/>
          <a:lstStyle/>
          <a:p>
            <a:endParaRPr lang="lt-LT"/>
          </a:p>
        </p:txBody>
      </p:sp>
      <p:sp>
        <p:nvSpPr>
          <p:cNvPr id="4" name="Slide Number Placeholder 3">
            <a:extLst>
              <a:ext uri="{FF2B5EF4-FFF2-40B4-BE49-F238E27FC236}">
                <a16:creationId xmlns:a16="http://schemas.microsoft.com/office/drawing/2014/main" id="{564255D3-918E-37DE-BAF0-0D53BD646C99}"/>
              </a:ext>
            </a:extLst>
          </p:cNvPr>
          <p:cNvSpPr>
            <a:spLocks noGrp="1"/>
          </p:cNvSpPr>
          <p:nvPr>
            <p:ph type="sldNum" sz="quarter" idx="12"/>
          </p:nvPr>
        </p:nvSpPr>
        <p:spPr/>
        <p:txBody>
          <a:bodyPr/>
          <a:lstStyle/>
          <a:p>
            <a:fld id="{B41A9A60-A625-4684-AEC9-D169579DCA0B}" type="slidenum">
              <a:rPr lang="lt-LT" smtClean="0"/>
              <a:t>‹#›</a:t>
            </a:fld>
            <a:endParaRPr lang="lt-LT"/>
          </a:p>
        </p:txBody>
      </p:sp>
    </p:spTree>
    <p:extLst>
      <p:ext uri="{BB962C8B-B14F-4D97-AF65-F5344CB8AC3E}">
        <p14:creationId xmlns:p14="http://schemas.microsoft.com/office/powerpoint/2010/main" val="33223560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A2BBBA-BC87-D282-A27E-7DE03432DB0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lt-LT"/>
          </a:p>
        </p:txBody>
      </p:sp>
      <p:sp>
        <p:nvSpPr>
          <p:cNvPr id="3" name="Content Placeholder 2">
            <a:extLst>
              <a:ext uri="{FF2B5EF4-FFF2-40B4-BE49-F238E27FC236}">
                <a16:creationId xmlns:a16="http://schemas.microsoft.com/office/drawing/2014/main" id="{5E3007BB-A142-E5CB-3513-DA246C18FB5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t-LT"/>
          </a:p>
        </p:txBody>
      </p:sp>
      <p:sp>
        <p:nvSpPr>
          <p:cNvPr id="4" name="Text Placeholder 3">
            <a:extLst>
              <a:ext uri="{FF2B5EF4-FFF2-40B4-BE49-F238E27FC236}">
                <a16:creationId xmlns:a16="http://schemas.microsoft.com/office/drawing/2014/main" id="{BFF19612-B4F3-889B-36F9-6CCA9197A1A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7DC4A67-2B21-97DC-E06D-8310F6ECA585}"/>
              </a:ext>
            </a:extLst>
          </p:cNvPr>
          <p:cNvSpPr>
            <a:spLocks noGrp="1"/>
          </p:cNvSpPr>
          <p:nvPr>
            <p:ph type="dt" sz="half" idx="10"/>
          </p:nvPr>
        </p:nvSpPr>
        <p:spPr/>
        <p:txBody>
          <a:bodyPr/>
          <a:lstStyle/>
          <a:p>
            <a:fld id="{5C8A1CFF-501F-4A2C-BB9E-60862B74B9DA}" type="datetimeFigureOut">
              <a:rPr lang="lt-LT" smtClean="0"/>
              <a:t>2026-04-21</a:t>
            </a:fld>
            <a:endParaRPr lang="lt-LT"/>
          </a:p>
        </p:txBody>
      </p:sp>
      <p:sp>
        <p:nvSpPr>
          <p:cNvPr id="6" name="Footer Placeholder 5">
            <a:extLst>
              <a:ext uri="{FF2B5EF4-FFF2-40B4-BE49-F238E27FC236}">
                <a16:creationId xmlns:a16="http://schemas.microsoft.com/office/drawing/2014/main" id="{4CEC8327-B857-BC0C-9BE0-3551780EFAFE}"/>
              </a:ext>
            </a:extLst>
          </p:cNvPr>
          <p:cNvSpPr>
            <a:spLocks noGrp="1"/>
          </p:cNvSpPr>
          <p:nvPr>
            <p:ph type="ftr" sz="quarter" idx="11"/>
          </p:nvPr>
        </p:nvSpPr>
        <p:spPr/>
        <p:txBody>
          <a:bodyPr/>
          <a:lstStyle/>
          <a:p>
            <a:endParaRPr lang="lt-LT"/>
          </a:p>
        </p:txBody>
      </p:sp>
      <p:sp>
        <p:nvSpPr>
          <p:cNvPr id="7" name="Slide Number Placeholder 6">
            <a:extLst>
              <a:ext uri="{FF2B5EF4-FFF2-40B4-BE49-F238E27FC236}">
                <a16:creationId xmlns:a16="http://schemas.microsoft.com/office/drawing/2014/main" id="{98875505-5A47-36CC-BB15-6A77B4FE1A62}"/>
              </a:ext>
            </a:extLst>
          </p:cNvPr>
          <p:cNvSpPr>
            <a:spLocks noGrp="1"/>
          </p:cNvSpPr>
          <p:nvPr>
            <p:ph type="sldNum" sz="quarter" idx="12"/>
          </p:nvPr>
        </p:nvSpPr>
        <p:spPr/>
        <p:txBody>
          <a:bodyPr/>
          <a:lstStyle/>
          <a:p>
            <a:fld id="{B41A9A60-A625-4684-AEC9-D169579DCA0B}" type="slidenum">
              <a:rPr lang="lt-LT" smtClean="0"/>
              <a:t>‹#›</a:t>
            </a:fld>
            <a:endParaRPr lang="lt-LT"/>
          </a:p>
        </p:txBody>
      </p:sp>
    </p:spTree>
    <p:extLst>
      <p:ext uri="{BB962C8B-B14F-4D97-AF65-F5344CB8AC3E}">
        <p14:creationId xmlns:p14="http://schemas.microsoft.com/office/powerpoint/2010/main" val="14178778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3AB8AD-8391-7957-6228-FFB79760B09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lt-LT"/>
          </a:p>
        </p:txBody>
      </p:sp>
      <p:sp>
        <p:nvSpPr>
          <p:cNvPr id="3" name="Picture Placeholder 2">
            <a:extLst>
              <a:ext uri="{FF2B5EF4-FFF2-40B4-BE49-F238E27FC236}">
                <a16:creationId xmlns:a16="http://schemas.microsoft.com/office/drawing/2014/main" id="{57A218B9-0647-C9D0-DB7E-A364DF101F8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lt-LT"/>
          </a:p>
        </p:txBody>
      </p:sp>
      <p:sp>
        <p:nvSpPr>
          <p:cNvPr id="4" name="Text Placeholder 3">
            <a:extLst>
              <a:ext uri="{FF2B5EF4-FFF2-40B4-BE49-F238E27FC236}">
                <a16:creationId xmlns:a16="http://schemas.microsoft.com/office/drawing/2014/main" id="{BF35BF29-E2F0-FC02-FA3B-0291A51B542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BFB94EB-60CE-D209-0870-067767610880}"/>
              </a:ext>
            </a:extLst>
          </p:cNvPr>
          <p:cNvSpPr>
            <a:spLocks noGrp="1"/>
          </p:cNvSpPr>
          <p:nvPr>
            <p:ph type="dt" sz="half" idx="10"/>
          </p:nvPr>
        </p:nvSpPr>
        <p:spPr/>
        <p:txBody>
          <a:bodyPr/>
          <a:lstStyle/>
          <a:p>
            <a:fld id="{5C8A1CFF-501F-4A2C-BB9E-60862B74B9DA}" type="datetimeFigureOut">
              <a:rPr lang="lt-LT" smtClean="0"/>
              <a:t>2026-04-21</a:t>
            </a:fld>
            <a:endParaRPr lang="lt-LT"/>
          </a:p>
        </p:txBody>
      </p:sp>
      <p:sp>
        <p:nvSpPr>
          <p:cNvPr id="6" name="Footer Placeholder 5">
            <a:extLst>
              <a:ext uri="{FF2B5EF4-FFF2-40B4-BE49-F238E27FC236}">
                <a16:creationId xmlns:a16="http://schemas.microsoft.com/office/drawing/2014/main" id="{FAEE4354-0769-5FFA-692A-E20AA5EF49AA}"/>
              </a:ext>
            </a:extLst>
          </p:cNvPr>
          <p:cNvSpPr>
            <a:spLocks noGrp="1"/>
          </p:cNvSpPr>
          <p:nvPr>
            <p:ph type="ftr" sz="quarter" idx="11"/>
          </p:nvPr>
        </p:nvSpPr>
        <p:spPr/>
        <p:txBody>
          <a:bodyPr/>
          <a:lstStyle/>
          <a:p>
            <a:endParaRPr lang="lt-LT"/>
          </a:p>
        </p:txBody>
      </p:sp>
      <p:sp>
        <p:nvSpPr>
          <p:cNvPr id="7" name="Slide Number Placeholder 6">
            <a:extLst>
              <a:ext uri="{FF2B5EF4-FFF2-40B4-BE49-F238E27FC236}">
                <a16:creationId xmlns:a16="http://schemas.microsoft.com/office/drawing/2014/main" id="{F23FAFFE-47B0-8686-F6DD-0A011EF1419E}"/>
              </a:ext>
            </a:extLst>
          </p:cNvPr>
          <p:cNvSpPr>
            <a:spLocks noGrp="1"/>
          </p:cNvSpPr>
          <p:nvPr>
            <p:ph type="sldNum" sz="quarter" idx="12"/>
          </p:nvPr>
        </p:nvSpPr>
        <p:spPr/>
        <p:txBody>
          <a:bodyPr/>
          <a:lstStyle/>
          <a:p>
            <a:fld id="{B41A9A60-A625-4684-AEC9-D169579DCA0B}" type="slidenum">
              <a:rPr lang="lt-LT" smtClean="0"/>
              <a:t>‹#›</a:t>
            </a:fld>
            <a:endParaRPr lang="lt-LT"/>
          </a:p>
        </p:txBody>
      </p:sp>
    </p:spTree>
    <p:extLst>
      <p:ext uri="{BB962C8B-B14F-4D97-AF65-F5344CB8AC3E}">
        <p14:creationId xmlns:p14="http://schemas.microsoft.com/office/powerpoint/2010/main" val="6294952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C08FBC-C8EF-F948-63F3-92A657894D28}"/>
              </a:ext>
            </a:extLst>
          </p:cNvPr>
          <p:cNvSpPr>
            <a:spLocks noGrp="1"/>
          </p:cNvSpPr>
          <p:nvPr>
            <p:ph type="title"/>
          </p:nvPr>
        </p:nvSpPr>
        <p:spPr/>
        <p:txBody>
          <a:bodyPr/>
          <a:lstStyle/>
          <a:p>
            <a:r>
              <a:rPr lang="en-US"/>
              <a:t>Click to edit Master title style</a:t>
            </a:r>
            <a:endParaRPr lang="lt-LT"/>
          </a:p>
        </p:txBody>
      </p:sp>
      <p:sp>
        <p:nvSpPr>
          <p:cNvPr id="3" name="Vertical Text Placeholder 2">
            <a:extLst>
              <a:ext uri="{FF2B5EF4-FFF2-40B4-BE49-F238E27FC236}">
                <a16:creationId xmlns:a16="http://schemas.microsoft.com/office/drawing/2014/main" id="{1843FD9D-578D-3701-908C-E3431523B84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t-LT"/>
          </a:p>
        </p:txBody>
      </p:sp>
      <p:sp>
        <p:nvSpPr>
          <p:cNvPr id="4" name="Date Placeholder 3">
            <a:extLst>
              <a:ext uri="{FF2B5EF4-FFF2-40B4-BE49-F238E27FC236}">
                <a16:creationId xmlns:a16="http://schemas.microsoft.com/office/drawing/2014/main" id="{DD6B4791-77FB-BE9C-12F9-E619961890DF}"/>
              </a:ext>
            </a:extLst>
          </p:cNvPr>
          <p:cNvSpPr>
            <a:spLocks noGrp="1"/>
          </p:cNvSpPr>
          <p:nvPr>
            <p:ph type="dt" sz="half" idx="10"/>
          </p:nvPr>
        </p:nvSpPr>
        <p:spPr/>
        <p:txBody>
          <a:bodyPr/>
          <a:lstStyle/>
          <a:p>
            <a:fld id="{5C8A1CFF-501F-4A2C-BB9E-60862B74B9DA}" type="datetimeFigureOut">
              <a:rPr lang="lt-LT" smtClean="0"/>
              <a:t>2026-04-21</a:t>
            </a:fld>
            <a:endParaRPr lang="lt-LT"/>
          </a:p>
        </p:txBody>
      </p:sp>
      <p:sp>
        <p:nvSpPr>
          <p:cNvPr id="5" name="Footer Placeholder 4">
            <a:extLst>
              <a:ext uri="{FF2B5EF4-FFF2-40B4-BE49-F238E27FC236}">
                <a16:creationId xmlns:a16="http://schemas.microsoft.com/office/drawing/2014/main" id="{8E1EBD77-6631-34F5-8951-C382661A51D1}"/>
              </a:ext>
            </a:extLst>
          </p:cNvPr>
          <p:cNvSpPr>
            <a:spLocks noGrp="1"/>
          </p:cNvSpPr>
          <p:nvPr>
            <p:ph type="ftr" sz="quarter" idx="11"/>
          </p:nvPr>
        </p:nvSpPr>
        <p:spPr/>
        <p:txBody>
          <a:bodyPr/>
          <a:lstStyle/>
          <a:p>
            <a:endParaRPr lang="lt-LT"/>
          </a:p>
        </p:txBody>
      </p:sp>
      <p:sp>
        <p:nvSpPr>
          <p:cNvPr id="6" name="Slide Number Placeholder 5">
            <a:extLst>
              <a:ext uri="{FF2B5EF4-FFF2-40B4-BE49-F238E27FC236}">
                <a16:creationId xmlns:a16="http://schemas.microsoft.com/office/drawing/2014/main" id="{48FDC29B-3925-B342-B3BF-2CB8C03C6EFB}"/>
              </a:ext>
            </a:extLst>
          </p:cNvPr>
          <p:cNvSpPr>
            <a:spLocks noGrp="1"/>
          </p:cNvSpPr>
          <p:nvPr>
            <p:ph type="sldNum" sz="quarter" idx="12"/>
          </p:nvPr>
        </p:nvSpPr>
        <p:spPr/>
        <p:txBody>
          <a:bodyPr/>
          <a:lstStyle/>
          <a:p>
            <a:fld id="{B41A9A60-A625-4684-AEC9-D169579DCA0B}" type="slidenum">
              <a:rPr lang="lt-LT" smtClean="0"/>
              <a:t>‹#›</a:t>
            </a:fld>
            <a:endParaRPr lang="lt-LT"/>
          </a:p>
        </p:txBody>
      </p:sp>
    </p:spTree>
    <p:extLst>
      <p:ext uri="{BB962C8B-B14F-4D97-AF65-F5344CB8AC3E}">
        <p14:creationId xmlns:p14="http://schemas.microsoft.com/office/powerpoint/2010/main" val="14815998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A388EBA-37AB-BEC8-CA7B-01230522F1D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lt-LT"/>
          </a:p>
        </p:txBody>
      </p:sp>
      <p:sp>
        <p:nvSpPr>
          <p:cNvPr id="3" name="Vertical Text Placeholder 2">
            <a:extLst>
              <a:ext uri="{FF2B5EF4-FFF2-40B4-BE49-F238E27FC236}">
                <a16:creationId xmlns:a16="http://schemas.microsoft.com/office/drawing/2014/main" id="{F98A6A1E-C7B7-03DC-F229-3D62D2E159F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t-LT"/>
          </a:p>
        </p:txBody>
      </p:sp>
      <p:sp>
        <p:nvSpPr>
          <p:cNvPr id="4" name="Date Placeholder 3">
            <a:extLst>
              <a:ext uri="{FF2B5EF4-FFF2-40B4-BE49-F238E27FC236}">
                <a16:creationId xmlns:a16="http://schemas.microsoft.com/office/drawing/2014/main" id="{ACE61F7C-7C2B-9F1A-0282-69B84F5BE1EA}"/>
              </a:ext>
            </a:extLst>
          </p:cNvPr>
          <p:cNvSpPr>
            <a:spLocks noGrp="1"/>
          </p:cNvSpPr>
          <p:nvPr>
            <p:ph type="dt" sz="half" idx="10"/>
          </p:nvPr>
        </p:nvSpPr>
        <p:spPr/>
        <p:txBody>
          <a:bodyPr/>
          <a:lstStyle/>
          <a:p>
            <a:fld id="{5C8A1CFF-501F-4A2C-BB9E-60862B74B9DA}" type="datetimeFigureOut">
              <a:rPr lang="lt-LT" smtClean="0"/>
              <a:t>2026-04-21</a:t>
            </a:fld>
            <a:endParaRPr lang="lt-LT"/>
          </a:p>
        </p:txBody>
      </p:sp>
      <p:sp>
        <p:nvSpPr>
          <p:cNvPr id="5" name="Footer Placeholder 4">
            <a:extLst>
              <a:ext uri="{FF2B5EF4-FFF2-40B4-BE49-F238E27FC236}">
                <a16:creationId xmlns:a16="http://schemas.microsoft.com/office/drawing/2014/main" id="{56DACB54-068A-9854-8769-1CB3AE3AF50C}"/>
              </a:ext>
            </a:extLst>
          </p:cNvPr>
          <p:cNvSpPr>
            <a:spLocks noGrp="1"/>
          </p:cNvSpPr>
          <p:nvPr>
            <p:ph type="ftr" sz="quarter" idx="11"/>
          </p:nvPr>
        </p:nvSpPr>
        <p:spPr/>
        <p:txBody>
          <a:bodyPr/>
          <a:lstStyle/>
          <a:p>
            <a:endParaRPr lang="lt-LT"/>
          </a:p>
        </p:txBody>
      </p:sp>
      <p:sp>
        <p:nvSpPr>
          <p:cNvPr id="6" name="Slide Number Placeholder 5">
            <a:extLst>
              <a:ext uri="{FF2B5EF4-FFF2-40B4-BE49-F238E27FC236}">
                <a16:creationId xmlns:a16="http://schemas.microsoft.com/office/drawing/2014/main" id="{5D056BE1-AE2B-ADFA-E8FB-EE4064A30791}"/>
              </a:ext>
            </a:extLst>
          </p:cNvPr>
          <p:cNvSpPr>
            <a:spLocks noGrp="1"/>
          </p:cNvSpPr>
          <p:nvPr>
            <p:ph type="sldNum" sz="quarter" idx="12"/>
          </p:nvPr>
        </p:nvSpPr>
        <p:spPr/>
        <p:txBody>
          <a:bodyPr/>
          <a:lstStyle/>
          <a:p>
            <a:fld id="{B41A9A60-A625-4684-AEC9-D169579DCA0B}" type="slidenum">
              <a:rPr lang="lt-LT" smtClean="0"/>
              <a:t>‹#›</a:t>
            </a:fld>
            <a:endParaRPr lang="lt-LT"/>
          </a:p>
        </p:txBody>
      </p:sp>
    </p:spTree>
    <p:extLst>
      <p:ext uri="{BB962C8B-B14F-4D97-AF65-F5344CB8AC3E}">
        <p14:creationId xmlns:p14="http://schemas.microsoft.com/office/powerpoint/2010/main" val="25165548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0390B35-4CC6-CBEE-24EE-A9F5CEF787E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lt-LT"/>
          </a:p>
        </p:txBody>
      </p:sp>
      <p:sp>
        <p:nvSpPr>
          <p:cNvPr id="3" name="Text Placeholder 2">
            <a:extLst>
              <a:ext uri="{FF2B5EF4-FFF2-40B4-BE49-F238E27FC236}">
                <a16:creationId xmlns:a16="http://schemas.microsoft.com/office/drawing/2014/main" id="{D8E1997C-3AF4-0EAF-6C18-D9441EB4665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t-LT"/>
          </a:p>
        </p:txBody>
      </p:sp>
      <p:sp>
        <p:nvSpPr>
          <p:cNvPr id="4" name="Date Placeholder 3">
            <a:extLst>
              <a:ext uri="{FF2B5EF4-FFF2-40B4-BE49-F238E27FC236}">
                <a16:creationId xmlns:a16="http://schemas.microsoft.com/office/drawing/2014/main" id="{F6D3AC63-557D-7D62-A8BD-963D2DF3076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C8A1CFF-501F-4A2C-BB9E-60862B74B9DA}" type="datetimeFigureOut">
              <a:rPr lang="lt-LT" smtClean="0"/>
              <a:t>2026-04-21</a:t>
            </a:fld>
            <a:endParaRPr lang="lt-LT"/>
          </a:p>
        </p:txBody>
      </p:sp>
      <p:sp>
        <p:nvSpPr>
          <p:cNvPr id="5" name="Footer Placeholder 4">
            <a:extLst>
              <a:ext uri="{FF2B5EF4-FFF2-40B4-BE49-F238E27FC236}">
                <a16:creationId xmlns:a16="http://schemas.microsoft.com/office/drawing/2014/main" id="{4DDAF8C7-D7E5-3D53-B609-BDF04786C0F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lt-LT"/>
          </a:p>
        </p:txBody>
      </p:sp>
      <p:sp>
        <p:nvSpPr>
          <p:cNvPr id="6" name="Slide Number Placeholder 5">
            <a:extLst>
              <a:ext uri="{FF2B5EF4-FFF2-40B4-BE49-F238E27FC236}">
                <a16:creationId xmlns:a16="http://schemas.microsoft.com/office/drawing/2014/main" id="{BEE2995D-A26C-5756-3EA1-4B484A65640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41A9A60-A625-4684-AEC9-D169579DCA0B}" type="slidenum">
              <a:rPr lang="lt-LT" smtClean="0"/>
              <a:t>‹#›</a:t>
            </a:fld>
            <a:endParaRPr lang="lt-LT"/>
          </a:p>
        </p:txBody>
      </p:sp>
    </p:spTree>
    <p:extLst>
      <p:ext uri="{BB962C8B-B14F-4D97-AF65-F5344CB8AC3E}">
        <p14:creationId xmlns:p14="http://schemas.microsoft.com/office/powerpoint/2010/main" val="45981287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lt-L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hemeOverride" Target="../theme/themeOverride1.xml"/><Relationship Id="rId4" Type="http://schemas.openxmlformats.org/officeDocument/2006/relationships/image" Target="../media/image2.emf"/></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81391D-BE0F-698F-E70A-20D4FCBA33A7}"/>
              </a:ext>
            </a:extLst>
          </p:cNvPr>
          <p:cNvSpPr>
            <a:spLocks noGrp="1"/>
          </p:cNvSpPr>
          <p:nvPr>
            <p:ph type="ctrTitle"/>
          </p:nvPr>
        </p:nvSpPr>
        <p:spPr>
          <a:xfrm>
            <a:off x="1436318" y="425886"/>
            <a:ext cx="9144000" cy="3469708"/>
          </a:xfrm>
        </p:spPr>
        <p:txBody>
          <a:bodyPr anchor="ctr">
            <a:normAutofit fontScale="90000"/>
          </a:bodyPr>
          <a:lstStyle/>
          <a:p>
            <a:pPr algn="ctr">
              <a:defRPr sz="2400" b="1">
                <a:solidFill>
                  <a:srgbClr val="232323"/>
                </a:solidFill>
                <a:latin typeface="Aptos Display"/>
              </a:defRPr>
            </a:pPr>
            <a:r>
              <a:t>Pranešimas apie ZIVE EKG</a:t>
            </a:r>
            <a:endParaRPr lang="lt-LT" sz="3600" dirty="0"/>
          </a:p>
          <a:p>
            <a:pPr algn="ctr">
              <a:defRPr sz="2400" b="1">
                <a:solidFill>
                  <a:srgbClr val="232323"/>
                </a:solidFill>
                <a:latin typeface="Aptos Display"/>
              </a:defRPr>
            </a:pPr>
            <a:r>
              <a:t>įrašų nutriukšminimo pipeline'ą</a:t>
            </a:r>
          </a:p>
          <a:p>
            <a:pPr algn="ctr">
              <a:defRPr sz="1300" b="0">
                <a:solidFill>
                  <a:srgbClr val="0097C6"/>
                </a:solidFill>
                <a:latin typeface="Aptos"/>
              </a:defRPr>
            </a:pPr>
            <a:r>
              <a:t>http://zive.io</a:t>
            </a:r>
          </a:p>
        </p:txBody>
      </p:sp>
      <p:sp>
        <p:nvSpPr>
          <p:cNvPr id="3" name="Subtitle 2">
            <a:extLst>
              <a:ext uri="{FF2B5EF4-FFF2-40B4-BE49-F238E27FC236}">
                <a16:creationId xmlns:a16="http://schemas.microsoft.com/office/drawing/2014/main" id="{C3447D00-95C7-DDBA-A2F5-240281193D81}"/>
              </a:ext>
            </a:extLst>
          </p:cNvPr>
          <p:cNvSpPr>
            <a:spLocks noGrp="1"/>
          </p:cNvSpPr>
          <p:nvPr>
            <p:ph type="subTitle" idx="1"/>
          </p:nvPr>
        </p:nvSpPr>
        <p:spPr>
          <a:xfrm>
            <a:off x="1524000" y="4353600"/>
            <a:ext cx="9144000" cy="1655762"/>
          </a:xfrm>
        </p:spPr>
        <p:txBody>
          <a:bodyPr/>
          <a:lstStyle/>
          <a:p>
            <a:pPr algn="ctr"/>
            <a:endParaRPr lang="en-US" dirty="0"/>
          </a:p>
          <a:p>
            <a:pPr algn="ctr"/>
            <a:r>
              <a:rPr lang="lt-LT" sz="1400" dirty="0">
                <a:solidFill>
                  <a:srgbClr val="5A5A5A"/>
                </a:solidFill>
                <a:latin typeface="Aptos"/>
              </a:rPr>
              <a:t>Kęstutis Juškevičius</a:t>
            </a:r>
          </a:p>
          <a:p>
            <a:pPr algn="ctr"/>
            <a:r>
              <a:rPr lang="en-US" sz="1400" dirty="0">
                <a:solidFill>
                  <a:srgbClr val="5A5A5A"/>
                </a:solidFill>
                <a:latin typeface="Aptos"/>
              </a:rPr>
              <a:t>2026 04  23</a:t>
            </a:r>
            <a:endParaRPr lang="lt-LT" dirty="0"/>
          </a:p>
        </p:txBody>
      </p:sp>
      <p:sp>
        <p:nvSpPr>
          <p:cNvPr id="4" name="Rectangle 3"/>
          <p:cNvSpPr/>
          <p:nvPr/>
        </p:nvSpPr>
        <p:spPr>
          <a:xfrm>
            <a:off x="4297680" y="3246120"/>
            <a:ext cx="3566160" cy="73152"/>
          </a:xfrm>
          <a:prstGeom prst="rect">
            <a:avLst/>
          </a:prstGeom>
          <a:solidFill>
            <a:srgbClr val="EA76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2522215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rgbClr val="F7F7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rgbClr val="EA76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D1FFA292-1085-427A-D864-F88753EC310E}"/>
              </a:ext>
            </a:extLst>
          </p:cNvPr>
          <p:cNvSpPr>
            <a:spLocks noGrp="1"/>
          </p:cNvSpPr>
          <p:nvPr>
            <p:ph type="title"/>
          </p:nvPr>
        </p:nvSpPr>
        <p:spPr>
          <a:xfrm>
            <a:off x="686834" y="1153572"/>
            <a:ext cx="3200400" cy="4461163"/>
          </a:xfrm>
        </p:spPr>
        <p:txBody>
          <a:bodyPr wrap="square" lIns="50800" tIns="50800" rIns="50800" bIns="50800" anchor="ctr">
            <a:normAutofit/>
          </a:bodyPr>
          <a:lstStyle/>
          <a:p>
            <a:pPr algn="l">
              <a:defRPr sz="2400" b="1">
                <a:solidFill>
                  <a:srgbClr val="FFFFFF"/>
                </a:solidFill>
                <a:latin typeface="Aptos Display"/>
              </a:defRPr>
            </a:pPr>
            <a:r>
              <a:t>Analizės Zive'e</a:t>
            </a:r>
          </a:p>
          <a:p>
            <a:pPr algn="l">
              <a:defRPr sz="2400" b="1">
                <a:solidFill>
                  <a:srgbClr val="FFFFFF"/>
                </a:solidFill>
                <a:latin typeface="Aptos Display"/>
              </a:defRPr>
            </a:pPr>
            <a:r>
              <a:t>bendra schema</a:t>
            </a:r>
          </a:p>
        </p:txBody>
      </p:sp>
      <p:sp>
        <p:nvSpPr>
          <p:cNvPr id="14" name="Arc 13">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5" name="Content Placeholder 4">
            <a:extLst>
              <a:ext uri="{FF2B5EF4-FFF2-40B4-BE49-F238E27FC236}">
                <a16:creationId xmlns:a16="http://schemas.microsoft.com/office/drawing/2014/main" id="{1B96CA24-CC65-BE51-4622-0AE1439066BD}"/>
              </a:ext>
            </a:extLst>
          </p:cNvPr>
          <p:cNvSpPr>
            <a:spLocks noGrp="1"/>
          </p:cNvSpPr>
          <p:nvPr>
            <p:ph idx="1"/>
          </p:nvPr>
        </p:nvSpPr>
        <p:spPr>
          <a:xfrm>
            <a:off x="4447308" y="591344"/>
            <a:ext cx="6906491" cy="5585619"/>
          </a:xfrm>
        </p:spPr>
        <p:txBody>
          <a:bodyPr wrap="square" lIns="101600" tIns="50800" rIns="50800" bIns="50800" anchor="ctr">
            <a:normAutofit/>
          </a:bodyPr>
          <a:lstStyle/>
          <a:p>
            <a:pPr>
              <a:spcAft>
                <a:spcPts val="700"/>
              </a:spcAft>
              <a:defRPr sz="1800" b="0">
                <a:solidFill>
                  <a:srgbClr val="232323"/>
                </a:solidFill>
                <a:latin typeface="Aptos"/>
              </a:defRPr>
            </a:pPr>
            <a:r>
              <a:rPr dirty="0" err="1"/>
              <a:t>Pirminis</a:t>
            </a:r>
            <a:r>
              <a:rPr dirty="0"/>
              <a:t> EKG </a:t>
            </a:r>
            <a:r>
              <a:rPr dirty="0" err="1"/>
              <a:t>apdorojimas</a:t>
            </a:r>
            <a:r>
              <a:rPr dirty="0"/>
              <a:t>: </a:t>
            </a:r>
            <a:r>
              <a:rPr dirty="0" err="1"/>
              <a:t>filtravimas</a:t>
            </a:r>
            <a:r>
              <a:rPr dirty="0"/>
              <a:t>, </a:t>
            </a:r>
            <a:r>
              <a:rPr b="1" dirty="0" err="1"/>
              <a:t>triukšmingų</a:t>
            </a:r>
            <a:r>
              <a:rPr b="1" dirty="0"/>
              <a:t> </a:t>
            </a:r>
            <a:r>
              <a:rPr b="1" dirty="0" err="1"/>
              <a:t>intervalų</a:t>
            </a:r>
            <a:r>
              <a:rPr b="1" dirty="0"/>
              <a:t> </a:t>
            </a:r>
            <a:r>
              <a:rPr b="1" dirty="0" err="1"/>
              <a:t>detektavimas</a:t>
            </a:r>
            <a:r>
              <a:rPr b="1" dirty="0"/>
              <a:t> </a:t>
            </a:r>
            <a:r>
              <a:rPr b="1" dirty="0" err="1"/>
              <a:t>ir</a:t>
            </a:r>
            <a:r>
              <a:rPr b="1" dirty="0"/>
              <a:t> </a:t>
            </a:r>
            <a:r>
              <a:rPr b="1" dirty="0" err="1"/>
              <a:t>pašalinimas</a:t>
            </a:r>
            <a:endParaRPr b="1" dirty="0"/>
          </a:p>
          <a:p>
            <a:pPr>
              <a:spcAft>
                <a:spcPts val="700"/>
              </a:spcAft>
              <a:defRPr sz="1800" b="0">
                <a:solidFill>
                  <a:srgbClr val="232323"/>
                </a:solidFill>
                <a:latin typeface="Aptos"/>
              </a:defRPr>
            </a:pPr>
            <a:r>
              <a:rPr b="1" dirty="0" err="1"/>
              <a:t>Širdies</a:t>
            </a:r>
            <a:r>
              <a:rPr b="1" dirty="0"/>
              <a:t> </a:t>
            </a:r>
            <a:r>
              <a:rPr b="1" dirty="0" err="1"/>
              <a:t>dūžių</a:t>
            </a:r>
            <a:r>
              <a:rPr b="1" dirty="0"/>
              <a:t> </a:t>
            </a:r>
            <a:r>
              <a:rPr b="1" dirty="0" err="1"/>
              <a:t>klasifikacija</a:t>
            </a:r>
            <a:r>
              <a:rPr dirty="0"/>
              <a:t>: </a:t>
            </a:r>
            <a:r>
              <a:rPr dirty="0" err="1"/>
              <a:t>normalūs</a:t>
            </a:r>
            <a:r>
              <a:rPr dirty="0"/>
              <a:t>, </a:t>
            </a:r>
            <a:r>
              <a:rPr dirty="0" err="1"/>
              <a:t>prieširdiniai</a:t>
            </a:r>
            <a:r>
              <a:rPr dirty="0"/>
              <a:t> (S) </a:t>
            </a:r>
            <a:r>
              <a:rPr dirty="0" err="1"/>
              <a:t>ir</a:t>
            </a:r>
            <a:r>
              <a:rPr dirty="0"/>
              <a:t> </a:t>
            </a:r>
            <a:r>
              <a:rPr dirty="0" err="1"/>
              <a:t>skilveliniai</a:t>
            </a:r>
            <a:r>
              <a:rPr dirty="0"/>
              <a:t> (V) </a:t>
            </a:r>
            <a:r>
              <a:rPr dirty="0" err="1"/>
              <a:t>dūžiai</a:t>
            </a:r>
            <a:endParaRPr dirty="0"/>
          </a:p>
          <a:p>
            <a:pPr>
              <a:spcAft>
                <a:spcPts val="700"/>
              </a:spcAft>
              <a:defRPr sz="1800" b="0">
                <a:solidFill>
                  <a:srgbClr val="232323"/>
                </a:solidFill>
                <a:latin typeface="Aptos"/>
              </a:defRPr>
            </a:pPr>
            <a:r>
              <a:rPr b="1" dirty="0" err="1"/>
              <a:t>Aritmijų</a:t>
            </a:r>
            <a:r>
              <a:rPr b="1" dirty="0"/>
              <a:t> / </a:t>
            </a:r>
            <a:r>
              <a:rPr b="1" dirty="0" err="1"/>
              <a:t>epizodų</a:t>
            </a:r>
            <a:r>
              <a:rPr b="1" dirty="0"/>
              <a:t> </a:t>
            </a:r>
            <a:r>
              <a:rPr b="1" dirty="0" err="1"/>
              <a:t>aptikimas</a:t>
            </a:r>
            <a:r>
              <a:rPr dirty="0"/>
              <a:t>: </a:t>
            </a:r>
            <a:r>
              <a:rPr dirty="0" err="1"/>
              <a:t>bradikardija</a:t>
            </a:r>
            <a:r>
              <a:rPr dirty="0"/>
              <a:t>, </a:t>
            </a:r>
            <a:r>
              <a:rPr dirty="0" err="1"/>
              <a:t>tachikardija</a:t>
            </a:r>
            <a:r>
              <a:rPr dirty="0"/>
              <a:t>, </a:t>
            </a:r>
            <a:r>
              <a:rPr dirty="0" err="1"/>
              <a:t>pauzės</a:t>
            </a:r>
            <a:r>
              <a:rPr dirty="0"/>
              <a:t>, </a:t>
            </a:r>
            <a:r>
              <a:rPr b="1" dirty="0"/>
              <a:t>AFIB</a:t>
            </a:r>
          </a:p>
          <a:p>
            <a:pPr>
              <a:spcAft>
                <a:spcPts val="700"/>
              </a:spcAft>
              <a:defRPr sz="1800" b="0">
                <a:solidFill>
                  <a:srgbClr val="232323"/>
                </a:solidFill>
                <a:latin typeface="Aptos"/>
              </a:defRPr>
            </a:pPr>
            <a:r>
              <a:rPr dirty="0" err="1"/>
              <a:t>Širdies</a:t>
            </a:r>
            <a:r>
              <a:rPr dirty="0"/>
              <a:t> </a:t>
            </a:r>
            <a:r>
              <a:rPr dirty="0" err="1"/>
              <a:t>ritmo</a:t>
            </a:r>
            <a:r>
              <a:rPr dirty="0"/>
              <a:t> </a:t>
            </a:r>
            <a:r>
              <a:rPr dirty="0" err="1"/>
              <a:t>rodiklių</a:t>
            </a:r>
            <a:r>
              <a:rPr dirty="0"/>
              <a:t> </a:t>
            </a:r>
            <a:r>
              <a:rPr dirty="0" err="1"/>
              <a:t>skaičiavimas</a:t>
            </a:r>
            <a:r>
              <a:rPr dirty="0"/>
              <a:t>: min., max., </a:t>
            </a:r>
            <a:r>
              <a:rPr dirty="0" err="1"/>
              <a:t>vidurkiai</a:t>
            </a:r>
            <a:r>
              <a:rPr dirty="0"/>
              <a:t>, </a:t>
            </a:r>
            <a:r>
              <a:rPr dirty="0" err="1"/>
              <a:t>valandiniai</a:t>
            </a:r>
            <a:r>
              <a:rPr dirty="0"/>
              <a:t> </a:t>
            </a:r>
            <a:r>
              <a:rPr dirty="0" err="1"/>
              <a:t>įverčiai</a:t>
            </a:r>
            <a:r>
              <a:rPr dirty="0"/>
              <a:t>, </a:t>
            </a:r>
            <a:r>
              <a:rPr dirty="0" err="1"/>
              <a:t>histograma</a:t>
            </a:r>
            <a:endParaRPr dirty="0"/>
          </a:p>
          <a:p>
            <a:pPr>
              <a:spcAft>
                <a:spcPts val="700"/>
              </a:spcAft>
              <a:defRPr sz="1800" b="0">
                <a:solidFill>
                  <a:srgbClr val="232323"/>
                </a:solidFill>
                <a:latin typeface="Aptos"/>
              </a:defRPr>
            </a:pPr>
            <a:r>
              <a:rPr dirty="0"/>
              <a:t>QT </a:t>
            </a:r>
            <a:r>
              <a:rPr dirty="0" err="1"/>
              <a:t>intervalų</a:t>
            </a:r>
            <a:r>
              <a:rPr dirty="0"/>
              <a:t> </a:t>
            </a:r>
            <a:r>
              <a:rPr dirty="0" err="1"/>
              <a:t>analizė</a:t>
            </a:r>
            <a:r>
              <a:rPr dirty="0"/>
              <a:t>: min., max., </a:t>
            </a:r>
            <a:r>
              <a:rPr dirty="0" err="1"/>
              <a:t>vidurkis</a:t>
            </a:r>
            <a:r>
              <a:rPr dirty="0"/>
              <a:t>, </a:t>
            </a:r>
            <a:r>
              <a:rPr dirty="0" err="1"/>
              <a:t>prailgėjusio</a:t>
            </a:r>
            <a:r>
              <a:rPr dirty="0"/>
              <a:t> QT </a:t>
            </a:r>
            <a:r>
              <a:rPr dirty="0" err="1"/>
              <a:t>paieška</a:t>
            </a:r>
            <a:endParaRPr dirty="0"/>
          </a:p>
          <a:p>
            <a:pPr>
              <a:spcAft>
                <a:spcPts val="700"/>
              </a:spcAft>
              <a:defRPr sz="1800" b="0">
                <a:solidFill>
                  <a:srgbClr val="232323"/>
                </a:solidFill>
                <a:latin typeface="Aptos"/>
              </a:defRPr>
            </a:pPr>
            <a:r>
              <a:rPr dirty="0" err="1"/>
              <a:t>Apibendrinimas</a:t>
            </a:r>
            <a:r>
              <a:rPr dirty="0"/>
              <a:t>, S </a:t>
            </a:r>
            <a:r>
              <a:rPr dirty="0" err="1"/>
              <a:t>ir</a:t>
            </a:r>
            <a:r>
              <a:rPr dirty="0"/>
              <a:t> V </a:t>
            </a:r>
            <a:r>
              <a:rPr dirty="0" err="1"/>
              <a:t>klasterizacija</a:t>
            </a:r>
            <a:r>
              <a:rPr dirty="0"/>
              <a:t>, </a:t>
            </a:r>
            <a:r>
              <a:rPr dirty="0" err="1"/>
              <a:t>vizualizacija</a:t>
            </a:r>
            <a:endParaRPr dirty="0"/>
          </a:p>
        </p:txBody>
      </p:sp>
    </p:spTree>
    <p:extLst>
      <p:ext uri="{BB962C8B-B14F-4D97-AF65-F5344CB8AC3E}">
        <p14:creationId xmlns:p14="http://schemas.microsoft.com/office/powerpoint/2010/main" val="18474330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rgbClr val="F7F7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rgbClr val="EA76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40EF0FF-4463-6289-FEB1-05AF105620C1}"/>
              </a:ext>
            </a:extLst>
          </p:cNvPr>
          <p:cNvSpPr>
            <a:spLocks noGrp="1"/>
          </p:cNvSpPr>
          <p:nvPr>
            <p:ph type="title"/>
          </p:nvPr>
        </p:nvSpPr>
        <p:spPr>
          <a:xfrm>
            <a:off x="127000" y="1153572"/>
            <a:ext cx="3949700" cy="4461163"/>
          </a:xfrm>
        </p:spPr>
        <p:txBody>
          <a:bodyPr wrap="square" lIns="50800" tIns="50800" rIns="50800" bIns="50800" anchor="ctr">
            <a:normAutofit/>
          </a:bodyPr>
          <a:lstStyle/>
          <a:p>
            <a:pPr algn="l">
              <a:defRPr sz="2400" b="1">
                <a:solidFill>
                  <a:srgbClr val="FFFFFF"/>
                </a:solidFill>
                <a:latin typeface="Aptos Display"/>
              </a:defRPr>
            </a:pPr>
            <a:r>
              <a:t>EKG įrašo</a:t>
            </a:r>
          </a:p>
          <a:p>
            <a:pPr algn="l">
              <a:defRPr sz="2400" b="1">
                <a:solidFill>
                  <a:srgbClr val="FFFFFF"/>
                </a:solidFill>
                <a:latin typeface="Aptos Display"/>
              </a:defRPr>
            </a:pPr>
            <a:r>
              <a:t>nutriukšminimo</a:t>
            </a:r>
          </a:p>
          <a:p>
            <a:pPr algn="l">
              <a:defRPr sz="2400" b="1">
                <a:solidFill>
                  <a:srgbClr val="FFFFFF"/>
                </a:solidFill>
                <a:latin typeface="Aptos Display"/>
              </a:defRPr>
            </a:pPr>
            <a:r>
              <a:t>pipeline'as</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9B4CDAB6-2BF3-9069-5018-B399036964F2}"/>
              </a:ext>
            </a:extLst>
          </p:cNvPr>
          <p:cNvSpPr>
            <a:spLocks noGrp="1"/>
          </p:cNvSpPr>
          <p:nvPr>
            <p:ph idx="1"/>
          </p:nvPr>
        </p:nvSpPr>
        <p:spPr>
          <a:xfrm>
            <a:off x="4447308" y="591344"/>
            <a:ext cx="6906491" cy="5585619"/>
          </a:xfrm>
        </p:spPr>
        <p:txBody>
          <a:bodyPr wrap="square" lIns="101600" tIns="50800" rIns="50800" bIns="50800" anchor="ctr">
            <a:normAutofit/>
          </a:bodyPr>
          <a:lstStyle/>
          <a:p>
            <a:pPr>
              <a:spcAft>
                <a:spcPts val="700"/>
              </a:spcAft>
              <a:defRPr sz="1800" b="0">
                <a:solidFill>
                  <a:srgbClr val="232323"/>
                </a:solidFill>
                <a:latin typeface="Aptos"/>
              </a:defRPr>
            </a:pPr>
            <a:r>
              <a:rPr dirty="0" err="1"/>
              <a:t>Zive</a:t>
            </a:r>
            <a:r>
              <a:rPr dirty="0"/>
              <a:t> </a:t>
            </a:r>
            <a:r>
              <a:rPr dirty="0" err="1"/>
              <a:t>veikiantis</a:t>
            </a:r>
            <a:r>
              <a:rPr dirty="0"/>
              <a:t> </a:t>
            </a:r>
            <a:r>
              <a:rPr dirty="0" err="1"/>
              <a:t>nutriukšminimas</a:t>
            </a:r>
            <a:r>
              <a:rPr dirty="0"/>
              <a:t> </a:t>
            </a:r>
            <a:r>
              <a:rPr dirty="0" err="1"/>
              <a:t>atkurtas</a:t>
            </a:r>
            <a:r>
              <a:rPr dirty="0"/>
              <a:t> </a:t>
            </a:r>
            <a:r>
              <a:rPr dirty="0" err="1"/>
              <a:t>programiniame</a:t>
            </a:r>
            <a:r>
              <a:rPr dirty="0"/>
              <a:t> </a:t>
            </a:r>
            <a:r>
              <a:rPr dirty="0" err="1"/>
              <a:t>makete</a:t>
            </a:r>
            <a:endParaRPr dirty="0"/>
          </a:p>
          <a:p>
            <a:pPr>
              <a:spcAft>
                <a:spcPts val="700"/>
              </a:spcAft>
              <a:defRPr sz="1800" b="0">
                <a:solidFill>
                  <a:srgbClr val="232323"/>
                </a:solidFill>
                <a:latin typeface="Aptos"/>
              </a:defRPr>
            </a:pPr>
            <a:r>
              <a:rPr dirty="0" err="1"/>
              <a:t>Maketas</a:t>
            </a:r>
            <a:r>
              <a:rPr dirty="0"/>
              <a:t> </a:t>
            </a:r>
            <a:r>
              <a:rPr dirty="0" err="1"/>
              <a:t>naudojamas</a:t>
            </a:r>
            <a:r>
              <a:rPr dirty="0"/>
              <a:t> </a:t>
            </a:r>
            <a:r>
              <a:rPr dirty="0" err="1"/>
              <a:t>testavimui</a:t>
            </a:r>
            <a:r>
              <a:rPr dirty="0"/>
              <a:t> </a:t>
            </a:r>
            <a:r>
              <a:rPr dirty="0" err="1"/>
              <a:t>ir</a:t>
            </a:r>
            <a:r>
              <a:rPr dirty="0"/>
              <a:t> </a:t>
            </a:r>
            <a:r>
              <a:rPr dirty="0" err="1"/>
              <a:t>pipeline'o</a:t>
            </a:r>
            <a:r>
              <a:rPr dirty="0"/>
              <a:t> </a:t>
            </a:r>
            <a:r>
              <a:rPr dirty="0" err="1"/>
              <a:t>tobulinimo</a:t>
            </a:r>
            <a:r>
              <a:rPr dirty="0"/>
              <a:t> </a:t>
            </a:r>
            <a:r>
              <a:rPr dirty="0" err="1"/>
              <a:t>bandymams</a:t>
            </a:r>
            <a:endParaRPr dirty="0"/>
          </a:p>
          <a:p>
            <a:pPr>
              <a:spcAft>
                <a:spcPts val="700"/>
              </a:spcAft>
              <a:defRPr sz="1800" b="0">
                <a:solidFill>
                  <a:srgbClr val="232323"/>
                </a:solidFill>
                <a:latin typeface="Aptos"/>
              </a:defRPr>
            </a:pPr>
            <a:r>
              <a:rPr dirty="0" err="1"/>
              <a:t>Pagrindas</a:t>
            </a:r>
            <a:r>
              <a:rPr dirty="0"/>
              <a:t> - Python </a:t>
            </a:r>
            <a:r>
              <a:rPr dirty="0" err="1"/>
              <a:t>funkcijų</a:t>
            </a:r>
            <a:r>
              <a:rPr dirty="0"/>
              <a:t> </a:t>
            </a:r>
            <a:r>
              <a:rPr dirty="0" err="1"/>
              <a:t>biblioteka</a:t>
            </a:r>
            <a:r>
              <a:rPr dirty="0"/>
              <a:t>, </a:t>
            </a:r>
            <a:r>
              <a:rPr dirty="0" err="1"/>
              <a:t>atitinkanti</a:t>
            </a:r>
            <a:r>
              <a:rPr dirty="0"/>
              <a:t> </a:t>
            </a:r>
            <a:r>
              <a:rPr dirty="0" err="1"/>
              <a:t>pipeline'o</a:t>
            </a:r>
            <a:r>
              <a:rPr dirty="0"/>
              <a:t> </a:t>
            </a:r>
            <a:r>
              <a:rPr dirty="0" err="1"/>
              <a:t>struktūrą</a:t>
            </a:r>
            <a:endParaRPr dirty="0"/>
          </a:p>
          <a:p>
            <a:pPr>
              <a:spcAft>
                <a:spcPts val="700"/>
              </a:spcAft>
              <a:defRPr sz="1800" b="0">
                <a:solidFill>
                  <a:srgbClr val="232323"/>
                </a:solidFill>
                <a:latin typeface="Aptos"/>
              </a:defRPr>
            </a:pPr>
            <a:r>
              <a:rPr dirty="0" err="1"/>
              <a:t>Biblioteką</a:t>
            </a:r>
            <a:r>
              <a:rPr dirty="0"/>
              <a:t> </a:t>
            </a:r>
            <a:r>
              <a:rPr dirty="0" err="1"/>
              <a:t>lengva</a:t>
            </a:r>
            <a:r>
              <a:rPr dirty="0"/>
              <a:t> </a:t>
            </a:r>
            <a:r>
              <a:rPr dirty="0" err="1"/>
              <a:t>dalintis</a:t>
            </a:r>
            <a:r>
              <a:rPr dirty="0"/>
              <a:t> </a:t>
            </a:r>
            <a:r>
              <a:rPr dirty="0" err="1"/>
              <a:t>ir</a:t>
            </a:r>
            <a:r>
              <a:rPr dirty="0"/>
              <a:t> </a:t>
            </a:r>
            <a:r>
              <a:rPr dirty="0" err="1"/>
              <a:t>plėsti</a:t>
            </a:r>
            <a:r>
              <a:rPr dirty="0"/>
              <a:t> </a:t>
            </a:r>
            <a:r>
              <a:rPr dirty="0" err="1"/>
              <a:t>kitais</a:t>
            </a:r>
            <a:r>
              <a:rPr dirty="0"/>
              <a:t> </a:t>
            </a:r>
            <a:r>
              <a:rPr dirty="0" err="1"/>
              <a:t>nutriukšminimo</a:t>
            </a:r>
            <a:r>
              <a:rPr dirty="0"/>
              <a:t> </a:t>
            </a:r>
            <a:r>
              <a:rPr dirty="0" err="1"/>
              <a:t>metodais</a:t>
            </a:r>
            <a:endParaRPr dirty="0"/>
          </a:p>
        </p:txBody>
      </p:sp>
    </p:spTree>
    <p:extLst>
      <p:ext uri="{BB962C8B-B14F-4D97-AF65-F5344CB8AC3E}">
        <p14:creationId xmlns:p14="http://schemas.microsoft.com/office/powerpoint/2010/main" val="13423503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rgbClr val="F7F7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rgbClr val="EA76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C7E2FA2-F2B1-AAD5-8BDE-F99C0350F059}"/>
              </a:ext>
            </a:extLst>
          </p:cNvPr>
          <p:cNvSpPr>
            <a:spLocks noGrp="1"/>
          </p:cNvSpPr>
          <p:nvPr>
            <p:ph type="title"/>
          </p:nvPr>
        </p:nvSpPr>
        <p:spPr>
          <a:xfrm>
            <a:off x="686834" y="1153572"/>
            <a:ext cx="3200400" cy="4461163"/>
          </a:xfrm>
        </p:spPr>
        <p:txBody>
          <a:bodyPr wrap="square" lIns="50800" tIns="50800" rIns="50800" bIns="50800" anchor="ctr">
            <a:normAutofit/>
          </a:bodyPr>
          <a:lstStyle/>
          <a:p>
            <a:pPr algn="l">
              <a:defRPr sz="2400" b="1">
                <a:solidFill>
                  <a:srgbClr val="FFFFFF"/>
                </a:solidFill>
                <a:latin typeface="Aptos Display"/>
              </a:defRPr>
            </a:pPr>
            <a:r>
              <a:t>Pipeline'o valdymas</a:t>
            </a:r>
          </a:p>
          <a:p>
            <a:pPr algn="l">
              <a:defRPr sz="2400" b="1">
                <a:solidFill>
                  <a:srgbClr val="FFFFFF"/>
                </a:solidFill>
                <a:latin typeface="Aptos Display"/>
              </a:defRPr>
            </a:pPr>
            <a:r>
              <a:t>ir integracija</a:t>
            </a:r>
          </a:p>
          <a:p>
            <a:pPr algn="l">
              <a:defRPr sz="2400" b="1">
                <a:solidFill>
                  <a:srgbClr val="FFFFFF"/>
                </a:solidFill>
                <a:latin typeface="Aptos Display"/>
              </a:defRPr>
            </a:pPr>
            <a:r>
              <a:t>į skriptus</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AD0CC2F5-5301-5079-0468-468614A8D74E}"/>
              </a:ext>
            </a:extLst>
          </p:cNvPr>
          <p:cNvSpPr>
            <a:spLocks noGrp="1"/>
          </p:cNvSpPr>
          <p:nvPr>
            <p:ph idx="1"/>
          </p:nvPr>
        </p:nvSpPr>
        <p:spPr>
          <a:xfrm>
            <a:off x="4447308" y="591344"/>
            <a:ext cx="6906491" cy="5585619"/>
          </a:xfrm>
        </p:spPr>
        <p:txBody>
          <a:bodyPr wrap="square" lIns="101600" tIns="50800" rIns="50800" bIns="50800" anchor="ctr">
            <a:normAutofit/>
          </a:bodyPr>
          <a:lstStyle/>
          <a:p>
            <a:pPr>
              <a:spcAft>
                <a:spcPts val="700"/>
              </a:spcAft>
              <a:defRPr sz="1800" b="0">
                <a:solidFill>
                  <a:srgbClr val="232323"/>
                </a:solidFill>
                <a:latin typeface="Aptos"/>
              </a:defRPr>
            </a:pPr>
            <a:r>
              <a:rPr dirty="0"/>
              <a:t>Visi </a:t>
            </a:r>
            <a:r>
              <a:rPr dirty="0" err="1"/>
              <a:t>parametrai</a:t>
            </a:r>
            <a:r>
              <a:rPr dirty="0"/>
              <a:t> </a:t>
            </a:r>
            <a:r>
              <a:rPr dirty="0" err="1"/>
              <a:t>aprašomi</a:t>
            </a:r>
            <a:r>
              <a:rPr dirty="0"/>
              <a:t> </a:t>
            </a:r>
            <a:r>
              <a:rPr dirty="0" err="1"/>
              <a:t>viename</a:t>
            </a:r>
            <a:r>
              <a:rPr dirty="0"/>
              <a:t> </a:t>
            </a:r>
            <a:r>
              <a:rPr dirty="0" err="1"/>
              <a:t>konfigūraciniame</a:t>
            </a:r>
            <a:r>
              <a:rPr dirty="0"/>
              <a:t> </a:t>
            </a:r>
            <a:r>
              <a:rPr dirty="0" err="1"/>
              <a:t>faile</a:t>
            </a:r>
            <a:endParaRPr dirty="0"/>
          </a:p>
          <a:p>
            <a:pPr>
              <a:spcAft>
                <a:spcPts val="700"/>
              </a:spcAft>
              <a:defRPr sz="1800" b="0">
                <a:solidFill>
                  <a:srgbClr val="232323"/>
                </a:solidFill>
                <a:latin typeface="Aptos"/>
              </a:defRPr>
            </a:pPr>
            <a:r>
              <a:rPr dirty="0"/>
              <a:t>Galima </a:t>
            </a:r>
            <a:r>
              <a:rPr dirty="0" err="1"/>
              <a:t>lanksčiai</a:t>
            </a:r>
            <a:r>
              <a:rPr dirty="0"/>
              <a:t> </a:t>
            </a:r>
            <a:r>
              <a:rPr dirty="0" err="1"/>
              <a:t>įjungti</a:t>
            </a:r>
            <a:r>
              <a:rPr dirty="0"/>
              <a:t> </a:t>
            </a:r>
            <a:r>
              <a:rPr dirty="0" err="1"/>
              <a:t>arba</a:t>
            </a:r>
            <a:r>
              <a:rPr dirty="0"/>
              <a:t> </a:t>
            </a:r>
            <a:r>
              <a:rPr dirty="0" err="1"/>
              <a:t>išjungti</a:t>
            </a:r>
            <a:r>
              <a:rPr dirty="0"/>
              <a:t> </a:t>
            </a:r>
            <a:r>
              <a:rPr dirty="0" err="1"/>
              <a:t>atskiras</a:t>
            </a:r>
            <a:r>
              <a:rPr dirty="0"/>
              <a:t> </a:t>
            </a:r>
            <a:r>
              <a:rPr dirty="0" err="1"/>
              <a:t>funkcijas</a:t>
            </a:r>
            <a:endParaRPr dirty="0"/>
          </a:p>
          <a:p>
            <a:pPr>
              <a:spcAft>
                <a:spcPts val="700"/>
              </a:spcAft>
              <a:defRPr sz="1800" b="0">
                <a:solidFill>
                  <a:srgbClr val="232323"/>
                </a:solidFill>
                <a:latin typeface="Aptos"/>
              </a:defRPr>
            </a:pPr>
            <a:r>
              <a:rPr dirty="0" err="1"/>
              <a:t>Patogu</a:t>
            </a:r>
            <a:r>
              <a:rPr dirty="0"/>
              <a:t> </a:t>
            </a:r>
            <a:r>
              <a:rPr dirty="0" err="1"/>
              <a:t>vizualizuoti</a:t>
            </a:r>
            <a:r>
              <a:rPr dirty="0"/>
              <a:t> </a:t>
            </a:r>
            <a:r>
              <a:rPr dirty="0" err="1"/>
              <a:t>tiek</a:t>
            </a:r>
            <a:r>
              <a:rPr dirty="0"/>
              <a:t> </a:t>
            </a:r>
            <a:r>
              <a:rPr dirty="0" err="1"/>
              <a:t>tarpinius</a:t>
            </a:r>
            <a:r>
              <a:rPr dirty="0"/>
              <a:t>, </a:t>
            </a:r>
            <a:r>
              <a:rPr dirty="0" err="1"/>
              <a:t>tiek</a:t>
            </a:r>
            <a:r>
              <a:rPr dirty="0"/>
              <a:t> </a:t>
            </a:r>
            <a:r>
              <a:rPr dirty="0" err="1"/>
              <a:t>galutinius</a:t>
            </a:r>
            <a:r>
              <a:rPr dirty="0"/>
              <a:t> </a:t>
            </a:r>
            <a:r>
              <a:rPr dirty="0" err="1"/>
              <a:t>rezultatus</a:t>
            </a:r>
            <a:endParaRPr dirty="0"/>
          </a:p>
          <a:p>
            <a:pPr>
              <a:spcAft>
                <a:spcPts val="700"/>
              </a:spcAft>
              <a:defRPr sz="1800" b="0">
                <a:solidFill>
                  <a:srgbClr val="232323"/>
                </a:solidFill>
                <a:latin typeface="Aptos"/>
              </a:defRPr>
            </a:pPr>
            <a:r>
              <a:rPr dirty="0" err="1"/>
              <a:t>Lengva</a:t>
            </a:r>
            <a:r>
              <a:rPr dirty="0"/>
              <a:t> </a:t>
            </a:r>
            <a:r>
              <a:rPr dirty="0" err="1"/>
              <a:t>testuoti</a:t>
            </a:r>
            <a:r>
              <a:rPr dirty="0"/>
              <a:t> </a:t>
            </a:r>
            <a:r>
              <a:rPr dirty="0" err="1"/>
              <a:t>su</a:t>
            </a:r>
            <a:r>
              <a:rPr dirty="0"/>
              <a:t> </a:t>
            </a:r>
            <a:r>
              <a:rPr dirty="0" err="1"/>
              <a:t>daugeliu</a:t>
            </a:r>
            <a:r>
              <a:rPr dirty="0"/>
              <a:t> </a:t>
            </a:r>
            <a:r>
              <a:rPr dirty="0" err="1"/>
              <a:t>įrašų</a:t>
            </a:r>
            <a:endParaRPr dirty="0"/>
          </a:p>
          <a:p>
            <a:pPr>
              <a:spcAft>
                <a:spcPts val="700"/>
              </a:spcAft>
              <a:defRPr sz="1800" b="0">
                <a:solidFill>
                  <a:srgbClr val="232323"/>
                </a:solidFill>
                <a:latin typeface="Aptos"/>
              </a:defRPr>
            </a:pPr>
            <a:r>
              <a:rPr dirty="0" err="1"/>
              <a:t>Suderinama</a:t>
            </a:r>
            <a:r>
              <a:rPr dirty="0"/>
              <a:t> </a:t>
            </a:r>
            <a:r>
              <a:rPr dirty="0" err="1"/>
              <a:t>su</a:t>
            </a:r>
            <a:r>
              <a:rPr dirty="0"/>
              <a:t> </a:t>
            </a:r>
            <a:r>
              <a:rPr dirty="0" err="1"/>
              <a:t>ektopinių</a:t>
            </a:r>
            <a:r>
              <a:rPr dirty="0"/>
              <a:t> </a:t>
            </a:r>
            <a:r>
              <a:rPr dirty="0" err="1"/>
              <a:t>pūpsnių</a:t>
            </a:r>
            <a:r>
              <a:rPr dirty="0"/>
              <a:t> </a:t>
            </a:r>
            <a:r>
              <a:rPr dirty="0" err="1"/>
              <a:t>radimo</a:t>
            </a:r>
            <a:r>
              <a:rPr dirty="0"/>
              <a:t> </a:t>
            </a:r>
            <a:r>
              <a:rPr dirty="0" err="1"/>
              <a:t>pipeline'u</a:t>
            </a:r>
            <a:endParaRPr dirty="0"/>
          </a:p>
        </p:txBody>
      </p:sp>
    </p:spTree>
    <p:extLst>
      <p:ext uri="{BB962C8B-B14F-4D97-AF65-F5344CB8AC3E}">
        <p14:creationId xmlns:p14="http://schemas.microsoft.com/office/powerpoint/2010/main" val="32149217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rgbClr val="F7F7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rgbClr val="EA76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5D65806-14D3-9D16-B174-B3F65316D756}"/>
              </a:ext>
            </a:extLst>
          </p:cNvPr>
          <p:cNvSpPr>
            <a:spLocks noGrp="1"/>
          </p:cNvSpPr>
          <p:nvPr>
            <p:ph type="title"/>
          </p:nvPr>
        </p:nvSpPr>
        <p:spPr>
          <a:xfrm>
            <a:off x="317500" y="1153572"/>
            <a:ext cx="3291607" cy="4461163"/>
          </a:xfrm>
        </p:spPr>
        <p:txBody>
          <a:bodyPr wrap="square" lIns="50800" tIns="50800" rIns="50800" bIns="50800" anchor="ctr">
            <a:normAutofit/>
          </a:bodyPr>
          <a:lstStyle/>
          <a:p>
            <a:pPr algn="l">
              <a:defRPr sz="2400" b="1">
                <a:solidFill>
                  <a:srgbClr val="FFFFFF"/>
                </a:solidFill>
                <a:latin typeface="Aptos Display"/>
              </a:defRPr>
            </a:pPr>
            <a:r>
              <a:t>Kaip veikia</a:t>
            </a:r>
            <a:endParaRPr lang="lt-LT" sz="3700" dirty="0">
              <a:solidFill>
                <a:srgbClr val="FFFFFF"/>
              </a:solidFill>
            </a:endParaRPr>
          </a:p>
          <a:p>
            <a:pPr algn="l">
              <a:defRPr sz="2400" b="1">
                <a:solidFill>
                  <a:srgbClr val="FFFFFF"/>
                </a:solidFill>
                <a:latin typeface="Aptos Display"/>
              </a:defRPr>
            </a:pPr>
            <a:r>
              <a:t>dabartinis</a:t>
            </a:r>
          </a:p>
          <a:p>
            <a:pPr algn="l">
              <a:defRPr sz="2400" b="1">
                <a:solidFill>
                  <a:srgbClr val="FFFFFF"/>
                </a:solidFill>
                <a:latin typeface="Aptos Display"/>
              </a:defRPr>
            </a:pPr>
            <a:r>
              <a:t>nutriukšminimas</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35DDDD16-340A-290D-47EA-B3AEC933A017}"/>
              </a:ext>
            </a:extLst>
          </p:cNvPr>
          <p:cNvSpPr>
            <a:spLocks noGrp="1"/>
          </p:cNvSpPr>
          <p:nvPr>
            <p:ph idx="1"/>
          </p:nvPr>
        </p:nvSpPr>
        <p:spPr>
          <a:xfrm>
            <a:off x="4447308" y="591344"/>
            <a:ext cx="6906491" cy="5585619"/>
          </a:xfrm>
        </p:spPr>
        <p:txBody>
          <a:bodyPr wrap="square" lIns="101600" tIns="50800" rIns="50800" bIns="50800" anchor="ctr">
            <a:normAutofit/>
          </a:bodyPr>
          <a:lstStyle/>
          <a:p>
            <a:pPr>
              <a:spcAft>
                <a:spcPts val="700"/>
              </a:spcAft>
              <a:defRPr sz="1800" b="0">
                <a:solidFill>
                  <a:srgbClr val="232323"/>
                </a:solidFill>
                <a:latin typeface="Aptos"/>
              </a:defRPr>
            </a:pPr>
            <a:r>
              <a:rPr dirty="0" err="1"/>
              <a:t>Filtruojame</a:t>
            </a:r>
            <a:r>
              <a:rPr dirty="0"/>
              <a:t> </a:t>
            </a:r>
            <a:r>
              <a:rPr dirty="0" err="1"/>
              <a:t>signalą</a:t>
            </a:r>
            <a:r>
              <a:rPr dirty="0"/>
              <a:t> </a:t>
            </a:r>
            <a:r>
              <a:rPr dirty="0" err="1"/>
              <a:t>nuo</a:t>
            </a:r>
            <a:r>
              <a:rPr dirty="0"/>
              <a:t> </a:t>
            </a:r>
            <a:r>
              <a:rPr dirty="0" err="1"/>
              <a:t>žemų</a:t>
            </a:r>
            <a:r>
              <a:rPr dirty="0"/>
              <a:t> </a:t>
            </a:r>
            <a:r>
              <a:rPr dirty="0" err="1"/>
              <a:t>dažnių</a:t>
            </a:r>
            <a:r>
              <a:rPr dirty="0"/>
              <a:t> (cutoff 0.5 Hz)</a:t>
            </a:r>
            <a:endParaRPr lang="lt-LT" dirty="0"/>
          </a:p>
          <a:p>
            <a:pPr>
              <a:spcAft>
                <a:spcPts val="700"/>
              </a:spcAft>
              <a:defRPr sz="1800" b="0">
                <a:solidFill>
                  <a:srgbClr val="232323"/>
                </a:solidFill>
                <a:latin typeface="Aptos"/>
              </a:defRPr>
            </a:pPr>
            <a:r>
              <a:rPr dirty="0" err="1"/>
              <a:t>Detektuojame</a:t>
            </a:r>
            <a:r>
              <a:rPr dirty="0"/>
              <a:t> </a:t>
            </a:r>
            <a:r>
              <a:rPr dirty="0" err="1"/>
              <a:t>ir</a:t>
            </a:r>
            <a:r>
              <a:rPr dirty="0"/>
              <a:t> </a:t>
            </a:r>
            <a:r>
              <a:rPr dirty="0" err="1"/>
              <a:t>pašaliname</a:t>
            </a:r>
            <a:r>
              <a:rPr dirty="0"/>
              <a:t> </a:t>
            </a:r>
            <a:r>
              <a:rPr dirty="0" err="1"/>
              <a:t>išskirtis</a:t>
            </a:r>
            <a:r>
              <a:rPr dirty="0"/>
              <a:t> (out)</a:t>
            </a:r>
          </a:p>
          <a:p>
            <a:pPr>
              <a:spcAft>
                <a:spcPts val="700"/>
              </a:spcAft>
              <a:defRPr sz="1800" b="0">
                <a:solidFill>
                  <a:srgbClr val="232323"/>
                </a:solidFill>
                <a:latin typeface="Aptos"/>
              </a:defRPr>
            </a:pPr>
            <a:r>
              <a:rPr dirty="0" err="1"/>
              <a:t>Detektuojame</a:t>
            </a:r>
            <a:r>
              <a:rPr dirty="0"/>
              <a:t> </a:t>
            </a:r>
            <a:r>
              <a:rPr dirty="0" err="1"/>
              <a:t>ir</a:t>
            </a:r>
            <a:r>
              <a:rPr dirty="0"/>
              <a:t> </a:t>
            </a:r>
            <a:r>
              <a:rPr dirty="0" err="1"/>
              <a:t>pašaliname</a:t>
            </a:r>
            <a:r>
              <a:rPr dirty="0"/>
              <a:t> </a:t>
            </a:r>
            <a:r>
              <a:rPr dirty="0" err="1"/>
              <a:t>rspragas</a:t>
            </a:r>
            <a:r>
              <a:rPr dirty="0"/>
              <a:t> (</a:t>
            </a:r>
            <a:r>
              <a:rPr dirty="0" err="1"/>
              <a:t>rdr</a:t>
            </a:r>
            <a:r>
              <a:rPr dirty="0"/>
              <a:t>)</a:t>
            </a:r>
          </a:p>
          <a:p>
            <a:pPr>
              <a:spcAft>
                <a:spcPts val="700"/>
              </a:spcAft>
              <a:defRPr sz="1800" b="0">
                <a:solidFill>
                  <a:srgbClr val="232323"/>
                </a:solidFill>
                <a:latin typeface="Aptos"/>
              </a:defRPr>
            </a:pPr>
            <a:r>
              <a:rPr dirty="0" err="1"/>
              <a:t>Detektuojame</a:t>
            </a:r>
            <a:r>
              <a:rPr dirty="0"/>
              <a:t> </a:t>
            </a:r>
            <a:r>
              <a:rPr dirty="0" err="1"/>
              <a:t>ir</a:t>
            </a:r>
            <a:r>
              <a:rPr dirty="0"/>
              <a:t> </a:t>
            </a:r>
            <a:r>
              <a:rPr dirty="0" err="1"/>
              <a:t>pašaliname</a:t>
            </a:r>
            <a:r>
              <a:rPr dirty="0"/>
              <a:t> </a:t>
            </a:r>
            <a:r>
              <a:rPr dirty="0" err="1"/>
              <a:t>triukšminius</a:t>
            </a:r>
            <a:r>
              <a:rPr dirty="0"/>
              <a:t> </a:t>
            </a:r>
            <a:r>
              <a:rPr dirty="0" err="1"/>
              <a:t>intervalus</a:t>
            </a:r>
            <a:r>
              <a:rPr dirty="0"/>
              <a:t> </a:t>
            </a:r>
            <a:r>
              <a:rPr dirty="0" err="1"/>
              <a:t>su</a:t>
            </a:r>
            <a:r>
              <a:rPr dirty="0"/>
              <a:t> </a:t>
            </a:r>
            <a:r>
              <a:rPr dirty="0" err="1"/>
              <a:t>elektrodų</a:t>
            </a:r>
            <a:r>
              <a:rPr dirty="0"/>
              <a:t> </a:t>
            </a:r>
            <a:r>
              <a:rPr dirty="0" err="1"/>
              <a:t>ir</a:t>
            </a:r>
            <a:r>
              <a:rPr dirty="0"/>
              <a:t> </a:t>
            </a:r>
            <a:r>
              <a:rPr dirty="0" err="1"/>
              <a:t>raumenų</a:t>
            </a:r>
            <a:r>
              <a:rPr dirty="0"/>
              <a:t> </a:t>
            </a:r>
            <a:r>
              <a:rPr dirty="0" err="1"/>
              <a:t>artefaktais</a:t>
            </a:r>
            <a:r>
              <a:rPr dirty="0"/>
              <a:t> (</a:t>
            </a:r>
            <a:r>
              <a:rPr dirty="0" err="1"/>
              <a:t>mra</a:t>
            </a:r>
            <a:r>
              <a:rPr dirty="0"/>
              <a:t>) - </a:t>
            </a:r>
            <a:r>
              <a:rPr dirty="0" err="1"/>
              <a:t>kol</a:t>
            </a:r>
            <a:r>
              <a:rPr dirty="0"/>
              <a:t> kas tik </a:t>
            </a:r>
            <a:r>
              <a:rPr dirty="0" err="1"/>
              <a:t>makete</a:t>
            </a:r>
            <a:endParaRPr dirty="0"/>
          </a:p>
        </p:txBody>
      </p:sp>
    </p:spTree>
    <p:extLst>
      <p:ext uri="{BB962C8B-B14F-4D97-AF65-F5344CB8AC3E}">
        <p14:creationId xmlns:p14="http://schemas.microsoft.com/office/powerpoint/2010/main" val="41787386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EE623D-7173-D754-5453-440FA4C7C134}"/>
              </a:ext>
            </a:extLst>
          </p:cNvPr>
          <p:cNvSpPr>
            <a:spLocks noGrp="1"/>
          </p:cNvSpPr>
          <p:nvPr>
            <p:ph type="title"/>
          </p:nvPr>
        </p:nvSpPr>
        <p:spPr>
          <a:xfrm>
            <a:off x="7748955" y="1141711"/>
            <a:ext cx="3833446" cy="3474364"/>
          </a:xfrm>
        </p:spPr>
        <p:txBody>
          <a:bodyPr vert="horz" wrap="square" lIns="76200" tIns="45720" rIns="76200" bIns="45720" rtlCol="0" anchor="ctr">
            <a:normAutofit fontScale="90000"/>
          </a:bodyPr>
          <a:lstStyle/>
          <a:p>
            <a:pPr algn="l"/>
            <a:r>
              <a:rPr lang="en-US" sz="2000" b="1" kern="1200" dirty="0" err="1">
                <a:solidFill>
                  <a:srgbClr val="232323"/>
                </a:solidFill>
                <a:latin typeface="Aptos Display"/>
                <a:ea typeface="+mj-ea"/>
                <a:cs typeface="+mj-cs"/>
              </a:rPr>
              <a:t>Nupjauname</a:t>
            </a:r>
            <a:r>
              <a:rPr lang="en-US" sz="2000" b="1" kern="1200" dirty="0">
                <a:solidFill>
                  <a:srgbClr val="232323"/>
                </a:solidFill>
                <a:latin typeface="Aptos Display"/>
                <a:ea typeface="+mj-ea"/>
                <a:cs typeface="+mj-cs"/>
              </a:rPr>
              <a:t> </a:t>
            </a:r>
            <a:r>
              <a:rPr lang="en-US" sz="2000" b="1" kern="1200" dirty="0" err="1">
                <a:solidFill>
                  <a:srgbClr val="232323"/>
                </a:solidFill>
                <a:latin typeface="Aptos Display"/>
                <a:ea typeface="+mj-ea"/>
                <a:cs typeface="+mj-cs"/>
              </a:rPr>
              <a:t>signale</a:t>
            </a:r>
            <a:r>
              <a:rPr lang="en-US" sz="2000" b="1" kern="1200" dirty="0">
                <a:solidFill>
                  <a:srgbClr val="232323"/>
                </a:solidFill>
                <a:latin typeface="Aptos Display"/>
                <a:ea typeface="+mj-ea"/>
                <a:cs typeface="+mj-cs"/>
              </a:rPr>
              <a:t> </a:t>
            </a:r>
            <a:r>
              <a:rPr lang="en-US" sz="2000" b="1" kern="1200" dirty="0" err="1">
                <a:solidFill>
                  <a:srgbClr val="232323"/>
                </a:solidFill>
                <a:latin typeface="Aptos Display"/>
                <a:ea typeface="+mj-ea"/>
                <a:cs typeface="+mj-cs"/>
              </a:rPr>
              <a:t>žemus</a:t>
            </a:r>
            <a:r>
              <a:rPr lang="en-US" sz="2000" b="1" kern="1200" dirty="0">
                <a:solidFill>
                  <a:srgbClr val="232323"/>
                </a:solidFill>
                <a:latin typeface="Aptos Display"/>
                <a:ea typeface="+mj-ea"/>
                <a:cs typeface="+mj-cs"/>
              </a:rPr>
              <a:t> </a:t>
            </a:r>
            <a:r>
              <a:rPr lang="en-US" sz="2000" b="1" kern="1200" dirty="0" err="1">
                <a:solidFill>
                  <a:srgbClr val="232323"/>
                </a:solidFill>
                <a:latin typeface="Aptos Display"/>
                <a:ea typeface="+mj-ea"/>
                <a:cs typeface="+mj-cs"/>
              </a:rPr>
              <a:t>dažnumus</a:t>
            </a:r>
            <a:r>
              <a:rPr lang="en-US" sz="2000" b="1" kern="1200" dirty="0">
                <a:solidFill>
                  <a:srgbClr val="232323"/>
                </a:solidFill>
                <a:latin typeface="Aptos Display"/>
                <a:ea typeface="+mj-ea"/>
                <a:cs typeface="+mj-cs"/>
              </a:rPr>
              <a:t> (cutoff 0.5 Hz)</a:t>
            </a:r>
            <a:br>
              <a:rPr lang="lt-LT" sz="4000" b="1" kern="1200" dirty="0">
                <a:solidFill>
                  <a:schemeClr val="tx1"/>
                </a:solidFill>
                <a:latin typeface="+mj-lt"/>
                <a:ea typeface="+mj-ea"/>
                <a:cs typeface="+mj-cs"/>
              </a:rPr>
            </a:br>
            <a:br>
              <a:rPr lang="en-US" sz="4000" b="1" kern="1200" dirty="0">
                <a:solidFill>
                  <a:schemeClr val="tx1"/>
                </a:solidFill>
                <a:latin typeface="+mj-lt"/>
                <a:ea typeface="+mj-ea"/>
                <a:cs typeface="+mj-cs"/>
              </a:rPr>
            </a:br>
            <a:r>
              <a:rPr lang="lt-LT" sz="2000" b="1" kern="1200" dirty="0">
                <a:solidFill>
                  <a:srgbClr val="232323"/>
                </a:solidFill>
                <a:latin typeface="Aptos Display"/>
                <a:ea typeface="+mj-ea"/>
                <a:cs typeface="+mj-cs"/>
              </a:rPr>
              <a:t>Pvz. </a:t>
            </a:r>
            <a:r>
              <a:rPr lang="en-US" sz="2000" b="1" kern="1200" dirty="0">
                <a:solidFill>
                  <a:srgbClr val="232323"/>
                </a:solidFill>
                <a:latin typeface="Aptos Display"/>
                <a:ea typeface="+mj-ea"/>
                <a:cs typeface="+mj-cs"/>
              </a:rPr>
              <a:t>1</a:t>
            </a:r>
            <a:br>
              <a:rPr lang="en-US" sz="4000" b="1" kern="1200" dirty="0">
                <a:solidFill>
                  <a:schemeClr val="tx1"/>
                </a:solidFill>
                <a:latin typeface="+mj-lt"/>
                <a:ea typeface="+mj-ea"/>
                <a:cs typeface="+mj-cs"/>
              </a:rPr>
            </a:br>
            <a:endParaRPr lang="en-US" sz="4000" b="1" kern="1200" dirty="0">
              <a:solidFill>
                <a:schemeClr val="tx1"/>
              </a:solidFill>
              <a:latin typeface="+mj-lt"/>
              <a:ea typeface="+mj-ea"/>
              <a:cs typeface="+mj-cs"/>
            </a:endParaRPr>
          </a:p>
        </p:txBody>
      </p:sp>
      <p:pic>
        <p:nvPicPr>
          <p:cNvPr id="7" name="Content Placeholder 6">
            <a:extLst>
              <a:ext uri="{FF2B5EF4-FFF2-40B4-BE49-F238E27FC236}">
                <a16:creationId xmlns:a16="http://schemas.microsoft.com/office/drawing/2014/main" id="{71C9ABDC-0B36-5282-484A-377AA4A7C462}"/>
              </a:ext>
            </a:extLst>
          </p:cNvPr>
          <p:cNvPicPr>
            <a:picLocks noGrp="1" noChangeAspect="1"/>
          </p:cNvPicPr>
          <p:nvPr>
            <p:ph idx="1"/>
          </p:nvPr>
        </p:nvPicPr>
        <p:blipFill>
          <a:blip r:embed="rId3"/>
          <a:stretch>
            <a:fillRect/>
          </a:stretch>
        </p:blipFill>
        <p:spPr>
          <a:xfrm>
            <a:off x="1323177" y="819604"/>
            <a:ext cx="5298367" cy="5173308"/>
          </a:xfrm>
          <a:prstGeom prst="rect">
            <a:avLst/>
          </a:prstGeom>
        </p:spPr>
      </p:pic>
      <p:cxnSp>
        <p:nvCxnSpPr>
          <p:cNvPr id="14" name="Straight Connector 13">
            <a:extLst>
              <a:ext uri="{FF2B5EF4-FFF2-40B4-BE49-F238E27FC236}">
                <a16:creationId xmlns:a16="http://schemas.microsoft.com/office/drawing/2014/main" id="{192712F8-36FA-35DF-0CE8-4098D93322A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852094" y="871146"/>
            <a:ext cx="736939" cy="0"/>
          </a:xfrm>
          <a:prstGeom prst="line">
            <a:avLst/>
          </a:prstGeom>
          <a:ln w="57150">
            <a:solidFill>
              <a:srgbClr val="0097C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653394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D11F1-0FA4-869D-0A54-B6895ED1C77E}"/>
              </a:ext>
            </a:extLst>
          </p:cNvPr>
          <p:cNvSpPr>
            <a:spLocks noGrp="1"/>
          </p:cNvSpPr>
          <p:nvPr>
            <p:ph type="title"/>
          </p:nvPr>
        </p:nvSpPr>
        <p:spPr>
          <a:xfrm>
            <a:off x="7748955" y="1141711"/>
            <a:ext cx="3833446" cy="3474364"/>
          </a:xfrm>
        </p:spPr>
        <p:txBody>
          <a:bodyPr vert="horz" wrap="square" lIns="76200" tIns="45720" rIns="76200" bIns="45720" rtlCol="0" anchor="ctr">
            <a:normAutofit fontScale="90000"/>
          </a:bodyPr>
          <a:lstStyle/>
          <a:p>
            <a:pPr algn="l"/>
            <a:r>
              <a:rPr lang="en-US" sz="2000" b="1" kern="1200" dirty="0" err="1">
                <a:solidFill>
                  <a:srgbClr val="232323"/>
                </a:solidFill>
                <a:latin typeface="Aptos Display"/>
                <a:ea typeface="+mj-ea"/>
                <a:cs typeface="+mj-cs"/>
              </a:rPr>
              <a:t>Nupjauname</a:t>
            </a:r>
            <a:r>
              <a:rPr lang="en-US" sz="2000" b="1" kern="1200" dirty="0">
                <a:solidFill>
                  <a:srgbClr val="232323"/>
                </a:solidFill>
                <a:latin typeface="Aptos Display"/>
                <a:ea typeface="+mj-ea"/>
                <a:cs typeface="+mj-cs"/>
              </a:rPr>
              <a:t> </a:t>
            </a:r>
            <a:r>
              <a:rPr lang="en-US" sz="2000" b="1" kern="1200" dirty="0" err="1">
                <a:solidFill>
                  <a:srgbClr val="232323"/>
                </a:solidFill>
                <a:latin typeface="Aptos Display"/>
                <a:ea typeface="+mj-ea"/>
                <a:cs typeface="+mj-cs"/>
              </a:rPr>
              <a:t>signale</a:t>
            </a:r>
            <a:r>
              <a:rPr lang="en-US" sz="2000" b="1" kern="1200" dirty="0">
                <a:solidFill>
                  <a:srgbClr val="232323"/>
                </a:solidFill>
                <a:latin typeface="Aptos Display"/>
                <a:ea typeface="+mj-ea"/>
                <a:cs typeface="+mj-cs"/>
              </a:rPr>
              <a:t> </a:t>
            </a:r>
            <a:r>
              <a:rPr lang="en-US" sz="2000" b="1" kern="1200" dirty="0" err="1">
                <a:solidFill>
                  <a:srgbClr val="232323"/>
                </a:solidFill>
                <a:latin typeface="Aptos Display"/>
                <a:ea typeface="+mj-ea"/>
                <a:cs typeface="+mj-cs"/>
              </a:rPr>
              <a:t>žemus</a:t>
            </a:r>
            <a:r>
              <a:rPr lang="en-US" sz="2000" b="1" kern="1200" dirty="0">
                <a:solidFill>
                  <a:srgbClr val="232323"/>
                </a:solidFill>
                <a:latin typeface="Aptos Display"/>
                <a:ea typeface="+mj-ea"/>
                <a:cs typeface="+mj-cs"/>
              </a:rPr>
              <a:t> </a:t>
            </a:r>
            <a:r>
              <a:rPr lang="en-US" sz="2000" b="1" kern="1200" dirty="0" err="1">
                <a:solidFill>
                  <a:srgbClr val="232323"/>
                </a:solidFill>
                <a:latin typeface="Aptos Display"/>
                <a:ea typeface="+mj-ea"/>
                <a:cs typeface="+mj-cs"/>
              </a:rPr>
              <a:t>dažnumus</a:t>
            </a:r>
            <a:r>
              <a:rPr lang="en-US" sz="2000" b="1" kern="1200" dirty="0">
                <a:solidFill>
                  <a:srgbClr val="232323"/>
                </a:solidFill>
                <a:latin typeface="Aptos Display"/>
                <a:ea typeface="+mj-ea"/>
                <a:cs typeface="+mj-cs"/>
              </a:rPr>
              <a:t> (cutoff 0.5 Hz)</a:t>
            </a:r>
            <a:br>
              <a:rPr lang="en-US" sz="4000" b="1" kern="1200" dirty="0">
                <a:solidFill>
                  <a:schemeClr val="tx1"/>
                </a:solidFill>
                <a:latin typeface="+mj-lt"/>
                <a:ea typeface="+mj-ea"/>
                <a:cs typeface="+mj-cs"/>
              </a:rPr>
            </a:br>
            <a:br>
              <a:rPr lang="en-US" sz="4000" b="1" kern="1200" dirty="0">
                <a:solidFill>
                  <a:schemeClr val="tx1"/>
                </a:solidFill>
                <a:latin typeface="+mj-lt"/>
                <a:ea typeface="+mj-ea"/>
                <a:cs typeface="+mj-cs"/>
              </a:rPr>
            </a:br>
            <a:r>
              <a:rPr lang="en-US" sz="2000" b="1" kern="1200" dirty="0" err="1">
                <a:solidFill>
                  <a:srgbClr val="232323"/>
                </a:solidFill>
                <a:latin typeface="Aptos Display"/>
                <a:ea typeface="+mj-ea"/>
                <a:cs typeface="+mj-cs"/>
              </a:rPr>
              <a:t>Pvz</a:t>
            </a:r>
            <a:r>
              <a:rPr lang="en-US" sz="2000" b="1" kern="1200" dirty="0">
                <a:solidFill>
                  <a:srgbClr val="232323"/>
                </a:solidFill>
                <a:latin typeface="Aptos Display"/>
                <a:ea typeface="+mj-ea"/>
                <a:cs typeface="+mj-cs"/>
              </a:rPr>
              <a:t>. 2</a:t>
            </a:r>
            <a:br>
              <a:rPr lang="en-US" sz="4000" b="1" kern="1200" dirty="0">
                <a:solidFill>
                  <a:schemeClr val="tx1"/>
                </a:solidFill>
                <a:latin typeface="+mj-lt"/>
                <a:ea typeface="+mj-ea"/>
                <a:cs typeface="+mj-cs"/>
              </a:rPr>
            </a:br>
            <a:endParaRPr lang="en-US" sz="4000" kern="1200" dirty="0">
              <a:solidFill>
                <a:schemeClr val="tx1"/>
              </a:solidFill>
              <a:latin typeface="+mj-lt"/>
              <a:ea typeface="+mj-ea"/>
              <a:cs typeface="+mj-cs"/>
            </a:endParaRPr>
          </a:p>
        </p:txBody>
      </p:sp>
      <p:pic>
        <p:nvPicPr>
          <p:cNvPr id="5" name="Content Placeholder 4">
            <a:extLst>
              <a:ext uri="{FF2B5EF4-FFF2-40B4-BE49-F238E27FC236}">
                <a16:creationId xmlns:a16="http://schemas.microsoft.com/office/drawing/2014/main" id="{12D15E7F-C444-294A-CA89-0BA6EE26FCF8}"/>
              </a:ext>
            </a:extLst>
          </p:cNvPr>
          <p:cNvPicPr>
            <a:picLocks noGrp="1" noChangeAspect="1"/>
          </p:cNvPicPr>
          <p:nvPr>
            <p:ph idx="1"/>
          </p:nvPr>
        </p:nvPicPr>
        <p:blipFill>
          <a:blip r:embed="rId4"/>
          <a:stretch>
            <a:fillRect/>
          </a:stretch>
        </p:blipFill>
        <p:spPr>
          <a:xfrm>
            <a:off x="1356966" y="819604"/>
            <a:ext cx="5230789" cy="5173308"/>
          </a:xfrm>
          <a:prstGeom prst="rect">
            <a:avLst/>
          </a:prstGeom>
        </p:spPr>
      </p:pic>
      <p:cxnSp>
        <p:nvCxnSpPr>
          <p:cNvPr id="10" name="Straight Connector 9">
            <a:extLst>
              <a:ext uri="{FF2B5EF4-FFF2-40B4-BE49-F238E27FC236}">
                <a16:creationId xmlns:a16="http://schemas.microsoft.com/office/drawing/2014/main" id="{192712F8-36FA-35DF-0CE8-4098D93322A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852094" y="871146"/>
            <a:ext cx="736939" cy="0"/>
          </a:xfrm>
          <a:prstGeom prst="line">
            <a:avLst/>
          </a:prstGeom>
          <a:ln w="57150">
            <a:solidFill>
              <a:srgbClr val="0097C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870734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0E91F5CA-B392-444C-88E3-BF5BAAEBDE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DFCA2118-59A2-4310-A4B2-F2CBA821E8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940492"/>
            <a:ext cx="12192000" cy="1924333"/>
          </a:xfrm>
          <a:custGeom>
            <a:avLst/>
            <a:gdLst>
              <a:gd name="connsiteX0" fmla="*/ 6189199 w 12192000"/>
              <a:gd name="connsiteY0" fmla="*/ 588 h 1924333"/>
              <a:gd name="connsiteX1" fmla="*/ 6207079 w 12192000"/>
              <a:gd name="connsiteY1" fmla="*/ 2850 h 1924333"/>
              <a:gd name="connsiteX2" fmla="*/ 6285610 w 12192000"/>
              <a:gd name="connsiteY2" fmla="*/ 18131 h 1924333"/>
              <a:gd name="connsiteX3" fmla="*/ 6378008 w 12192000"/>
              <a:gd name="connsiteY3" fmla="*/ 24625 h 1924333"/>
              <a:gd name="connsiteX4" fmla="*/ 6466340 w 12192000"/>
              <a:gd name="connsiteY4" fmla="*/ 21366 h 1924333"/>
              <a:gd name="connsiteX5" fmla="*/ 6553334 w 12192000"/>
              <a:gd name="connsiteY5" fmla="*/ 35307 h 1924333"/>
              <a:gd name="connsiteX6" fmla="*/ 6626068 w 12192000"/>
              <a:gd name="connsiteY6" fmla="*/ 58045 h 1924333"/>
              <a:gd name="connsiteX7" fmla="*/ 6692303 w 12192000"/>
              <a:gd name="connsiteY7" fmla="*/ 91487 h 1924333"/>
              <a:gd name="connsiteX8" fmla="*/ 6733670 w 12192000"/>
              <a:gd name="connsiteY8" fmla="*/ 118130 h 1924333"/>
              <a:gd name="connsiteX9" fmla="*/ 6798016 w 12192000"/>
              <a:gd name="connsiteY9" fmla="*/ 112271 h 1924333"/>
              <a:gd name="connsiteX10" fmla="*/ 6801081 w 12192000"/>
              <a:gd name="connsiteY10" fmla="*/ 114963 h 1924333"/>
              <a:gd name="connsiteX11" fmla="*/ 6819351 w 12192000"/>
              <a:gd name="connsiteY11" fmla="*/ 128825 h 1924333"/>
              <a:gd name="connsiteX12" fmla="*/ 6852732 w 12192000"/>
              <a:gd name="connsiteY12" fmla="*/ 123321 h 1924333"/>
              <a:gd name="connsiteX13" fmla="*/ 6865247 w 12192000"/>
              <a:gd name="connsiteY13" fmla="*/ 128836 h 1924333"/>
              <a:gd name="connsiteX14" fmla="*/ 6905517 w 12192000"/>
              <a:gd name="connsiteY14" fmla="*/ 129265 h 1924333"/>
              <a:gd name="connsiteX15" fmla="*/ 6950286 w 12192000"/>
              <a:gd name="connsiteY15" fmla="*/ 150104 h 1924333"/>
              <a:gd name="connsiteX16" fmla="*/ 7003442 w 12192000"/>
              <a:gd name="connsiteY16" fmla="*/ 136136 h 1924333"/>
              <a:gd name="connsiteX17" fmla="*/ 7160047 w 12192000"/>
              <a:gd name="connsiteY17" fmla="*/ 166721 h 1924333"/>
              <a:gd name="connsiteX18" fmla="*/ 7325604 w 12192000"/>
              <a:gd name="connsiteY18" fmla="*/ 215867 h 1924333"/>
              <a:gd name="connsiteX19" fmla="*/ 7540522 w 12192000"/>
              <a:gd name="connsiteY19" fmla="*/ 239374 h 1924333"/>
              <a:gd name="connsiteX20" fmla="*/ 7612071 w 12192000"/>
              <a:gd name="connsiteY20" fmla="*/ 229553 h 1924333"/>
              <a:gd name="connsiteX21" fmla="*/ 7651995 w 12192000"/>
              <a:gd name="connsiteY21" fmla="*/ 244567 h 1924333"/>
              <a:gd name="connsiteX22" fmla="*/ 7725761 w 12192000"/>
              <a:gd name="connsiteY22" fmla="*/ 258638 h 1924333"/>
              <a:gd name="connsiteX23" fmla="*/ 7823038 w 12192000"/>
              <a:gd name="connsiteY23" fmla="*/ 287078 h 1924333"/>
              <a:gd name="connsiteX24" fmla="*/ 7866405 w 12192000"/>
              <a:gd name="connsiteY24" fmla="*/ 287288 h 1924333"/>
              <a:gd name="connsiteX25" fmla="*/ 7875021 w 12192000"/>
              <a:gd name="connsiteY25" fmla="*/ 288224 h 1924333"/>
              <a:gd name="connsiteX26" fmla="*/ 7875146 w 12192000"/>
              <a:gd name="connsiteY26" fmla="*/ 288614 h 1924333"/>
              <a:gd name="connsiteX27" fmla="*/ 7907443 w 12192000"/>
              <a:gd name="connsiteY27" fmla="*/ 291752 h 1924333"/>
              <a:gd name="connsiteX28" fmla="*/ 7912892 w 12192000"/>
              <a:gd name="connsiteY28" fmla="*/ 294833 h 1924333"/>
              <a:gd name="connsiteX29" fmla="*/ 7946345 w 12192000"/>
              <a:gd name="connsiteY29" fmla="*/ 319359 h 1924333"/>
              <a:gd name="connsiteX30" fmla="*/ 8021238 w 12192000"/>
              <a:gd name="connsiteY30" fmla="*/ 315159 h 1924333"/>
              <a:gd name="connsiteX31" fmla="*/ 8094697 w 12192000"/>
              <a:gd name="connsiteY31" fmla="*/ 351819 h 1924333"/>
              <a:gd name="connsiteX32" fmla="*/ 8155208 w 12192000"/>
              <a:gd name="connsiteY32" fmla="*/ 371168 h 1924333"/>
              <a:gd name="connsiteX33" fmla="*/ 8248472 w 12192000"/>
              <a:gd name="connsiteY33" fmla="*/ 400489 h 1924333"/>
              <a:gd name="connsiteX34" fmla="*/ 8300068 w 12192000"/>
              <a:gd name="connsiteY34" fmla="*/ 405531 h 1924333"/>
              <a:gd name="connsiteX35" fmla="*/ 8356293 w 12192000"/>
              <a:gd name="connsiteY35" fmla="*/ 403328 h 1924333"/>
              <a:gd name="connsiteX36" fmla="*/ 8475838 w 12192000"/>
              <a:gd name="connsiteY36" fmla="*/ 435524 h 1924333"/>
              <a:gd name="connsiteX37" fmla="*/ 8575216 w 12192000"/>
              <a:gd name="connsiteY37" fmla="*/ 450198 h 1924333"/>
              <a:gd name="connsiteX38" fmla="*/ 8588650 w 12192000"/>
              <a:gd name="connsiteY38" fmla="*/ 447070 h 1924333"/>
              <a:gd name="connsiteX39" fmla="*/ 8612184 w 12192000"/>
              <a:gd name="connsiteY39" fmla="*/ 439577 h 1924333"/>
              <a:gd name="connsiteX40" fmla="*/ 8630713 w 12192000"/>
              <a:gd name="connsiteY40" fmla="*/ 433015 h 1924333"/>
              <a:gd name="connsiteX41" fmla="*/ 8704240 w 12192000"/>
              <a:gd name="connsiteY41" fmla="*/ 422865 h 1924333"/>
              <a:gd name="connsiteX42" fmla="*/ 8829513 w 12192000"/>
              <a:gd name="connsiteY42" fmla="*/ 429389 h 1924333"/>
              <a:gd name="connsiteX43" fmla="*/ 9083651 w 12192000"/>
              <a:gd name="connsiteY43" fmla="*/ 390744 h 1924333"/>
              <a:gd name="connsiteX44" fmla="*/ 9371402 w 12192000"/>
              <a:gd name="connsiteY44" fmla="*/ 371809 h 1924333"/>
              <a:gd name="connsiteX45" fmla="*/ 9429586 w 12192000"/>
              <a:gd name="connsiteY45" fmla="*/ 369213 h 1924333"/>
              <a:gd name="connsiteX46" fmla="*/ 9489757 w 12192000"/>
              <a:gd name="connsiteY46" fmla="*/ 377814 h 1924333"/>
              <a:gd name="connsiteX47" fmla="*/ 9516954 w 12192000"/>
              <a:gd name="connsiteY47" fmla="*/ 376991 h 1924333"/>
              <a:gd name="connsiteX48" fmla="*/ 9645588 w 12192000"/>
              <a:gd name="connsiteY48" fmla="*/ 363590 h 1924333"/>
              <a:gd name="connsiteX49" fmla="*/ 9722896 w 12192000"/>
              <a:gd name="connsiteY49" fmla="*/ 360983 h 1924333"/>
              <a:gd name="connsiteX50" fmla="*/ 9752803 w 12192000"/>
              <a:gd name="connsiteY50" fmla="*/ 368492 h 1924333"/>
              <a:gd name="connsiteX51" fmla="*/ 9890305 w 12192000"/>
              <a:gd name="connsiteY51" fmla="*/ 380736 h 1924333"/>
              <a:gd name="connsiteX52" fmla="*/ 9939767 w 12192000"/>
              <a:gd name="connsiteY52" fmla="*/ 377776 h 1924333"/>
              <a:gd name="connsiteX53" fmla="*/ 9944355 w 12192000"/>
              <a:gd name="connsiteY53" fmla="*/ 377352 h 1924333"/>
              <a:gd name="connsiteX54" fmla="*/ 9953719 w 12192000"/>
              <a:gd name="connsiteY54" fmla="*/ 375642 h 1924333"/>
              <a:gd name="connsiteX55" fmla="*/ 9955809 w 12192000"/>
              <a:gd name="connsiteY55" fmla="*/ 376294 h 1924333"/>
              <a:gd name="connsiteX56" fmla="*/ 10032710 w 12192000"/>
              <a:gd name="connsiteY56" fmla="*/ 394940 h 1924333"/>
              <a:gd name="connsiteX57" fmla="*/ 10049925 w 12192000"/>
              <a:gd name="connsiteY57" fmla="*/ 404971 h 1924333"/>
              <a:gd name="connsiteX58" fmla="*/ 10112671 w 12192000"/>
              <a:gd name="connsiteY58" fmla="*/ 414549 h 1924333"/>
              <a:gd name="connsiteX59" fmla="*/ 10170853 w 12192000"/>
              <a:gd name="connsiteY59" fmla="*/ 435168 h 1924333"/>
              <a:gd name="connsiteX60" fmla="*/ 10290184 w 12192000"/>
              <a:gd name="connsiteY60" fmla="*/ 448123 h 1924333"/>
              <a:gd name="connsiteX61" fmla="*/ 10320158 w 12192000"/>
              <a:gd name="connsiteY61" fmla="*/ 458352 h 1924333"/>
              <a:gd name="connsiteX62" fmla="*/ 10321815 w 12192000"/>
              <a:gd name="connsiteY62" fmla="*/ 463087 h 1924333"/>
              <a:gd name="connsiteX63" fmla="*/ 10373742 w 12192000"/>
              <a:gd name="connsiteY63" fmla="*/ 464538 h 1924333"/>
              <a:gd name="connsiteX64" fmla="*/ 10428532 w 12192000"/>
              <a:gd name="connsiteY64" fmla="*/ 492504 h 1924333"/>
              <a:gd name="connsiteX65" fmla="*/ 10466490 w 12192000"/>
              <a:gd name="connsiteY65" fmla="*/ 517759 h 1924333"/>
              <a:gd name="connsiteX66" fmla="*/ 10466675 w 12192000"/>
              <a:gd name="connsiteY66" fmla="*/ 522076 h 1924333"/>
              <a:gd name="connsiteX67" fmla="*/ 10470309 w 12192000"/>
              <a:gd name="connsiteY67" fmla="*/ 522792 h 1924333"/>
              <a:gd name="connsiteX68" fmla="*/ 10474138 w 12192000"/>
              <a:gd name="connsiteY68" fmla="*/ 519761 h 1924333"/>
              <a:gd name="connsiteX69" fmla="*/ 10501100 w 12192000"/>
              <a:gd name="connsiteY69" fmla="*/ 528263 h 1924333"/>
              <a:gd name="connsiteX70" fmla="*/ 10502395 w 12192000"/>
              <a:gd name="connsiteY70" fmla="*/ 536393 h 1924333"/>
              <a:gd name="connsiteX71" fmla="*/ 10689496 w 12192000"/>
              <a:gd name="connsiteY71" fmla="*/ 560233 h 1924333"/>
              <a:gd name="connsiteX72" fmla="*/ 10788736 w 12192000"/>
              <a:gd name="connsiteY72" fmla="*/ 613188 h 1924333"/>
              <a:gd name="connsiteX73" fmla="*/ 10819747 w 12192000"/>
              <a:gd name="connsiteY73" fmla="*/ 621351 h 1924333"/>
              <a:gd name="connsiteX74" fmla="*/ 10864632 w 12192000"/>
              <a:gd name="connsiteY74" fmla="*/ 644858 h 1924333"/>
              <a:gd name="connsiteX75" fmla="*/ 10929407 w 12192000"/>
              <a:gd name="connsiteY75" fmla="*/ 652945 h 1924333"/>
              <a:gd name="connsiteX76" fmla="*/ 10979412 w 12192000"/>
              <a:gd name="connsiteY76" fmla="*/ 654217 h 1924333"/>
              <a:gd name="connsiteX77" fmla="*/ 11006959 w 12192000"/>
              <a:gd name="connsiteY77" fmla="*/ 657017 h 1924333"/>
              <a:gd name="connsiteX78" fmla="*/ 11077038 w 12192000"/>
              <a:gd name="connsiteY78" fmla="*/ 668487 h 1924333"/>
              <a:gd name="connsiteX79" fmla="*/ 11157850 w 12192000"/>
              <a:gd name="connsiteY79" fmla="*/ 693164 h 1924333"/>
              <a:gd name="connsiteX80" fmla="*/ 11175276 w 12192000"/>
              <a:gd name="connsiteY80" fmla="*/ 697243 h 1924333"/>
              <a:gd name="connsiteX81" fmla="*/ 11191131 w 12192000"/>
              <a:gd name="connsiteY81" fmla="*/ 696085 h 1924333"/>
              <a:gd name="connsiteX82" fmla="*/ 11195573 w 12192000"/>
              <a:gd name="connsiteY82" fmla="*/ 691751 h 1924333"/>
              <a:gd name="connsiteX83" fmla="*/ 11205299 w 12192000"/>
              <a:gd name="connsiteY83" fmla="*/ 693247 h 1924333"/>
              <a:gd name="connsiteX84" fmla="*/ 11223770 w 12192000"/>
              <a:gd name="connsiteY84" fmla="*/ 690335 h 1924333"/>
              <a:gd name="connsiteX85" fmla="*/ 11292119 w 12192000"/>
              <a:gd name="connsiteY85" fmla="*/ 713311 h 1924333"/>
              <a:gd name="connsiteX86" fmla="*/ 11435379 w 12192000"/>
              <a:gd name="connsiteY86" fmla="*/ 758519 h 1924333"/>
              <a:gd name="connsiteX87" fmla="*/ 11604406 w 12192000"/>
              <a:gd name="connsiteY87" fmla="*/ 810476 h 1924333"/>
              <a:gd name="connsiteX88" fmla="*/ 11652155 w 12192000"/>
              <a:gd name="connsiteY88" fmla="*/ 825109 h 1924333"/>
              <a:gd name="connsiteX89" fmla="*/ 11654192 w 12192000"/>
              <a:gd name="connsiteY89" fmla="*/ 827301 h 1924333"/>
              <a:gd name="connsiteX90" fmla="*/ 11676599 w 12192000"/>
              <a:gd name="connsiteY90" fmla="*/ 846628 h 1924333"/>
              <a:gd name="connsiteX91" fmla="*/ 11775168 w 12192000"/>
              <a:gd name="connsiteY91" fmla="*/ 890664 h 1924333"/>
              <a:gd name="connsiteX92" fmla="*/ 11826341 w 12192000"/>
              <a:gd name="connsiteY92" fmla="*/ 877558 h 1924333"/>
              <a:gd name="connsiteX93" fmla="*/ 11879068 w 12192000"/>
              <a:gd name="connsiteY93" fmla="*/ 874038 h 1924333"/>
              <a:gd name="connsiteX94" fmla="*/ 11889563 w 12192000"/>
              <a:gd name="connsiteY94" fmla="*/ 878619 h 1924333"/>
              <a:gd name="connsiteX95" fmla="*/ 12016613 w 12192000"/>
              <a:gd name="connsiteY95" fmla="*/ 886111 h 1924333"/>
              <a:gd name="connsiteX96" fmla="*/ 12108292 w 12192000"/>
              <a:gd name="connsiteY96" fmla="*/ 868500 h 1924333"/>
              <a:gd name="connsiteX97" fmla="*/ 12182910 w 12192000"/>
              <a:gd name="connsiteY97" fmla="*/ 882003 h 1924333"/>
              <a:gd name="connsiteX98" fmla="*/ 12192000 w 12192000"/>
              <a:gd name="connsiteY98" fmla="*/ 884778 h 1924333"/>
              <a:gd name="connsiteX99" fmla="*/ 12192000 w 12192000"/>
              <a:gd name="connsiteY99" fmla="*/ 1610315 h 1924333"/>
              <a:gd name="connsiteX100" fmla="*/ 12191998 w 12192000"/>
              <a:gd name="connsiteY100" fmla="*/ 1610315 h 1924333"/>
              <a:gd name="connsiteX101" fmla="*/ 12191998 w 12192000"/>
              <a:gd name="connsiteY101" fmla="*/ 1924333 h 1924333"/>
              <a:gd name="connsiteX102" fmla="*/ 0 w 12192000"/>
              <a:gd name="connsiteY102" fmla="*/ 1924333 h 1924333"/>
              <a:gd name="connsiteX103" fmla="*/ 0 w 12192000"/>
              <a:gd name="connsiteY103" fmla="*/ 505159 h 1924333"/>
              <a:gd name="connsiteX104" fmla="*/ 5722 w 12192000"/>
              <a:gd name="connsiteY104" fmla="*/ 508889 h 1924333"/>
              <a:gd name="connsiteX105" fmla="*/ 38476 w 12192000"/>
              <a:gd name="connsiteY105" fmla="*/ 524137 h 1924333"/>
              <a:gd name="connsiteX106" fmla="*/ 192883 w 12192000"/>
              <a:gd name="connsiteY106" fmla="*/ 545272 h 1924333"/>
              <a:gd name="connsiteX107" fmla="*/ 343710 w 12192000"/>
              <a:gd name="connsiteY107" fmla="*/ 565029 h 1924333"/>
              <a:gd name="connsiteX108" fmla="*/ 471066 w 12192000"/>
              <a:gd name="connsiteY108" fmla="*/ 549837 h 1924333"/>
              <a:gd name="connsiteX109" fmla="*/ 617333 w 12192000"/>
              <a:gd name="connsiteY109" fmla="*/ 526428 h 1924333"/>
              <a:gd name="connsiteX110" fmla="*/ 725203 w 12192000"/>
              <a:gd name="connsiteY110" fmla="*/ 523793 h 1924333"/>
              <a:gd name="connsiteX111" fmla="*/ 788494 w 12192000"/>
              <a:gd name="connsiteY111" fmla="*/ 505799 h 1924333"/>
              <a:gd name="connsiteX112" fmla="*/ 885977 w 12192000"/>
              <a:gd name="connsiteY112" fmla="*/ 526585 h 1924333"/>
              <a:gd name="connsiteX113" fmla="*/ 932142 w 12192000"/>
              <a:gd name="connsiteY113" fmla="*/ 528005 h 1924333"/>
              <a:gd name="connsiteX114" fmla="*/ 1090404 w 12192000"/>
              <a:gd name="connsiteY114" fmla="*/ 498299 h 1924333"/>
              <a:gd name="connsiteX115" fmla="*/ 1188628 w 12192000"/>
              <a:gd name="connsiteY115" fmla="*/ 483151 h 1924333"/>
              <a:gd name="connsiteX116" fmla="*/ 1316247 w 12192000"/>
              <a:gd name="connsiteY116" fmla="*/ 425979 h 1924333"/>
              <a:gd name="connsiteX117" fmla="*/ 1357712 w 12192000"/>
              <a:gd name="connsiteY117" fmla="*/ 416549 h 1924333"/>
              <a:gd name="connsiteX118" fmla="*/ 1425921 w 12192000"/>
              <a:gd name="connsiteY118" fmla="*/ 413953 h 1924333"/>
              <a:gd name="connsiteX119" fmla="*/ 1503817 w 12192000"/>
              <a:gd name="connsiteY119" fmla="*/ 380457 h 1924333"/>
              <a:gd name="connsiteX120" fmla="*/ 1639196 w 12192000"/>
              <a:gd name="connsiteY120" fmla="*/ 372785 h 1924333"/>
              <a:gd name="connsiteX121" fmla="*/ 1705606 w 12192000"/>
              <a:gd name="connsiteY121" fmla="*/ 359023 h 1924333"/>
              <a:gd name="connsiteX122" fmla="*/ 1813011 w 12192000"/>
              <a:gd name="connsiteY122" fmla="*/ 331023 h 1924333"/>
              <a:gd name="connsiteX123" fmla="*/ 1831380 w 12192000"/>
              <a:gd name="connsiteY123" fmla="*/ 341307 h 1924333"/>
              <a:gd name="connsiteX124" fmla="*/ 1858612 w 12192000"/>
              <a:gd name="connsiteY124" fmla="*/ 326777 h 1924333"/>
              <a:gd name="connsiteX125" fmla="*/ 1880661 w 12192000"/>
              <a:gd name="connsiteY125" fmla="*/ 335987 h 1924333"/>
              <a:gd name="connsiteX126" fmla="*/ 1941495 w 12192000"/>
              <a:gd name="connsiteY126" fmla="*/ 310792 h 1924333"/>
              <a:gd name="connsiteX127" fmla="*/ 1995402 w 12192000"/>
              <a:gd name="connsiteY127" fmla="*/ 305480 h 1924333"/>
              <a:gd name="connsiteX128" fmla="*/ 2223864 w 12192000"/>
              <a:gd name="connsiteY128" fmla="*/ 266118 h 1924333"/>
              <a:gd name="connsiteX129" fmla="*/ 2418043 w 12192000"/>
              <a:gd name="connsiteY129" fmla="*/ 215314 h 1924333"/>
              <a:gd name="connsiteX130" fmla="*/ 2558461 w 12192000"/>
              <a:gd name="connsiteY130" fmla="*/ 168193 h 1924333"/>
              <a:gd name="connsiteX131" fmla="*/ 2595535 w 12192000"/>
              <a:gd name="connsiteY131" fmla="*/ 158548 h 1924333"/>
              <a:gd name="connsiteX132" fmla="*/ 2626942 w 12192000"/>
              <a:gd name="connsiteY132" fmla="*/ 130400 h 1924333"/>
              <a:gd name="connsiteX133" fmla="*/ 2632225 w 12192000"/>
              <a:gd name="connsiteY133" fmla="*/ 130446 h 1924333"/>
              <a:gd name="connsiteX134" fmla="*/ 2696856 w 12192000"/>
              <a:gd name="connsiteY134" fmla="*/ 128498 h 1924333"/>
              <a:gd name="connsiteX135" fmla="*/ 2759767 w 12192000"/>
              <a:gd name="connsiteY135" fmla="*/ 127784 h 1924333"/>
              <a:gd name="connsiteX136" fmla="*/ 2792685 w 12192000"/>
              <a:gd name="connsiteY136" fmla="*/ 115710 h 1924333"/>
              <a:gd name="connsiteX137" fmla="*/ 2799767 w 12192000"/>
              <a:gd name="connsiteY137" fmla="*/ 113754 h 1924333"/>
              <a:gd name="connsiteX138" fmla="*/ 2829799 w 12192000"/>
              <a:gd name="connsiteY138" fmla="*/ 120042 h 1924333"/>
              <a:gd name="connsiteX139" fmla="*/ 2890704 w 12192000"/>
              <a:gd name="connsiteY139" fmla="*/ 121493 h 1924333"/>
              <a:gd name="connsiteX140" fmla="*/ 3042646 w 12192000"/>
              <a:gd name="connsiteY140" fmla="*/ 112273 h 1924333"/>
              <a:gd name="connsiteX141" fmla="*/ 3146630 w 12192000"/>
              <a:gd name="connsiteY141" fmla="*/ 100898 h 1924333"/>
              <a:gd name="connsiteX142" fmla="*/ 3233163 w 12192000"/>
              <a:gd name="connsiteY142" fmla="*/ 120200 h 1924333"/>
              <a:gd name="connsiteX143" fmla="*/ 3372699 w 12192000"/>
              <a:gd name="connsiteY143" fmla="*/ 129394 h 1924333"/>
              <a:gd name="connsiteX144" fmla="*/ 3394352 w 12192000"/>
              <a:gd name="connsiteY144" fmla="*/ 131671 h 1924333"/>
              <a:gd name="connsiteX145" fmla="*/ 3448218 w 12192000"/>
              <a:gd name="connsiteY145" fmla="*/ 118229 h 1924333"/>
              <a:gd name="connsiteX146" fmla="*/ 3505047 w 12192000"/>
              <a:gd name="connsiteY146" fmla="*/ 115412 h 1924333"/>
              <a:gd name="connsiteX147" fmla="*/ 3521767 w 12192000"/>
              <a:gd name="connsiteY147" fmla="*/ 111071 h 1924333"/>
              <a:gd name="connsiteX148" fmla="*/ 3585137 w 12192000"/>
              <a:gd name="connsiteY148" fmla="*/ 114371 h 1924333"/>
              <a:gd name="connsiteX149" fmla="*/ 3690293 w 12192000"/>
              <a:gd name="connsiteY149" fmla="*/ 98301 h 1924333"/>
              <a:gd name="connsiteX150" fmla="*/ 3867818 w 12192000"/>
              <a:gd name="connsiteY150" fmla="*/ 88985 h 1924333"/>
              <a:gd name="connsiteX151" fmla="*/ 4091337 w 12192000"/>
              <a:gd name="connsiteY151" fmla="*/ 70813 h 1924333"/>
              <a:gd name="connsiteX152" fmla="*/ 4246332 w 12192000"/>
              <a:gd name="connsiteY152" fmla="*/ 41697 h 1924333"/>
              <a:gd name="connsiteX153" fmla="*/ 4266975 w 12192000"/>
              <a:gd name="connsiteY153" fmla="*/ 46592 h 1924333"/>
              <a:gd name="connsiteX154" fmla="*/ 4270566 w 12192000"/>
              <a:gd name="connsiteY154" fmla="*/ 47620 h 1924333"/>
              <a:gd name="connsiteX155" fmla="*/ 4288964 w 12192000"/>
              <a:gd name="connsiteY155" fmla="*/ 52766 h 1924333"/>
              <a:gd name="connsiteX156" fmla="*/ 4365137 w 12192000"/>
              <a:gd name="connsiteY156" fmla="*/ 51783 h 1924333"/>
              <a:gd name="connsiteX157" fmla="*/ 4430546 w 12192000"/>
              <a:gd name="connsiteY157" fmla="*/ 44555 h 1924333"/>
              <a:gd name="connsiteX158" fmla="*/ 4444136 w 12192000"/>
              <a:gd name="connsiteY158" fmla="*/ 39567 h 1924333"/>
              <a:gd name="connsiteX159" fmla="*/ 4534039 w 12192000"/>
              <a:gd name="connsiteY159" fmla="*/ 31604 h 1924333"/>
              <a:gd name="connsiteX160" fmla="*/ 4560448 w 12192000"/>
              <a:gd name="connsiteY160" fmla="*/ 25231 h 1924333"/>
              <a:gd name="connsiteX161" fmla="*/ 4568006 w 12192000"/>
              <a:gd name="connsiteY161" fmla="*/ 25970 h 1924333"/>
              <a:gd name="connsiteX162" fmla="*/ 4595497 w 12192000"/>
              <a:gd name="connsiteY162" fmla="*/ 22958 h 1924333"/>
              <a:gd name="connsiteX163" fmla="*/ 4608623 w 12192000"/>
              <a:gd name="connsiteY163" fmla="*/ 18108 h 1924333"/>
              <a:gd name="connsiteX164" fmla="*/ 4623942 w 12192000"/>
              <a:gd name="connsiteY164" fmla="*/ 22251 h 1924333"/>
              <a:gd name="connsiteX165" fmla="*/ 4664336 w 12192000"/>
              <a:gd name="connsiteY165" fmla="*/ 23306 h 1924333"/>
              <a:gd name="connsiteX166" fmla="*/ 4677385 w 12192000"/>
              <a:gd name="connsiteY166" fmla="*/ 18246 h 1924333"/>
              <a:gd name="connsiteX167" fmla="*/ 4698143 w 12192000"/>
              <a:gd name="connsiteY167" fmla="*/ 18036 h 1924333"/>
              <a:gd name="connsiteX168" fmla="*/ 4750609 w 12192000"/>
              <a:gd name="connsiteY168" fmla="*/ 23611 h 1924333"/>
              <a:gd name="connsiteX169" fmla="*/ 4784658 w 12192000"/>
              <a:gd name="connsiteY169" fmla="*/ 25057 h 1924333"/>
              <a:gd name="connsiteX170" fmla="*/ 4847558 w 12192000"/>
              <a:gd name="connsiteY170" fmla="*/ 38726 h 1924333"/>
              <a:gd name="connsiteX171" fmla="*/ 4909134 w 12192000"/>
              <a:gd name="connsiteY171" fmla="*/ 50659 h 1924333"/>
              <a:gd name="connsiteX172" fmla="*/ 5099219 w 12192000"/>
              <a:gd name="connsiteY172" fmla="*/ 55050 h 1924333"/>
              <a:gd name="connsiteX173" fmla="*/ 5184992 w 12192000"/>
              <a:gd name="connsiteY173" fmla="*/ 67596 h 1924333"/>
              <a:gd name="connsiteX174" fmla="*/ 5229637 w 12192000"/>
              <a:gd name="connsiteY174" fmla="*/ 67789 h 1924333"/>
              <a:gd name="connsiteX175" fmla="*/ 5389346 w 12192000"/>
              <a:gd name="connsiteY175" fmla="*/ 80211 h 1924333"/>
              <a:gd name="connsiteX176" fmla="*/ 5494414 w 12192000"/>
              <a:gd name="connsiteY176" fmla="*/ 75926 h 1924333"/>
              <a:gd name="connsiteX177" fmla="*/ 5528443 w 12192000"/>
              <a:gd name="connsiteY177" fmla="*/ 77206 h 1924333"/>
              <a:gd name="connsiteX178" fmla="*/ 5684939 w 12192000"/>
              <a:gd name="connsiteY178" fmla="*/ 50269 h 1924333"/>
              <a:gd name="connsiteX179" fmla="*/ 5765146 w 12192000"/>
              <a:gd name="connsiteY179" fmla="*/ 50414 h 1924333"/>
              <a:gd name="connsiteX180" fmla="*/ 5848655 w 12192000"/>
              <a:gd name="connsiteY180" fmla="*/ 35257 h 1924333"/>
              <a:gd name="connsiteX181" fmla="*/ 5930656 w 12192000"/>
              <a:gd name="connsiteY181" fmla="*/ 30131 h 1924333"/>
              <a:gd name="connsiteX182" fmla="*/ 6124150 w 12192000"/>
              <a:gd name="connsiteY182" fmla="*/ 31679 h 1924333"/>
              <a:gd name="connsiteX183" fmla="*/ 6189199 w 12192000"/>
              <a:gd name="connsiteY183" fmla="*/ 588 h 1924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Lst>
            <a:rect l="l" t="t" r="r" b="b"/>
            <a:pathLst>
              <a:path w="12192000" h="1924333">
                <a:moveTo>
                  <a:pt x="6189199" y="588"/>
                </a:moveTo>
                <a:cubicBezTo>
                  <a:pt x="6196356" y="-574"/>
                  <a:pt x="6202609" y="-108"/>
                  <a:pt x="6207079" y="2850"/>
                </a:cubicBezTo>
                <a:cubicBezTo>
                  <a:pt x="6222026" y="2749"/>
                  <a:pt x="6273489" y="3767"/>
                  <a:pt x="6285610" y="18131"/>
                </a:cubicBezTo>
                <a:cubicBezTo>
                  <a:pt x="6307255" y="18685"/>
                  <a:pt x="6357141" y="23793"/>
                  <a:pt x="6378008" y="24625"/>
                </a:cubicBezTo>
                <a:cubicBezTo>
                  <a:pt x="6409946" y="30645"/>
                  <a:pt x="6438307" y="10375"/>
                  <a:pt x="6466340" y="21366"/>
                </a:cubicBezTo>
                <a:cubicBezTo>
                  <a:pt x="6488276" y="31229"/>
                  <a:pt x="6529854" y="28110"/>
                  <a:pt x="6553334" y="35307"/>
                </a:cubicBezTo>
                <a:cubicBezTo>
                  <a:pt x="6561737" y="48059"/>
                  <a:pt x="6609188" y="62087"/>
                  <a:pt x="6626068" y="58045"/>
                </a:cubicBezTo>
                <a:cubicBezTo>
                  <a:pt x="6660952" y="66570"/>
                  <a:pt x="6666277" y="84716"/>
                  <a:pt x="6692303" y="91487"/>
                </a:cubicBezTo>
                <a:lnTo>
                  <a:pt x="6733670" y="118130"/>
                </a:lnTo>
                <a:lnTo>
                  <a:pt x="6798016" y="112271"/>
                </a:lnTo>
                <a:lnTo>
                  <a:pt x="6801081" y="114963"/>
                </a:lnTo>
                <a:cubicBezTo>
                  <a:pt x="6806919" y="120140"/>
                  <a:pt x="6812832" y="125016"/>
                  <a:pt x="6819351" y="128825"/>
                </a:cubicBezTo>
                <a:cubicBezTo>
                  <a:pt x="6825742" y="109997"/>
                  <a:pt x="6840132" y="116541"/>
                  <a:pt x="6852732" y="123321"/>
                </a:cubicBezTo>
                <a:lnTo>
                  <a:pt x="6865247" y="128836"/>
                </a:lnTo>
                <a:lnTo>
                  <a:pt x="6905517" y="129265"/>
                </a:lnTo>
                <a:cubicBezTo>
                  <a:pt x="6934052" y="140042"/>
                  <a:pt x="6939773" y="141556"/>
                  <a:pt x="6950286" y="150104"/>
                </a:cubicBezTo>
                <a:lnTo>
                  <a:pt x="7003442" y="136136"/>
                </a:lnTo>
                <a:lnTo>
                  <a:pt x="7160047" y="166721"/>
                </a:lnTo>
                <a:cubicBezTo>
                  <a:pt x="7207281" y="179911"/>
                  <a:pt x="7280644" y="210197"/>
                  <a:pt x="7325604" y="215867"/>
                </a:cubicBezTo>
                <a:cubicBezTo>
                  <a:pt x="7460113" y="233904"/>
                  <a:pt x="7393081" y="242880"/>
                  <a:pt x="7540522" y="239374"/>
                </a:cubicBezTo>
                <a:cubicBezTo>
                  <a:pt x="7545714" y="234872"/>
                  <a:pt x="7605972" y="231727"/>
                  <a:pt x="7612071" y="229553"/>
                </a:cubicBezTo>
                <a:lnTo>
                  <a:pt x="7651995" y="244567"/>
                </a:lnTo>
                <a:lnTo>
                  <a:pt x="7725761" y="258638"/>
                </a:lnTo>
                <a:lnTo>
                  <a:pt x="7823038" y="287078"/>
                </a:lnTo>
                <a:cubicBezTo>
                  <a:pt x="7837080" y="286482"/>
                  <a:pt x="7851647" y="286498"/>
                  <a:pt x="7866405" y="287288"/>
                </a:cubicBezTo>
                <a:lnTo>
                  <a:pt x="7875021" y="288224"/>
                </a:lnTo>
                <a:cubicBezTo>
                  <a:pt x="7875062" y="288354"/>
                  <a:pt x="7875105" y="288483"/>
                  <a:pt x="7875146" y="288614"/>
                </a:cubicBezTo>
                <a:cubicBezTo>
                  <a:pt x="7880550" y="289202"/>
                  <a:pt x="7901153" y="290716"/>
                  <a:pt x="7907443" y="291752"/>
                </a:cubicBezTo>
                <a:lnTo>
                  <a:pt x="7912892" y="294833"/>
                </a:lnTo>
                <a:lnTo>
                  <a:pt x="7946345" y="319359"/>
                </a:lnTo>
                <a:cubicBezTo>
                  <a:pt x="7958657" y="312776"/>
                  <a:pt x="7996513" y="309749"/>
                  <a:pt x="8021238" y="315159"/>
                </a:cubicBezTo>
                <a:cubicBezTo>
                  <a:pt x="8045964" y="320570"/>
                  <a:pt x="8058169" y="340462"/>
                  <a:pt x="8094697" y="351819"/>
                </a:cubicBezTo>
                <a:cubicBezTo>
                  <a:pt x="8129587" y="361154"/>
                  <a:pt x="8116181" y="360544"/>
                  <a:pt x="8155208" y="371168"/>
                </a:cubicBezTo>
                <a:cubicBezTo>
                  <a:pt x="8196217" y="383300"/>
                  <a:pt x="8205468" y="391801"/>
                  <a:pt x="8248472" y="400489"/>
                </a:cubicBezTo>
                <a:cubicBezTo>
                  <a:pt x="8283932" y="419791"/>
                  <a:pt x="8278617" y="392031"/>
                  <a:pt x="8300068" y="405531"/>
                </a:cubicBezTo>
                <a:lnTo>
                  <a:pt x="8356293" y="403328"/>
                </a:lnTo>
                <a:cubicBezTo>
                  <a:pt x="8377247" y="404463"/>
                  <a:pt x="8438442" y="433194"/>
                  <a:pt x="8475838" y="435524"/>
                </a:cubicBezTo>
                <a:cubicBezTo>
                  <a:pt x="8510241" y="438037"/>
                  <a:pt x="8545511" y="449840"/>
                  <a:pt x="8575216" y="450198"/>
                </a:cubicBezTo>
                <a:lnTo>
                  <a:pt x="8588650" y="447070"/>
                </a:lnTo>
                <a:lnTo>
                  <a:pt x="8612184" y="439577"/>
                </a:lnTo>
                <a:lnTo>
                  <a:pt x="8630713" y="433015"/>
                </a:lnTo>
                <a:cubicBezTo>
                  <a:pt x="8635870" y="429519"/>
                  <a:pt x="8700685" y="428411"/>
                  <a:pt x="8704240" y="422865"/>
                </a:cubicBezTo>
                <a:cubicBezTo>
                  <a:pt x="8761777" y="429549"/>
                  <a:pt x="8768302" y="427178"/>
                  <a:pt x="8829513" y="429389"/>
                </a:cubicBezTo>
                <a:cubicBezTo>
                  <a:pt x="8922895" y="444672"/>
                  <a:pt x="8924579" y="401507"/>
                  <a:pt x="9083651" y="390744"/>
                </a:cubicBezTo>
                <a:cubicBezTo>
                  <a:pt x="9138403" y="388032"/>
                  <a:pt x="9315003" y="378647"/>
                  <a:pt x="9371402" y="371809"/>
                </a:cubicBezTo>
                <a:cubicBezTo>
                  <a:pt x="9358632" y="337502"/>
                  <a:pt x="9402842" y="379364"/>
                  <a:pt x="9429586" y="369213"/>
                </a:cubicBezTo>
                <a:cubicBezTo>
                  <a:pt x="9449312" y="370213"/>
                  <a:pt x="9473938" y="373270"/>
                  <a:pt x="9489757" y="377814"/>
                </a:cubicBezTo>
                <a:cubicBezTo>
                  <a:pt x="9498164" y="379256"/>
                  <a:pt x="9507139" y="379272"/>
                  <a:pt x="9516954" y="376991"/>
                </a:cubicBezTo>
                <a:cubicBezTo>
                  <a:pt x="9548430" y="354766"/>
                  <a:pt x="9591874" y="370315"/>
                  <a:pt x="9645588" y="363590"/>
                </a:cubicBezTo>
                <a:cubicBezTo>
                  <a:pt x="9660487" y="368814"/>
                  <a:pt x="9710817" y="350550"/>
                  <a:pt x="9722896" y="360983"/>
                </a:cubicBezTo>
                <a:cubicBezTo>
                  <a:pt x="9733918" y="362239"/>
                  <a:pt x="9745201" y="356679"/>
                  <a:pt x="9752803" y="368492"/>
                </a:cubicBezTo>
                <a:cubicBezTo>
                  <a:pt x="9793268" y="374490"/>
                  <a:pt x="9843313" y="380978"/>
                  <a:pt x="9890305" y="380736"/>
                </a:cubicBezTo>
                <a:cubicBezTo>
                  <a:pt x="9912701" y="380083"/>
                  <a:pt x="9926523" y="379037"/>
                  <a:pt x="9939767" y="377776"/>
                </a:cubicBezTo>
                <a:lnTo>
                  <a:pt x="9944355" y="377352"/>
                </a:lnTo>
                <a:lnTo>
                  <a:pt x="9953719" y="375642"/>
                </a:lnTo>
                <a:lnTo>
                  <a:pt x="9955809" y="376294"/>
                </a:lnTo>
                <a:lnTo>
                  <a:pt x="10032710" y="394940"/>
                </a:lnTo>
                <a:lnTo>
                  <a:pt x="10049925" y="404971"/>
                </a:lnTo>
                <a:lnTo>
                  <a:pt x="10112671" y="414549"/>
                </a:lnTo>
                <a:cubicBezTo>
                  <a:pt x="10169643" y="412125"/>
                  <a:pt x="10132220" y="425358"/>
                  <a:pt x="10170853" y="435168"/>
                </a:cubicBezTo>
                <a:cubicBezTo>
                  <a:pt x="10206088" y="442020"/>
                  <a:pt x="10240809" y="454081"/>
                  <a:pt x="10290184" y="448123"/>
                </a:cubicBezTo>
                <a:cubicBezTo>
                  <a:pt x="10301813" y="444919"/>
                  <a:pt x="10315233" y="449499"/>
                  <a:pt x="10320158" y="458352"/>
                </a:cubicBezTo>
                <a:cubicBezTo>
                  <a:pt x="10321006" y="459876"/>
                  <a:pt x="10321565" y="461470"/>
                  <a:pt x="10321815" y="463087"/>
                </a:cubicBezTo>
                <a:cubicBezTo>
                  <a:pt x="10354058" y="457158"/>
                  <a:pt x="10355176" y="470634"/>
                  <a:pt x="10373742" y="464538"/>
                </a:cubicBezTo>
                <a:cubicBezTo>
                  <a:pt x="10403060" y="475292"/>
                  <a:pt x="10411841" y="497597"/>
                  <a:pt x="10428532" y="492504"/>
                </a:cubicBezTo>
                <a:cubicBezTo>
                  <a:pt x="10440561" y="500742"/>
                  <a:pt x="10446267" y="521930"/>
                  <a:pt x="10466490" y="517759"/>
                </a:cubicBezTo>
                <a:cubicBezTo>
                  <a:pt x="10464622" y="519986"/>
                  <a:pt x="10465013" y="521261"/>
                  <a:pt x="10466675" y="522076"/>
                </a:cubicBezTo>
                <a:lnTo>
                  <a:pt x="10470309" y="522792"/>
                </a:lnTo>
                <a:lnTo>
                  <a:pt x="10474138" y="519761"/>
                </a:lnTo>
                <a:cubicBezTo>
                  <a:pt x="10488888" y="509612"/>
                  <a:pt x="10484914" y="524734"/>
                  <a:pt x="10501100" y="528263"/>
                </a:cubicBezTo>
                <a:cubicBezTo>
                  <a:pt x="10508412" y="530705"/>
                  <a:pt x="10505426" y="533743"/>
                  <a:pt x="10502395" y="536393"/>
                </a:cubicBezTo>
                <a:lnTo>
                  <a:pt x="10689496" y="560233"/>
                </a:lnTo>
                <a:cubicBezTo>
                  <a:pt x="10721441" y="573640"/>
                  <a:pt x="10757547" y="582937"/>
                  <a:pt x="10788736" y="613188"/>
                </a:cubicBezTo>
                <a:cubicBezTo>
                  <a:pt x="10794510" y="621641"/>
                  <a:pt x="10807098" y="616073"/>
                  <a:pt x="10819747" y="621351"/>
                </a:cubicBezTo>
                <a:cubicBezTo>
                  <a:pt x="10832398" y="626630"/>
                  <a:pt x="10846356" y="639592"/>
                  <a:pt x="10864632" y="644858"/>
                </a:cubicBezTo>
                <a:cubicBezTo>
                  <a:pt x="10895617" y="652290"/>
                  <a:pt x="10921550" y="640451"/>
                  <a:pt x="10929407" y="652945"/>
                </a:cubicBezTo>
                <a:cubicBezTo>
                  <a:pt x="10945460" y="653176"/>
                  <a:pt x="10968148" y="640553"/>
                  <a:pt x="10979412" y="654217"/>
                </a:cubicBezTo>
                <a:cubicBezTo>
                  <a:pt x="10981679" y="643737"/>
                  <a:pt x="10997287" y="663414"/>
                  <a:pt x="11006959" y="657017"/>
                </a:cubicBezTo>
                <a:cubicBezTo>
                  <a:pt x="11023230" y="659396"/>
                  <a:pt x="11051890" y="662462"/>
                  <a:pt x="11077038" y="668487"/>
                </a:cubicBezTo>
                <a:cubicBezTo>
                  <a:pt x="11097000" y="690299"/>
                  <a:pt x="11141286" y="676399"/>
                  <a:pt x="11157850" y="693164"/>
                </a:cubicBezTo>
                <a:cubicBezTo>
                  <a:pt x="11163800" y="695757"/>
                  <a:pt x="11169599" y="696942"/>
                  <a:pt x="11175276" y="697243"/>
                </a:cubicBezTo>
                <a:lnTo>
                  <a:pt x="11191131" y="696085"/>
                </a:lnTo>
                <a:lnTo>
                  <a:pt x="11195573" y="691751"/>
                </a:lnTo>
                <a:lnTo>
                  <a:pt x="11205299" y="693247"/>
                </a:lnTo>
                <a:lnTo>
                  <a:pt x="11223770" y="690335"/>
                </a:lnTo>
                <a:cubicBezTo>
                  <a:pt x="11237778" y="693777"/>
                  <a:pt x="11256852" y="701947"/>
                  <a:pt x="11292119" y="713311"/>
                </a:cubicBezTo>
                <a:cubicBezTo>
                  <a:pt x="11334878" y="733451"/>
                  <a:pt x="11401662" y="729175"/>
                  <a:pt x="11435379" y="758519"/>
                </a:cubicBezTo>
                <a:lnTo>
                  <a:pt x="11604406" y="810476"/>
                </a:lnTo>
                <a:lnTo>
                  <a:pt x="11652155" y="825109"/>
                </a:lnTo>
                <a:lnTo>
                  <a:pt x="11654192" y="827301"/>
                </a:lnTo>
                <a:cubicBezTo>
                  <a:pt x="11661650" y="834729"/>
                  <a:pt x="11669215" y="841480"/>
                  <a:pt x="11676599" y="846628"/>
                </a:cubicBezTo>
                <a:cubicBezTo>
                  <a:pt x="11688258" y="861760"/>
                  <a:pt x="11752266" y="896888"/>
                  <a:pt x="11775168" y="890664"/>
                </a:cubicBezTo>
                <a:cubicBezTo>
                  <a:pt x="11790977" y="883819"/>
                  <a:pt x="11808364" y="879901"/>
                  <a:pt x="11826341" y="877558"/>
                </a:cubicBezTo>
                <a:lnTo>
                  <a:pt x="11879068" y="874038"/>
                </a:lnTo>
                <a:lnTo>
                  <a:pt x="11889563" y="878619"/>
                </a:lnTo>
                <a:lnTo>
                  <a:pt x="12016613" y="886111"/>
                </a:lnTo>
                <a:lnTo>
                  <a:pt x="12108292" y="868500"/>
                </a:lnTo>
                <a:cubicBezTo>
                  <a:pt x="12129725" y="867311"/>
                  <a:pt x="12157891" y="874537"/>
                  <a:pt x="12182910" y="882003"/>
                </a:cubicBezTo>
                <a:lnTo>
                  <a:pt x="12192000" y="884778"/>
                </a:lnTo>
                <a:lnTo>
                  <a:pt x="12192000" y="1610315"/>
                </a:lnTo>
                <a:lnTo>
                  <a:pt x="12191998" y="1610315"/>
                </a:lnTo>
                <a:lnTo>
                  <a:pt x="12191998" y="1924333"/>
                </a:lnTo>
                <a:lnTo>
                  <a:pt x="0" y="1924333"/>
                </a:lnTo>
                <a:lnTo>
                  <a:pt x="0" y="505159"/>
                </a:lnTo>
                <a:lnTo>
                  <a:pt x="5722" y="508889"/>
                </a:lnTo>
                <a:cubicBezTo>
                  <a:pt x="21614" y="518548"/>
                  <a:pt x="33814" y="524781"/>
                  <a:pt x="38476" y="524137"/>
                </a:cubicBezTo>
                <a:cubicBezTo>
                  <a:pt x="99229" y="544180"/>
                  <a:pt x="142010" y="538457"/>
                  <a:pt x="192883" y="545272"/>
                </a:cubicBezTo>
                <a:cubicBezTo>
                  <a:pt x="277629" y="525210"/>
                  <a:pt x="293434" y="558443"/>
                  <a:pt x="343710" y="565029"/>
                </a:cubicBezTo>
                <a:cubicBezTo>
                  <a:pt x="383094" y="555729"/>
                  <a:pt x="425462" y="556271"/>
                  <a:pt x="471066" y="549837"/>
                </a:cubicBezTo>
                <a:cubicBezTo>
                  <a:pt x="513583" y="544428"/>
                  <a:pt x="569194" y="531004"/>
                  <a:pt x="617333" y="526428"/>
                </a:cubicBezTo>
                <a:cubicBezTo>
                  <a:pt x="660031" y="520760"/>
                  <a:pt x="696675" y="523882"/>
                  <a:pt x="725203" y="523793"/>
                </a:cubicBezTo>
                <a:cubicBezTo>
                  <a:pt x="736650" y="521695"/>
                  <a:pt x="780513" y="502146"/>
                  <a:pt x="788494" y="505799"/>
                </a:cubicBezTo>
                <a:lnTo>
                  <a:pt x="885977" y="526585"/>
                </a:lnTo>
                <a:cubicBezTo>
                  <a:pt x="906140" y="522837"/>
                  <a:pt x="917203" y="532232"/>
                  <a:pt x="932142" y="528005"/>
                </a:cubicBezTo>
                <a:cubicBezTo>
                  <a:pt x="963701" y="524128"/>
                  <a:pt x="1061555" y="499582"/>
                  <a:pt x="1090404" y="498299"/>
                </a:cubicBezTo>
                <a:cubicBezTo>
                  <a:pt x="1132840" y="494057"/>
                  <a:pt x="1148476" y="496041"/>
                  <a:pt x="1188628" y="483151"/>
                </a:cubicBezTo>
                <a:cubicBezTo>
                  <a:pt x="1230397" y="468408"/>
                  <a:pt x="1278711" y="457638"/>
                  <a:pt x="1316247" y="425979"/>
                </a:cubicBezTo>
                <a:cubicBezTo>
                  <a:pt x="1322662" y="417251"/>
                  <a:pt x="1339433" y="418553"/>
                  <a:pt x="1357712" y="416549"/>
                </a:cubicBezTo>
                <a:cubicBezTo>
                  <a:pt x="1375991" y="414544"/>
                  <a:pt x="1423507" y="412949"/>
                  <a:pt x="1425921" y="413953"/>
                </a:cubicBezTo>
                <a:cubicBezTo>
                  <a:pt x="1450272" y="407937"/>
                  <a:pt x="1458223" y="388156"/>
                  <a:pt x="1503817" y="380457"/>
                </a:cubicBezTo>
                <a:cubicBezTo>
                  <a:pt x="1541095" y="377398"/>
                  <a:pt x="1605565" y="376357"/>
                  <a:pt x="1639196" y="372785"/>
                </a:cubicBezTo>
                <a:cubicBezTo>
                  <a:pt x="1653280" y="376736"/>
                  <a:pt x="1695289" y="365766"/>
                  <a:pt x="1705606" y="359023"/>
                </a:cubicBezTo>
                <a:cubicBezTo>
                  <a:pt x="1729169" y="336295"/>
                  <a:pt x="1793207" y="348537"/>
                  <a:pt x="1813011" y="331023"/>
                </a:cubicBezTo>
                <a:cubicBezTo>
                  <a:pt x="1820772" y="328179"/>
                  <a:pt x="1823566" y="341833"/>
                  <a:pt x="1831380" y="341307"/>
                </a:cubicBezTo>
                <a:lnTo>
                  <a:pt x="1858612" y="326777"/>
                </a:lnTo>
                <a:lnTo>
                  <a:pt x="1880661" y="335987"/>
                </a:lnTo>
                <a:lnTo>
                  <a:pt x="1941495" y="310792"/>
                </a:lnTo>
                <a:cubicBezTo>
                  <a:pt x="1978970" y="307223"/>
                  <a:pt x="1947391" y="291714"/>
                  <a:pt x="1995402" y="305480"/>
                </a:cubicBezTo>
                <a:cubicBezTo>
                  <a:pt x="2042464" y="298034"/>
                  <a:pt x="2153424" y="281146"/>
                  <a:pt x="2223864" y="266118"/>
                </a:cubicBezTo>
                <a:cubicBezTo>
                  <a:pt x="2261296" y="256300"/>
                  <a:pt x="2360518" y="238323"/>
                  <a:pt x="2418043" y="215314"/>
                </a:cubicBezTo>
                <a:cubicBezTo>
                  <a:pt x="2472088" y="206823"/>
                  <a:pt x="2499422" y="162612"/>
                  <a:pt x="2558461" y="168193"/>
                </a:cubicBezTo>
                <a:cubicBezTo>
                  <a:pt x="2559660" y="164506"/>
                  <a:pt x="2592244" y="161337"/>
                  <a:pt x="2595535" y="158548"/>
                </a:cubicBezTo>
                <a:lnTo>
                  <a:pt x="2626942" y="130400"/>
                </a:lnTo>
                <a:lnTo>
                  <a:pt x="2632225" y="130446"/>
                </a:lnTo>
                <a:lnTo>
                  <a:pt x="2696856" y="128498"/>
                </a:lnTo>
                <a:lnTo>
                  <a:pt x="2759767" y="127784"/>
                </a:lnTo>
                <a:cubicBezTo>
                  <a:pt x="2770024" y="123546"/>
                  <a:pt x="2781047" y="119463"/>
                  <a:pt x="2792685" y="115710"/>
                </a:cubicBezTo>
                <a:lnTo>
                  <a:pt x="2799767" y="113754"/>
                </a:lnTo>
                <a:lnTo>
                  <a:pt x="2829799" y="120042"/>
                </a:lnTo>
                <a:lnTo>
                  <a:pt x="2890704" y="121493"/>
                </a:lnTo>
                <a:cubicBezTo>
                  <a:pt x="2935390" y="121035"/>
                  <a:pt x="2990780" y="113193"/>
                  <a:pt x="3042646" y="112273"/>
                </a:cubicBezTo>
                <a:cubicBezTo>
                  <a:pt x="3077119" y="111474"/>
                  <a:pt x="3124089" y="100414"/>
                  <a:pt x="3146630" y="100898"/>
                </a:cubicBezTo>
                <a:cubicBezTo>
                  <a:pt x="3169381" y="117699"/>
                  <a:pt x="3224695" y="125864"/>
                  <a:pt x="3233163" y="120200"/>
                </a:cubicBezTo>
                <a:lnTo>
                  <a:pt x="3372699" y="129394"/>
                </a:lnTo>
                <a:cubicBezTo>
                  <a:pt x="3389020" y="126586"/>
                  <a:pt x="3397563" y="116804"/>
                  <a:pt x="3394352" y="131671"/>
                </a:cubicBezTo>
                <a:cubicBezTo>
                  <a:pt x="3406102" y="131485"/>
                  <a:pt x="3429770" y="120938"/>
                  <a:pt x="3448218" y="118229"/>
                </a:cubicBezTo>
                <a:lnTo>
                  <a:pt x="3505047" y="115412"/>
                </a:lnTo>
                <a:lnTo>
                  <a:pt x="3521767" y="111071"/>
                </a:lnTo>
                <a:cubicBezTo>
                  <a:pt x="3526335" y="108877"/>
                  <a:pt x="3582156" y="117732"/>
                  <a:pt x="3585137" y="114371"/>
                </a:cubicBezTo>
                <a:cubicBezTo>
                  <a:pt x="3638265" y="102098"/>
                  <a:pt x="3633789" y="98565"/>
                  <a:pt x="3690293" y="98301"/>
                </a:cubicBezTo>
                <a:cubicBezTo>
                  <a:pt x="3782197" y="112746"/>
                  <a:pt x="3826738" y="92943"/>
                  <a:pt x="3867818" y="88985"/>
                </a:cubicBezTo>
                <a:cubicBezTo>
                  <a:pt x="3943777" y="81477"/>
                  <a:pt x="3990501" y="75194"/>
                  <a:pt x="4091337" y="70813"/>
                </a:cubicBezTo>
                <a:cubicBezTo>
                  <a:pt x="4154422" y="62932"/>
                  <a:pt x="4217060" y="45734"/>
                  <a:pt x="4246332" y="41697"/>
                </a:cubicBezTo>
                <a:cubicBezTo>
                  <a:pt x="4253308" y="42804"/>
                  <a:pt x="4260125" y="44606"/>
                  <a:pt x="4266975" y="46592"/>
                </a:cubicBezTo>
                <a:lnTo>
                  <a:pt x="4270566" y="47620"/>
                </a:lnTo>
                <a:lnTo>
                  <a:pt x="4288964" y="52766"/>
                </a:lnTo>
                <a:lnTo>
                  <a:pt x="4365137" y="51783"/>
                </a:lnTo>
                <a:lnTo>
                  <a:pt x="4430546" y="44555"/>
                </a:lnTo>
                <a:lnTo>
                  <a:pt x="4444136" y="39567"/>
                </a:lnTo>
                <a:lnTo>
                  <a:pt x="4534039" y="31604"/>
                </a:lnTo>
                <a:lnTo>
                  <a:pt x="4560448" y="25231"/>
                </a:lnTo>
                <a:lnTo>
                  <a:pt x="4568006" y="25970"/>
                </a:lnTo>
                <a:cubicBezTo>
                  <a:pt x="4580278" y="23866"/>
                  <a:pt x="4594878" y="14904"/>
                  <a:pt x="4595497" y="22958"/>
                </a:cubicBezTo>
                <a:lnTo>
                  <a:pt x="4608623" y="18108"/>
                </a:lnTo>
                <a:lnTo>
                  <a:pt x="4623942" y="22251"/>
                </a:lnTo>
                <a:cubicBezTo>
                  <a:pt x="4633227" y="23117"/>
                  <a:pt x="4655429" y="23973"/>
                  <a:pt x="4664336" y="23306"/>
                </a:cubicBezTo>
                <a:lnTo>
                  <a:pt x="4677385" y="18246"/>
                </a:lnTo>
                <a:lnTo>
                  <a:pt x="4698143" y="18036"/>
                </a:lnTo>
                <a:cubicBezTo>
                  <a:pt x="4710347" y="18931"/>
                  <a:pt x="4736189" y="22441"/>
                  <a:pt x="4750609" y="23611"/>
                </a:cubicBezTo>
                <a:cubicBezTo>
                  <a:pt x="4764270" y="27424"/>
                  <a:pt x="4774858" y="29782"/>
                  <a:pt x="4784658" y="25057"/>
                </a:cubicBezTo>
                <a:cubicBezTo>
                  <a:pt x="4804708" y="29613"/>
                  <a:pt x="4822811" y="48263"/>
                  <a:pt x="4847558" y="38726"/>
                </a:cubicBezTo>
                <a:cubicBezTo>
                  <a:pt x="4868304" y="42993"/>
                  <a:pt x="4867190" y="47939"/>
                  <a:pt x="4909134" y="50659"/>
                </a:cubicBezTo>
                <a:cubicBezTo>
                  <a:pt x="4945026" y="52455"/>
                  <a:pt x="5063406" y="54096"/>
                  <a:pt x="5099219" y="55050"/>
                </a:cubicBezTo>
                <a:cubicBezTo>
                  <a:pt x="5145195" y="57873"/>
                  <a:pt x="5163254" y="65473"/>
                  <a:pt x="5184992" y="67596"/>
                </a:cubicBezTo>
                <a:cubicBezTo>
                  <a:pt x="5206728" y="69720"/>
                  <a:pt x="5195578" y="65687"/>
                  <a:pt x="5229637" y="67789"/>
                </a:cubicBezTo>
                <a:cubicBezTo>
                  <a:pt x="5263695" y="69892"/>
                  <a:pt x="5345217" y="78854"/>
                  <a:pt x="5389346" y="80211"/>
                </a:cubicBezTo>
                <a:cubicBezTo>
                  <a:pt x="5425889" y="83191"/>
                  <a:pt x="5461943" y="84751"/>
                  <a:pt x="5494414" y="75926"/>
                </a:cubicBezTo>
                <a:lnTo>
                  <a:pt x="5528443" y="77206"/>
                </a:lnTo>
                <a:cubicBezTo>
                  <a:pt x="5582723" y="71370"/>
                  <a:pt x="5638917" y="68385"/>
                  <a:pt x="5684939" y="50269"/>
                </a:cubicBezTo>
                <a:cubicBezTo>
                  <a:pt x="5724389" y="45804"/>
                  <a:pt x="5737860" y="52916"/>
                  <a:pt x="5765146" y="50414"/>
                </a:cubicBezTo>
                <a:cubicBezTo>
                  <a:pt x="5792695" y="43060"/>
                  <a:pt x="5827352" y="38097"/>
                  <a:pt x="5848655" y="35257"/>
                </a:cubicBezTo>
                <a:lnTo>
                  <a:pt x="5930656" y="30131"/>
                </a:lnTo>
                <a:lnTo>
                  <a:pt x="6124150" y="31679"/>
                </a:lnTo>
                <a:cubicBezTo>
                  <a:pt x="6138131" y="22216"/>
                  <a:pt x="6167730" y="4075"/>
                  <a:pt x="6189199" y="588"/>
                </a:cubicBez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8D06253-25D9-3706-BD94-7DE783C3F120}"/>
              </a:ext>
            </a:extLst>
          </p:cNvPr>
          <p:cNvSpPr>
            <a:spLocks noGrp="1"/>
          </p:cNvSpPr>
          <p:nvPr>
            <p:ph type="title"/>
          </p:nvPr>
        </p:nvSpPr>
        <p:spPr>
          <a:xfrm>
            <a:off x="1255060" y="5279511"/>
            <a:ext cx="9681882" cy="739880"/>
          </a:xfrm>
        </p:spPr>
        <p:txBody>
          <a:bodyPr vert="horz" wrap="square" lIns="76200" tIns="45720" rIns="76200" bIns="45720" rtlCol="0" anchor="ctr">
            <a:normAutofit/>
          </a:bodyPr>
          <a:lstStyle/>
          <a:p>
            <a:pPr algn="l"/>
            <a:r>
              <a:rPr lang="en-US" sz="1800" b="1" kern="1200">
                <a:solidFill>
                  <a:srgbClr val="232323"/>
                </a:solidFill>
                <a:latin typeface="Aptos Display"/>
                <a:ea typeface="+mj-ea"/>
                <a:cs typeface="+mj-cs"/>
              </a:rPr>
              <a:t>Detektuojame išskirtis („out“)</a:t>
            </a:r>
          </a:p>
        </p:txBody>
      </p:sp>
      <p:pic>
        <p:nvPicPr>
          <p:cNvPr id="9" name="Content Placeholder 8">
            <a:extLst>
              <a:ext uri="{FF2B5EF4-FFF2-40B4-BE49-F238E27FC236}">
                <a16:creationId xmlns:a16="http://schemas.microsoft.com/office/drawing/2014/main" id="{89B89055-91E1-2CE2-DE72-F85EDEB5CA8A}"/>
              </a:ext>
            </a:extLst>
          </p:cNvPr>
          <p:cNvPicPr>
            <a:picLocks noGrp="1" noChangeAspect="1"/>
          </p:cNvPicPr>
          <p:nvPr>
            <p:ph idx="1"/>
          </p:nvPr>
        </p:nvPicPr>
        <p:blipFill>
          <a:blip r:embed="rId3"/>
          <a:srcRect r="19555" b="-1"/>
          <a:stretch>
            <a:fillRect/>
          </a:stretch>
        </p:blipFill>
        <p:spPr>
          <a:xfrm>
            <a:off x="1365337" y="110567"/>
            <a:ext cx="9319364" cy="5242160"/>
          </a:xfrm>
          <a:prstGeom prst="rect">
            <a:avLst/>
          </a:prstGeom>
        </p:spPr>
      </p:pic>
    </p:spTree>
    <p:extLst>
      <p:ext uri="{BB962C8B-B14F-4D97-AF65-F5344CB8AC3E}">
        <p14:creationId xmlns:p14="http://schemas.microsoft.com/office/powerpoint/2010/main" val="32760022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F0DCC097-1DB8-4B6D-85D0-6FBA0E1CA4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E0B58608-23C8-4441-994D-C6823EEE1D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9" cy="2083506"/>
          </a:xfrm>
          <a:custGeom>
            <a:avLst/>
            <a:gdLst>
              <a:gd name="connsiteX0" fmla="*/ 0 w 12191999"/>
              <a:gd name="connsiteY0" fmla="*/ 0 h 2083506"/>
              <a:gd name="connsiteX1" fmla="*/ 9429748 w 12191999"/>
              <a:gd name="connsiteY1" fmla="*/ 0 h 2083506"/>
              <a:gd name="connsiteX2" fmla="*/ 9429748 w 12191999"/>
              <a:gd name="connsiteY2" fmla="*/ 1 h 2083506"/>
              <a:gd name="connsiteX3" fmla="*/ 12191999 w 12191999"/>
              <a:gd name="connsiteY3" fmla="*/ 1 h 2083506"/>
              <a:gd name="connsiteX4" fmla="*/ 12191999 w 12191999"/>
              <a:gd name="connsiteY4" fmla="*/ 1164372 h 2083506"/>
              <a:gd name="connsiteX5" fmla="*/ 12147852 w 12191999"/>
              <a:gd name="connsiteY5" fmla="*/ 1163783 h 2083506"/>
              <a:gd name="connsiteX6" fmla="*/ 11993604 w 12191999"/>
              <a:gd name="connsiteY6" fmla="*/ 1153496 h 2083506"/>
              <a:gd name="connsiteX7" fmla="*/ 11865319 w 12191999"/>
              <a:gd name="connsiteY7" fmla="*/ 1176624 h 2083506"/>
              <a:gd name="connsiteX8" fmla="*/ 11718353 w 12191999"/>
              <a:gd name="connsiteY8" fmla="*/ 1209136 h 2083506"/>
              <a:gd name="connsiteX9" fmla="*/ 11609067 w 12191999"/>
              <a:gd name="connsiteY9" fmla="*/ 1218512 h 2083506"/>
              <a:gd name="connsiteX10" fmla="*/ 11545958 w 12191999"/>
              <a:gd name="connsiteY10" fmla="*/ 1240430 h 2083506"/>
              <a:gd name="connsiteX11" fmla="*/ 11445770 w 12191999"/>
              <a:gd name="connsiteY11" fmla="*/ 1225780 h 2083506"/>
              <a:gd name="connsiteX12" fmla="*/ 11398842 w 12191999"/>
              <a:gd name="connsiteY12" fmla="*/ 1227250 h 2083506"/>
              <a:gd name="connsiteX13" fmla="*/ 11240093 w 12191999"/>
              <a:gd name="connsiteY13" fmla="*/ 1266797 h 2083506"/>
              <a:gd name="connsiteX14" fmla="*/ 11141364 w 12191999"/>
              <a:gd name="connsiteY14" fmla="*/ 1288059 h 2083506"/>
              <a:gd name="connsiteX15" fmla="*/ 11015396 w 12191999"/>
              <a:gd name="connsiteY15" fmla="*/ 1353104 h 2083506"/>
              <a:gd name="connsiteX16" fmla="*/ 10973905 w 12191999"/>
              <a:gd name="connsiteY16" fmla="*/ 1365109 h 2083506"/>
              <a:gd name="connsiteX17" fmla="*/ 10904858 w 12191999"/>
              <a:gd name="connsiteY17" fmla="*/ 1371966 h 2083506"/>
              <a:gd name="connsiteX18" fmla="*/ 10827883 w 12191999"/>
              <a:gd name="connsiteY18" fmla="*/ 1410270 h 2083506"/>
              <a:gd name="connsiteX19" fmla="*/ 10690996 w 12191999"/>
              <a:gd name="connsiteY19" fmla="*/ 1426394 h 2083506"/>
              <a:gd name="connsiteX20" fmla="*/ 10624461 w 12191999"/>
              <a:gd name="connsiteY20" fmla="*/ 1444283 h 2083506"/>
              <a:gd name="connsiteX21" fmla="*/ 10517208 w 12191999"/>
              <a:gd name="connsiteY21" fmla="*/ 1478947 h 2083506"/>
              <a:gd name="connsiteX22" fmla="*/ 10497937 w 12191999"/>
              <a:gd name="connsiteY22" fmla="*/ 1469831 h 2083506"/>
              <a:gd name="connsiteX23" fmla="*/ 10471201 w 12191999"/>
              <a:gd name="connsiteY23" fmla="*/ 1486037 h 2083506"/>
              <a:gd name="connsiteX24" fmla="*/ 10448263 w 12191999"/>
              <a:gd name="connsiteY24" fmla="*/ 1478223 h 2083506"/>
              <a:gd name="connsiteX25" fmla="*/ 10388089 w 12191999"/>
              <a:gd name="connsiteY25" fmla="*/ 1507175 h 2083506"/>
              <a:gd name="connsiteX26" fmla="*/ 10333720 w 12191999"/>
              <a:gd name="connsiteY26" fmla="*/ 1515848 h 2083506"/>
              <a:gd name="connsiteX27" fmla="*/ 10104338 w 12191999"/>
              <a:gd name="connsiteY27" fmla="*/ 1569424 h 2083506"/>
              <a:gd name="connsiteX28" fmla="*/ 9910445 w 12191999"/>
              <a:gd name="connsiteY28" fmla="*/ 1632275 h 2083506"/>
              <a:gd name="connsiteX29" fmla="*/ 9770872 w 12191999"/>
              <a:gd name="connsiteY29" fmla="*/ 1688088 h 2083506"/>
              <a:gd name="connsiteX30" fmla="*/ 9733849 w 12191999"/>
              <a:gd name="connsiteY30" fmla="*/ 1700034 h 2083506"/>
              <a:gd name="connsiteX31" fmla="*/ 9703714 w 12191999"/>
              <a:gd name="connsiteY31" fmla="*/ 1730093 h 2083506"/>
              <a:gd name="connsiteX32" fmla="*/ 9698351 w 12191999"/>
              <a:gd name="connsiteY32" fmla="*/ 1730377 h 2083506"/>
              <a:gd name="connsiteX33" fmla="*/ 9632895 w 12191999"/>
              <a:gd name="connsiteY33" fmla="*/ 1736363 h 2083506"/>
              <a:gd name="connsiteX34" fmla="*/ 9569107 w 12191999"/>
              <a:gd name="connsiteY34" fmla="*/ 1741010 h 2083506"/>
              <a:gd name="connsiteX35" fmla="*/ 9536451 w 12191999"/>
              <a:gd name="connsiteY35" fmla="*/ 1755120 h 2083506"/>
              <a:gd name="connsiteX36" fmla="*/ 9529385 w 12191999"/>
              <a:gd name="connsiteY36" fmla="*/ 1757515 h 2083506"/>
              <a:gd name="connsiteX37" fmla="*/ 9498527 w 12191999"/>
              <a:gd name="connsiteY37" fmla="*/ 1753117 h 2083506"/>
              <a:gd name="connsiteX38" fmla="*/ 9436642 w 12191999"/>
              <a:gd name="connsiteY38" fmla="*/ 1755478 h 2083506"/>
              <a:gd name="connsiteX39" fmla="*/ 9429748 w 12191999"/>
              <a:gd name="connsiteY39" fmla="*/ 1756317 h 2083506"/>
              <a:gd name="connsiteX40" fmla="*/ 9429748 w 12191999"/>
              <a:gd name="connsiteY40" fmla="*/ 1768745 h 2083506"/>
              <a:gd name="connsiteX41" fmla="*/ 9425802 w 12191999"/>
              <a:gd name="connsiteY41" fmla="*/ 1769273 h 2083506"/>
              <a:gd name="connsiteX42" fmla="*/ 9349763 w 12191999"/>
              <a:gd name="connsiteY42" fmla="*/ 1776107 h 2083506"/>
              <a:gd name="connsiteX43" fmla="*/ 9256503 w 12191999"/>
              <a:gd name="connsiteY43" fmla="*/ 1800699 h 2083506"/>
              <a:gd name="connsiteX44" fmla="*/ 9222873 w 12191999"/>
              <a:gd name="connsiteY44" fmla="*/ 1803003 h 2083506"/>
              <a:gd name="connsiteX45" fmla="*/ 9224095 w 12191999"/>
              <a:gd name="connsiteY45" fmla="*/ 1807355 h 2083506"/>
              <a:gd name="connsiteX46" fmla="*/ 9211603 w 12191999"/>
              <a:gd name="connsiteY46" fmla="*/ 1807675 h 2083506"/>
              <a:gd name="connsiteX47" fmla="*/ 9183719 w 12191999"/>
              <a:gd name="connsiteY47" fmla="*/ 1807781 h 2083506"/>
              <a:gd name="connsiteX48" fmla="*/ 9100221 w 12191999"/>
              <a:gd name="connsiteY48" fmla="*/ 1808989 h 2083506"/>
              <a:gd name="connsiteX49" fmla="*/ 9077439 w 12191999"/>
              <a:gd name="connsiteY49" fmla="*/ 1817333 h 2083506"/>
              <a:gd name="connsiteX50" fmla="*/ 9055889 w 12191999"/>
              <a:gd name="connsiteY50" fmla="*/ 1817464 h 2083506"/>
              <a:gd name="connsiteX51" fmla="*/ 8930912 w 12191999"/>
              <a:gd name="connsiteY51" fmla="*/ 1828648 h 2083506"/>
              <a:gd name="connsiteX52" fmla="*/ 8913729 w 12191999"/>
              <a:gd name="connsiteY52" fmla="*/ 1829483 h 2083506"/>
              <a:gd name="connsiteX53" fmla="*/ 8904423 w 12191999"/>
              <a:gd name="connsiteY53" fmla="*/ 1833234 h 2083506"/>
              <a:gd name="connsiteX54" fmla="*/ 8871099 w 12191999"/>
              <a:gd name="connsiteY54" fmla="*/ 1833979 h 2083506"/>
              <a:gd name="connsiteX55" fmla="*/ 8869557 w 12191999"/>
              <a:gd name="connsiteY55" fmla="*/ 1836113 h 2083506"/>
              <a:gd name="connsiteX56" fmla="*/ 8760021 w 12191999"/>
              <a:gd name="connsiteY56" fmla="*/ 1854442 h 2083506"/>
              <a:gd name="connsiteX57" fmla="*/ 8741254 w 12191999"/>
              <a:gd name="connsiteY57" fmla="*/ 1857469 h 2083506"/>
              <a:gd name="connsiteX58" fmla="*/ 8725039 w 12191999"/>
              <a:gd name="connsiteY58" fmla="*/ 1856552 h 2083506"/>
              <a:gd name="connsiteX59" fmla="*/ 8635265 w 12191999"/>
              <a:gd name="connsiteY59" fmla="*/ 1859168 h 2083506"/>
              <a:gd name="connsiteX60" fmla="*/ 8613911 w 12191999"/>
              <a:gd name="connsiteY60" fmla="*/ 1857561 h 2083506"/>
              <a:gd name="connsiteX61" fmla="*/ 8604931 w 12191999"/>
              <a:gd name="connsiteY61" fmla="*/ 1854170 h 2083506"/>
              <a:gd name="connsiteX62" fmla="*/ 8570171 w 12191999"/>
              <a:gd name="connsiteY62" fmla="*/ 1860579 h 2083506"/>
              <a:gd name="connsiteX63" fmla="*/ 8516537 w 12191999"/>
              <a:gd name="connsiteY63" fmla="*/ 1864971 h 2083506"/>
              <a:gd name="connsiteX64" fmla="*/ 8491046 w 12191999"/>
              <a:gd name="connsiteY64" fmla="*/ 1868141 h 2083506"/>
              <a:gd name="connsiteX65" fmla="*/ 8470478 w 12191999"/>
              <a:gd name="connsiteY65" fmla="*/ 1866216 h 2083506"/>
              <a:gd name="connsiteX66" fmla="*/ 8353433 w 12191999"/>
              <a:gd name="connsiteY66" fmla="*/ 1865729 h 2083506"/>
              <a:gd name="connsiteX67" fmla="*/ 8347675 w 12191999"/>
              <a:gd name="connsiteY67" fmla="*/ 1865075 h 2083506"/>
              <a:gd name="connsiteX68" fmla="*/ 8343939 w 12191999"/>
              <a:gd name="connsiteY68" fmla="*/ 1865677 h 2083506"/>
              <a:gd name="connsiteX69" fmla="*/ 8221566 w 12191999"/>
              <a:gd name="connsiteY69" fmla="*/ 1881148 h 2083506"/>
              <a:gd name="connsiteX70" fmla="*/ 8066095 w 12191999"/>
              <a:gd name="connsiteY70" fmla="*/ 1919902 h 2083506"/>
              <a:gd name="connsiteX71" fmla="*/ 8044849 w 12191999"/>
              <a:gd name="connsiteY71" fmla="*/ 1916308 h 2083506"/>
              <a:gd name="connsiteX72" fmla="*/ 8041142 w 12191999"/>
              <a:gd name="connsiteY72" fmla="*/ 1915506 h 2083506"/>
              <a:gd name="connsiteX73" fmla="*/ 8022159 w 12191999"/>
              <a:gd name="connsiteY73" fmla="*/ 1911521 h 2083506"/>
              <a:gd name="connsiteX74" fmla="*/ 7944932 w 12191999"/>
              <a:gd name="connsiteY74" fmla="*/ 1917265 h 2083506"/>
              <a:gd name="connsiteX75" fmla="*/ 7879011 w 12191999"/>
              <a:gd name="connsiteY75" fmla="*/ 1928570 h 2083506"/>
              <a:gd name="connsiteX76" fmla="*/ 7865529 w 12191999"/>
              <a:gd name="connsiteY76" fmla="*/ 1934399 h 2083506"/>
              <a:gd name="connsiteX77" fmla="*/ 7774801 w 12191999"/>
              <a:gd name="connsiteY77" fmla="*/ 1947969 h 2083506"/>
              <a:gd name="connsiteX78" fmla="*/ 7748398 w 12191999"/>
              <a:gd name="connsiteY78" fmla="*/ 1955982 h 2083506"/>
              <a:gd name="connsiteX79" fmla="*/ 7740684 w 12191999"/>
              <a:gd name="connsiteY79" fmla="*/ 1955717 h 2083506"/>
              <a:gd name="connsiteX80" fmla="*/ 7712976 w 12191999"/>
              <a:gd name="connsiteY80" fmla="*/ 1960442 h 2083506"/>
              <a:gd name="connsiteX81" fmla="*/ 7699956 w 12191999"/>
              <a:gd name="connsiteY81" fmla="*/ 1966104 h 2083506"/>
              <a:gd name="connsiteX82" fmla="*/ 7684158 w 12191999"/>
              <a:gd name="connsiteY82" fmla="*/ 1962927 h 2083506"/>
              <a:gd name="connsiteX83" fmla="*/ 7643109 w 12191999"/>
              <a:gd name="connsiteY83" fmla="*/ 1964400 h 2083506"/>
              <a:gd name="connsiteX84" fmla="*/ 7630180 w 12191999"/>
              <a:gd name="connsiteY84" fmla="*/ 1970266 h 2083506"/>
              <a:gd name="connsiteX85" fmla="*/ 7609131 w 12191999"/>
              <a:gd name="connsiteY85" fmla="*/ 1971774 h 2083506"/>
              <a:gd name="connsiteX86" fmla="*/ 7555555 w 12191999"/>
              <a:gd name="connsiteY86" fmla="*/ 1969491 h 2083506"/>
              <a:gd name="connsiteX87" fmla="*/ 7520919 w 12191999"/>
              <a:gd name="connsiteY87" fmla="*/ 1970177 h 2083506"/>
              <a:gd name="connsiteX88" fmla="*/ 7456258 w 12191999"/>
              <a:gd name="connsiteY88" fmla="*/ 1960468 h 2083506"/>
              <a:gd name="connsiteX89" fmla="*/ 7393047 w 12191999"/>
              <a:gd name="connsiteY89" fmla="*/ 1952408 h 2083506"/>
              <a:gd name="connsiteX90" fmla="*/ 7199912 w 12191999"/>
              <a:gd name="connsiteY90" fmla="*/ 1959913 h 2083506"/>
              <a:gd name="connsiteX91" fmla="*/ 7146774 w 12191999"/>
              <a:gd name="connsiteY91" fmla="*/ 1956641 h 2083506"/>
              <a:gd name="connsiteX92" fmla="*/ 7122244 w 12191999"/>
              <a:gd name="connsiteY92" fmla="*/ 1953891 h 2083506"/>
              <a:gd name="connsiteX93" fmla="*/ 7032241 w 12191999"/>
              <a:gd name="connsiteY93" fmla="*/ 1962723 h 2083506"/>
              <a:gd name="connsiteX94" fmla="*/ 6941492 w 12191999"/>
              <a:gd name="connsiteY94" fmla="*/ 1976868 h 2083506"/>
              <a:gd name="connsiteX95" fmla="*/ 6906514 w 12191999"/>
              <a:gd name="connsiteY95" fmla="*/ 1968589 h 2083506"/>
              <a:gd name="connsiteX96" fmla="*/ 6826395 w 12191999"/>
              <a:gd name="connsiteY96" fmla="*/ 1974141 h 2083506"/>
              <a:gd name="connsiteX97" fmla="*/ 6716431 w 12191999"/>
              <a:gd name="connsiteY97" fmla="*/ 2004297 h 2083506"/>
              <a:gd name="connsiteX98" fmla="*/ 6569607 w 12191999"/>
              <a:gd name="connsiteY98" fmla="*/ 2015496 h 2083506"/>
              <a:gd name="connsiteX99" fmla="*/ 6561430 w 12191999"/>
              <a:gd name="connsiteY99" fmla="*/ 2020996 h 2083506"/>
              <a:gd name="connsiteX100" fmla="*/ 6549371 w 12191999"/>
              <a:gd name="connsiteY100" fmla="*/ 2024747 h 2083506"/>
              <a:gd name="connsiteX101" fmla="*/ 6547040 w 12191999"/>
              <a:gd name="connsiteY101" fmla="*/ 2024474 h 2083506"/>
              <a:gd name="connsiteX102" fmla="*/ 6530482 w 12191999"/>
              <a:gd name="connsiteY102" fmla="*/ 2026659 h 2083506"/>
              <a:gd name="connsiteX103" fmla="*/ 6528565 w 12191999"/>
              <a:gd name="connsiteY103" fmla="*/ 2028600 h 2083506"/>
              <a:gd name="connsiteX104" fmla="*/ 6517741 w 12191999"/>
              <a:gd name="connsiteY104" fmla="*/ 2030558 h 2083506"/>
              <a:gd name="connsiteX105" fmla="*/ 6497855 w 12191999"/>
              <a:gd name="connsiteY105" fmla="*/ 2035650 h 2083506"/>
              <a:gd name="connsiteX106" fmla="*/ 6492785 w 12191999"/>
              <a:gd name="connsiteY106" fmla="*/ 2035444 h 2083506"/>
              <a:gd name="connsiteX107" fmla="*/ 6460692 w 12191999"/>
              <a:gd name="connsiteY107" fmla="*/ 2041321 h 2083506"/>
              <a:gd name="connsiteX108" fmla="*/ 6459609 w 12191999"/>
              <a:gd name="connsiteY108" fmla="*/ 2040851 h 2083506"/>
              <a:gd name="connsiteX109" fmla="*/ 6447765 w 12191999"/>
              <a:gd name="connsiteY109" fmla="*/ 2040102 h 2083506"/>
              <a:gd name="connsiteX110" fmla="*/ 6426590 w 12191999"/>
              <a:gd name="connsiteY110" fmla="*/ 2039928 h 2083506"/>
              <a:gd name="connsiteX111" fmla="*/ 6401693 w 12191999"/>
              <a:gd name="connsiteY111" fmla="*/ 2033537 h 2083506"/>
              <a:gd name="connsiteX112" fmla="*/ 6387141 w 12191999"/>
              <a:gd name="connsiteY112" fmla="*/ 2033161 h 2083506"/>
              <a:gd name="connsiteX113" fmla="*/ 6357846 w 12191999"/>
              <a:gd name="connsiteY113" fmla="*/ 2036782 h 2083506"/>
              <a:gd name="connsiteX114" fmla="*/ 6342914 w 12191999"/>
              <a:gd name="connsiteY114" fmla="*/ 2037585 h 2083506"/>
              <a:gd name="connsiteX115" fmla="*/ 6336300 w 12191999"/>
              <a:gd name="connsiteY115" fmla="*/ 2038781 h 2083506"/>
              <a:gd name="connsiteX116" fmla="*/ 6317178 w 12191999"/>
              <a:gd name="connsiteY116" fmla="*/ 2038968 h 2083506"/>
              <a:gd name="connsiteX117" fmla="*/ 6161427 w 12191999"/>
              <a:gd name="connsiteY117" fmla="*/ 2047338 h 2083506"/>
              <a:gd name="connsiteX118" fmla="*/ 6097339 w 12191999"/>
              <a:gd name="connsiteY118" fmla="*/ 2082438 h 2083506"/>
              <a:gd name="connsiteX119" fmla="*/ 6079059 w 12191999"/>
              <a:gd name="connsiteY119" fmla="*/ 2081299 h 2083506"/>
              <a:gd name="connsiteX120" fmla="*/ 5998439 w 12191999"/>
              <a:gd name="connsiteY120" fmla="*/ 2070958 h 2083506"/>
              <a:gd name="connsiteX121" fmla="*/ 5904290 w 12191999"/>
              <a:gd name="connsiteY121" fmla="*/ 2070255 h 2083506"/>
              <a:gd name="connsiteX122" fmla="*/ 5814867 w 12191999"/>
              <a:gd name="connsiteY122" fmla="*/ 2079032 h 2083506"/>
              <a:gd name="connsiteX123" fmla="*/ 5725743 w 12191999"/>
              <a:gd name="connsiteY123" fmla="*/ 2070558 h 2083506"/>
              <a:gd name="connsiteX124" fmla="*/ 5650546 w 12191999"/>
              <a:gd name="connsiteY124" fmla="*/ 2052412 h 2083506"/>
              <a:gd name="connsiteX125" fmla="*/ 5581284 w 12191999"/>
              <a:gd name="connsiteY125" fmla="*/ 2023175 h 2083506"/>
              <a:gd name="connsiteX126" fmla="*/ 5572593 w 12191999"/>
              <a:gd name="connsiteY126" fmla="*/ 2018391 h 2083506"/>
              <a:gd name="connsiteX127" fmla="*/ 5548580 w 12191999"/>
              <a:gd name="connsiteY127" fmla="*/ 2016951 h 2083506"/>
              <a:gd name="connsiteX128" fmla="*/ 5471173 w 12191999"/>
              <a:gd name="connsiteY128" fmla="*/ 2018786 h 2083506"/>
              <a:gd name="connsiteX129" fmla="*/ 5340320 w 12191999"/>
              <a:gd name="connsiteY129" fmla="*/ 2037611 h 2083506"/>
              <a:gd name="connsiteX130" fmla="*/ 5254376 w 12191999"/>
              <a:gd name="connsiteY130" fmla="*/ 2042928 h 2083506"/>
              <a:gd name="connsiteX131" fmla="*/ 5258035 w 12191999"/>
              <a:gd name="connsiteY131" fmla="*/ 2035649 h 2083506"/>
              <a:gd name="connsiteX132" fmla="*/ 5230622 w 12191999"/>
              <a:gd name="connsiteY132" fmla="*/ 2024576 h 2083506"/>
              <a:gd name="connsiteX133" fmla="*/ 5026203 w 12191999"/>
              <a:gd name="connsiteY133" fmla="*/ 2030162 h 2083506"/>
              <a:gd name="connsiteX134" fmla="*/ 4973988 w 12191999"/>
              <a:gd name="connsiteY134" fmla="*/ 2026668 h 2083506"/>
              <a:gd name="connsiteX135" fmla="*/ 4928030 w 12191999"/>
              <a:gd name="connsiteY135" fmla="*/ 2033642 h 2083506"/>
              <a:gd name="connsiteX136" fmla="*/ 4908970 w 12191999"/>
              <a:gd name="connsiteY136" fmla="*/ 2030033 h 2083506"/>
              <a:gd name="connsiteX137" fmla="*/ 4905679 w 12191999"/>
              <a:gd name="connsiteY137" fmla="*/ 2029300 h 2083506"/>
              <a:gd name="connsiteX138" fmla="*/ 4892525 w 12191999"/>
              <a:gd name="connsiteY138" fmla="*/ 2028768 h 2083506"/>
              <a:gd name="connsiteX139" fmla="*/ 4888818 w 12191999"/>
              <a:gd name="connsiteY139" fmla="*/ 2025619 h 2083506"/>
              <a:gd name="connsiteX140" fmla="*/ 4869018 w 12191999"/>
              <a:gd name="connsiteY140" fmla="*/ 2022668 h 2083506"/>
              <a:gd name="connsiteX141" fmla="*/ 4844804 w 12191999"/>
              <a:gd name="connsiteY141" fmla="*/ 2022527 h 2083506"/>
              <a:gd name="connsiteX142" fmla="*/ 4758778 w 12191999"/>
              <a:gd name="connsiteY142" fmla="*/ 2021694 h 2083506"/>
              <a:gd name="connsiteX143" fmla="*/ 4744748 w 12191999"/>
              <a:gd name="connsiteY143" fmla="*/ 2023396 h 2083506"/>
              <a:gd name="connsiteX144" fmla="*/ 4698956 w 12191999"/>
              <a:gd name="connsiteY144" fmla="*/ 2020558 h 2083506"/>
              <a:gd name="connsiteX145" fmla="*/ 4658147 w 12191999"/>
              <a:gd name="connsiteY145" fmla="*/ 2019920 h 2083506"/>
              <a:gd name="connsiteX146" fmla="*/ 4631706 w 12191999"/>
              <a:gd name="connsiteY146" fmla="*/ 2021274 h 2083506"/>
              <a:gd name="connsiteX147" fmla="*/ 4624776 w 12191999"/>
              <a:gd name="connsiteY147" fmla="*/ 2020152 h 2083506"/>
              <a:gd name="connsiteX148" fmla="*/ 4598150 w 12191999"/>
              <a:gd name="connsiteY148" fmla="*/ 2019429 h 2083506"/>
              <a:gd name="connsiteX149" fmla="*/ 4584588 w 12191999"/>
              <a:gd name="connsiteY149" fmla="*/ 2021092 h 2083506"/>
              <a:gd name="connsiteX150" fmla="*/ 4571203 w 12191999"/>
              <a:gd name="connsiteY150" fmla="*/ 2017263 h 2083506"/>
              <a:gd name="connsiteX151" fmla="*/ 4567930 w 12191999"/>
              <a:gd name="connsiteY151" fmla="*/ 2014458 h 2083506"/>
              <a:gd name="connsiteX152" fmla="*/ 4548984 w 12191999"/>
              <a:gd name="connsiteY152" fmla="*/ 2015717 h 2083506"/>
              <a:gd name="connsiteX153" fmla="*/ 4533451 w 12191999"/>
              <a:gd name="connsiteY153" fmla="*/ 2012976 h 2083506"/>
              <a:gd name="connsiteX154" fmla="*/ 4519910 w 12191999"/>
              <a:gd name="connsiteY154" fmla="*/ 2014768 h 2083506"/>
              <a:gd name="connsiteX155" fmla="*/ 4514290 w 12191999"/>
              <a:gd name="connsiteY155" fmla="*/ 2014364 h 2083506"/>
              <a:gd name="connsiteX156" fmla="*/ 4500320 w 12191999"/>
              <a:gd name="connsiteY156" fmla="*/ 2013007 h 2083506"/>
              <a:gd name="connsiteX157" fmla="*/ 4476219 w 12191999"/>
              <a:gd name="connsiteY157" fmla="*/ 2009993 h 2083506"/>
              <a:gd name="connsiteX158" fmla="*/ 4468701 w 12191999"/>
              <a:gd name="connsiteY158" fmla="*/ 2009574 h 2083506"/>
              <a:gd name="connsiteX159" fmla="*/ 4452333 w 12191999"/>
              <a:gd name="connsiteY159" fmla="*/ 2004964 h 2083506"/>
              <a:gd name="connsiteX160" fmla="*/ 4420644 w 12191999"/>
              <a:gd name="connsiteY160" fmla="*/ 2001021 h 2083506"/>
              <a:gd name="connsiteX161" fmla="*/ 4364856 w 12191999"/>
              <a:gd name="connsiteY161" fmla="*/ 1987267 h 2083506"/>
              <a:gd name="connsiteX162" fmla="*/ 4332062 w 12191999"/>
              <a:gd name="connsiteY162" fmla="*/ 1980703 h 2083506"/>
              <a:gd name="connsiteX163" fmla="*/ 4309876 w 12191999"/>
              <a:gd name="connsiteY163" fmla="*/ 1974653 h 2083506"/>
              <a:gd name="connsiteX164" fmla="*/ 4244391 w 12191999"/>
              <a:gd name="connsiteY164" fmla="*/ 1966109 h 2083506"/>
              <a:gd name="connsiteX165" fmla="*/ 4132071 w 12191999"/>
              <a:gd name="connsiteY165" fmla="*/ 1954813 h 2083506"/>
              <a:gd name="connsiteX166" fmla="*/ 4109069 w 12191999"/>
              <a:gd name="connsiteY166" fmla="*/ 1951778 h 2083506"/>
              <a:gd name="connsiteX167" fmla="*/ 4092908 w 12191999"/>
              <a:gd name="connsiteY167" fmla="*/ 1946662 h 2083506"/>
              <a:gd name="connsiteX168" fmla="*/ 4092306 w 12191999"/>
              <a:gd name="connsiteY168" fmla="*/ 1943291 h 2083506"/>
              <a:gd name="connsiteX169" fmla="*/ 4080234 w 12191999"/>
              <a:gd name="connsiteY169" fmla="*/ 1941219 h 2083506"/>
              <a:gd name="connsiteX170" fmla="*/ 4077778 w 12191999"/>
              <a:gd name="connsiteY170" fmla="*/ 1940145 h 2083506"/>
              <a:gd name="connsiteX171" fmla="*/ 4062936 w 12191999"/>
              <a:gd name="connsiteY171" fmla="*/ 1934506 h 2083506"/>
              <a:gd name="connsiteX172" fmla="*/ 4012506 w 12191999"/>
              <a:gd name="connsiteY172" fmla="*/ 1935475 h 2083506"/>
              <a:gd name="connsiteX173" fmla="*/ 3965880 w 12191999"/>
              <a:gd name="connsiteY173" fmla="*/ 1925968 h 2083506"/>
              <a:gd name="connsiteX174" fmla="*/ 3765338 w 12191999"/>
              <a:gd name="connsiteY174" fmla="*/ 1906649 h 2083506"/>
              <a:gd name="connsiteX175" fmla="*/ 3749493 w 12191999"/>
              <a:gd name="connsiteY175" fmla="*/ 1893071 h 2083506"/>
              <a:gd name="connsiteX176" fmla="*/ 3672704 w 12191999"/>
              <a:gd name="connsiteY176" fmla="*/ 1881383 h 2083506"/>
              <a:gd name="connsiteX177" fmla="*/ 3530082 w 12191999"/>
              <a:gd name="connsiteY177" fmla="*/ 1883187 h 2083506"/>
              <a:gd name="connsiteX178" fmla="*/ 3387664 w 12191999"/>
              <a:gd name="connsiteY178" fmla="*/ 1862579 h 2083506"/>
              <a:gd name="connsiteX179" fmla="*/ 3371681 w 12191999"/>
              <a:gd name="connsiteY179" fmla="*/ 1865293 h 2083506"/>
              <a:gd name="connsiteX180" fmla="*/ 3355305 w 12191999"/>
              <a:gd name="connsiteY180" fmla="*/ 1865842 h 2083506"/>
              <a:gd name="connsiteX181" fmla="*/ 3353790 w 12191999"/>
              <a:gd name="connsiteY181" fmla="*/ 1865158 h 2083506"/>
              <a:gd name="connsiteX182" fmla="*/ 3336210 w 12191999"/>
              <a:gd name="connsiteY182" fmla="*/ 1863564 h 2083506"/>
              <a:gd name="connsiteX183" fmla="*/ 3331381 w 12191999"/>
              <a:gd name="connsiteY183" fmla="*/ 1864716 h 2083506"/>
              <a:gd name="connsiteX184" fmla="*/ 3319012 w 12191999"/>
              <a:gd name="connsiteY184" fmla="*/ 1864093 h 2083506"/>
              <a:gd name="connsiteX185" fmla="*/ 3293818 w 12191999"/>
              <a:gd name="connsiteY185" fmla="*/ 1864135 h 2083506"/>
              <a:gd name="connsiteX186" fmla="*/ 3289881 w 12191999"/>
              <a:gd name="connsiteY186" fmla="*/ 1862954 h 2083506"/>
              <a:gd name="connsiteX187" fmla="*/ 3253090 w 12191999"/>
              <a:gd name="connsiteY187" fmla="*/ 1861164 h 2083506"/>
              <a:gd name="connsiteX188" fmla="*/ 3252949 w 12191999"/>
              <a:gd name="connsiteY188" fmla="*/ 1860574 h 2083506"/>
              <a:gd name="connsiteX189" fmla="*/ 3244187 w 12191999"/>
              <a:gd name="connsiteY189" fmla="*/ 1857604 h 2083506"/>
              <a:gd name="connsiteX190" fmla="*/ 3246570 w 12191999"/>
              <a:gd name="connsiteY190" fmla="*/ 1852946 h 2083506"/>
              <a:gd name="connsiteX191" fmla="*/ 3237810 w 12191999"/>
              <a:gd name="connsiteY191" fmla="*/ 1853064 h 2083506"/>
              <a:gd name="connsiteX192" fmla="*/ 3230822 w 12191999"/>
              <a:gd name="connsiteY192" fmla="*/ 1855474 h 2083506"/>
              <a:gd name="connsiteX193" fmla="*/ 3136549 w 12191999"/>
              <a:gd name="connsiteY193" fmla="*/ 1874037 h 2083506"/>
              <a:gd name="connsiteX194" fmla="*/ 2845754 w 12191999"/>
              <a:gd name="connsiteY194" fmla="*/ 1910932 h 2083506"/>
              <a:gd name="connsiteX195" fmla="*/ 2786878 w 12191999"/>
              <a:gd name="connsiteY195" fmla="*/ 1917162 h 2083506"/>
              <a:gd name="connsiteX196" fmla="*/ 2725298 w 12191999"/>
              <a:gd name="connsiteY196" fmla="*/ 1912340 h 2083506"/>
              <a:gd name="connsiteX197" fmla="*/ 2697754 w 12191999"/>
              <a:gd name="connsiteY197" fmla="*/ 1914863 h 2083506"/>
              <a:gd name="connsiteX198" fmla="*/ 2568063 w 12191999"/>
              <a:gd name="connsiteY198" fmla="*/ 1936283 h 2083506"/>
              <a:gd name="connsiteX199" fmla="*/ 2489784 w 12191999"/>
              <a:gd name="connsiteY199" fmla="*/ 1943720 h 2083506"/>
              <a:gd name="connsiteX200" fmla="*/ 2458978 w 12191999"/>
              <a:gd name="connsiteY200" fmla="*/ 1938095 h 2083506"/>
              <a:gd name="connsiteX201" fmla="*/ 2318712 w 12191999"/>
              <a:gd name="connsiteY201" fmla="*/ 1934474 h 2083506"/>
              <a:gd name="connsiteX202" fmla="*/ 2268709 w 12191999"/>
              <a:gd name="connsiteY202" fmla="*/ 1940521 h 2083506"/>
              <a:gd name="connsiteX203" fmla="*/ 2264080 w 12191999"/>
              <a:gd name="connsiteY203" fmla="*/ 1941232 h 2083506"/>
              <a:gd name="connsiteX204" fmla="*/ 2254684 w 12191999"/>
              <a:gd name="connsiteY204" fmla="*/ 1943524 h 2083506"/>
              <a:gd name="connsiteX205" fmla="*/ 2252523 w 12191999"/>
              <a:gd name="connsiteY205" fmla="*/ 1943004 h 2083506"/>
              <a:gd name="connsiteX206" fmla="*/ 2173350 w 12191999"/>
              <a:gd name="connsiteY206" fmla="*/ 1929202 h 2083506"/>
              <a:gd name="connsiteX207" fmla="*/ 2155266 w 12191999"/>
              <a:gd name="connsiteY207" fmla="*/ 1920267 h 2083506"/>
              <a:gd name="connsiteX208" fmla="*/ 2091013 w 12191999"/>
              <a:gd name="connsiteY208" fmla="*/ 1914631 h 2083506"/>
              <a:gd name="connsiteX209" fmla="*/ 2030712 w 12191999"/>
              <a:gd name="connsiteY209" fmla="*/ 1897690 h 2083506"/>
              <a:gd name="connsiteX210" fmla="*/ 1908838 w 12191999"/>
              <a:gd name="connsiteY210" fmla="*/ 1892222 h 2083506"/>
              <a:gd name="connsiteX211" fmla="*/ 1877796 w 12191999"/>
              <a:gd name="connsiteY211" fmla="*/ 1883887 h 2083506"/>
              <a:gd name="connsiteX212" fmla="*/ 1875824 w 12191999"/>
              <a:gd name="connsiteY212" fmla="*/ 1879265 h 2083506"/>
              <a:gd name="connsiteX213" fmla="*/ 1823048 w 12191999"/>
              <a:gd name="connsiteY213" fmla="*/ 1881064 h 2083506"/>
              <a:gd name="connsiteX214" fmla="*/ 1765736 w 12191999"/>
              <a:gd name="connsiteY214" fmla="*/ 1856578 h 2083506"/>
              <a:gd name="connsiteX215" fmla="*/ 1725669 w 12191999"/>
              <a:gd name="connsiteY215" fmla="*/ 1833744 h 2083506"/>
              <a:gd name="connsiteX216" fmla="*/ 1725216 w 12191999"/>
              <a:gd name="connsiteY216" fmla="*/ 1829447 h 2083506"/>
              <a:gd name="connsiteX217" fmla="*/ 1721485 w 12191999"/>
              <a:gd name="connsiteY217" fmla="*/ 1828960 h 2083506"/>
              <a:gd name="connsiteX218" fmla="*/ 1717786 w 12191999"/>
              <a:gd name="connsiteY218" fmla="*/ 1832224 h 2083506"/>
              <a:gd name="connsiteX219" fmla="*/ 1689907 w 12191999"/>
              <a:gd name="connsiteY219" fmla="*/ 1825425 h 2083506"/>
              <a:gd name="connsiteX220" fmla="*/ 1688093 w 12191999"/>
              <a:gd name="connsiteY220" fmla="*/ 1817391 h 2083506"/>
              <a:gd name="connsiteX221" fmla="*/ 1496789 w 12191999"/>
              <a:gd name="connsiteY221" fmla="*/ 1805297 h 2083506"/>
              <a:gd name="connsiteX222" fmla="*/ 1392839 w 12191999"/>
              <a:gd name="connsiteY222" fmla="*/ 1758649 h 2083506"/>
              <a:gd name="connsiteX223" fmla="*/ 1360872 w 12191999"/>
              <a:gd name="connsiteY223" fmla="*/ 1752441 h 2083506"/>
              <a:gd name="connsiteX224" fmla="*/ 1313885 w 12191999"/>
              <a:gd name="connsiteY224" fmla="*/ 1731785 h 2083506"/>
              <a:gd name="connsiteX225" fmla="*/ 1247665 w 12191999"/>
              <a:gd name="connsiteY225" fmla="*/ 1727765 h 2083506"/>
              <a:gd name="connsiteX226" fmla="*/ 1196850 w 12191999"/>
              <a:gd name="connsiteY226" fmla="*/ 1729622 h 2083506"/>
              <a:gd name="connsiteX227" fmla="*/ 1168728 w 12191999"/>
              <a:gd name="connsiteY227" fmla="*/ 1728550 h 2083506"/>
              <a:gd name="connsiteX228" fmla="*/ 1096918 w 12191999"/>
              <a:gd name="connsiteY228" fmla="*/ 1721485 h 2083506"/>
              <a:gd name="connsiteX229" fmla="*/ 1094082 w 12191999"/>
              <a:gd name="connsiteY229" fmla="*/ 1720113 h 2083506"/>
              <a:gd name="connsiteX230" fmla="*/ 1040782 w 12191999"/>
              <a:gd name="connsiteY230" fmla="*/ 1721762 h 2083506"/>
              <a:gd name="connsiteX231" fmla="*/ 955980 w 12191999"/>
              <a:gd name="connsiteY231" fmla="*/ 1719289 h 2083506"/>
              <a:gd name="connsiteX232" fmla="*/ 926108 w 12191999"/>
              <a:gd name="connsiteY232" fmla="*/ 1715917 h 2083506"/>
              <a:gd name="connsiteX233" fmla="*/ 876049 w 12191999"/>
              <a:gd name="connsiteY233" fmla="*/ 1710422 h 2083506"/>
              <a:gd name="connsiteX234" fmla="*/ 839194 w 12191999"/>
              <a:gd name="connsiteY234" fmla="*/ 1700176 h 2083506"/>
              <a:gd name="connsiteX235" fmla="*/ 797112 w 12191999"/>
              <a:gd name="connsiteY235" fmla="*/ 1698014 h 2083506"/>
              <a:gd name="connsiteX236" fmla="*/ 786610 w 12191999"/>
              <a:gd name="connsiteY236" fmla="*/ 1705455 h 2083506"/>
              <a:gd name="connsiteX237" fmla="*/ 741833 w 12191999"/>
              <a:gd name="connsiteY237" fmla="*/ 1700566 h 2083506"/>
              <a:gd name="connsiteX238" fmla="*/ 673985 w 12191999"/>
              <a:gd name="connsiteY238" fmla="*/ 1692278 h 2083506"/>
              <a:gd name="connsiteX239" fmla="*/ 634665 w 12191999"/>
              <a:gd name="connsiteY239" fmla="*/ 1689550 h 2083506"/>
              <a:gd name="connsiteX240" fmla="*/ 527471 w 12191999"/>
              <a:gd name="connsiteY240" fmla="*/ 1679869 h 2083506"/>
              <a:gd name="connsiteX241" fmla="*/ 420260 w 12191999"/>
              <a:gd name="connsiteY241" fmla="*/ 1668475 h 2083506"/>
              <a:gd name="connsiteX242" fmla="*/ 357630 w 12191999"/>
              <a:gd name="connsiteY242" fmla="*/ 1652142 h 2083506"/>
              <a:gd name="connsiteX243" fmla="*/ 269407 w 12191999"/>
              <a:gd name="connsiteY243" fmla="*/ 1643812 h 2083506"/>
              <a:gd name="connsiteX244" fmla="*/ 254769 w 12191999"/>
              <a:gd name="connsiteY244" fmla="*/ 1641013 h 2083506"/>
              <a:gd name="connsiteX245" fmla="*/ 150763 w 12191999"/>
              <a:gd name="connsiteY245" fmla="*/ 1628143 h 2083506"/>
              <a:gd name="connsiteX246" fmla="*/ 29133 w 12191999"/>
              <a:gd name="connsiteY246" fmla="*/ 1626172 h 2083506"/>
              <a:gd name="connsiteX247" fmla="*/ 0 w 12191999"/>
              <a:gd name="connsiteY247" fmla="*/ 1619589 h 20835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Lst>
            <a:rect l="l" t="t" r="r" b="b"/>
            <a:pathLst>
              <a:path w="12191999" h="2083506">
                <a:moveTo>
                  <a:pt x="0" y="0"/>
                </a:moveTo>
                <a:lnTo>
                  <a:pt x="9429748" y="0"/>
                </a:lnTo>
                <a:lnTo>
                  <a:pt x="9429748" y="1"/>
                </a:lnTo>
                <a:lnTo>
                  <a:pt x="12191999" y="1"/>
                </a:lnTo>
                <a:lnTo>
                  <a:pt x="12191999" y="1164372"/>
                </a:lnTo>
                <a:lnTo>
                  <a:pt x="12147852" y="1163783"/>
                </a:lnTo>
                <a:cubicBezTo>
                  <a:pt x="12063101" y="1189107"/>
                  <a:pt x="12045020" y="1156925"/>
                  <a:pt x="11993604" y="1153496"/>
                </a:cubicBezTo>
                <a:cubicBezTo>
                  <a:pt x="11954216" y="1165241"/>
                  <a:pt x="11911195" y="1167350"/>
                  <a:pt x="11865319" y="1176624"/>
                </a:cubicBezTo>
                <a:cubicBezTo>
                  <a:pt x="11822513" y="1184682"/>
                  <a:pt x="11766915" y="1201558"/>
                  <a:pt x="11718353" y="1209136"/>
                </a:cubicBezTo>
                <a:cubicBezTo>
                  <a:pt x="11675379" y="1217463"/>
                  <a:pt x="11638007" y="1216639"/>
                  <a:pt x="11609067" y="1218512"/>
                </a:cubicBezTo>
                <a:cubicBezTo>
                  <a:pt x="11597582" y="1221322"/>
                  <a:pt x="11554280" y="1243577"/>
                  <a:pt x="11545958" y="1240430"/>
                </a:cubicBezTo>
                <a:lnTo>
                  <a:pt x="11445770" y="1225780"/>
                </a:lnTo>
                <a:cubicBezTo>
                  <a:pt x="11425543" y="1230782"/>
                  <a:pt x="11413740" y="1222096"/>
                  <a:pt x="11398842" y="1227250"/>
                </a:cubicBezTo>
                <a:cubicBezTo>
                  <a:pt x="11367060" y="1233093"/>
                  <a:pt x="11269285" y="1263712"/>
                  <a:pt x="11240093" y="1266797"/>
                </a:cubicBezTo>
                <a:cubicBezTo>
                  <a:pt x="11197297" y="1273685"/>
                  <a:pt x="11181311" y="1272682"/>
                  <a:pt x="11141364" y="1288059"/>
                </a:cubicBezTo>
                <a:cubicBezTo>
                  <a:pt x="11099891" y="1305386"/>
                  <a:pt x="11051533" y="1319157"/>
                  <a:pt x="11015396" y="1353104"/>
                </a:cubicBezTo>
                <a:cubicBezTo>
                  <a:pt x="11009424" y="1362217"/>
                  <a:pt x="10992328" y="1361966"/>
                  <a:pt x="10973905" y="1365109"/>
                </a:cubicBezTo>
                <a:cubicBezTo>
                  <a:pt x="10955482" y="1368254"/>
                  <a:pt x="10907369" y="1372817"/>
                  <a:pt x="10904858" y="1371966"/>
                </a:cubicBezTo>
                <a:cubicBezTo>
                  <a:pt x="10880521" y="1379494"/>
                  <a:pt x="10873670" y="1399734"/>
                  <a:pt x="10827883" y="1410270"/>
                </a:cubicBezTo>
                <a:cubicBezTo>
                  <a:pt x="10790248" y="1415655"/>
                  <a:pt x="10724899" y="1420726"/>
                  <a:pt x="10690996" y="1426394"/>
                </a:cubicBezTo>
                <a:cubicBezTo>
                  <a:pt x="10676463" y="1423331"/>
                  <a:pt x="10634514" y="1436908"/>
                  <a:pt x="10624461" y="1444283"/>
                </a:cubicBezTo>
                <a:cubicBezTo>
                  <a:pt x="10601952" y="1468442"/>
                  <a:pt x="10536224" y="1460228"/>
                  <a:pt x="10517208" y="1478947"/>
                </a:cubicBezTo>
                <a:cubicBezTo>
                  <a:pt x="10509508" y="1482271"/>
                  <a:pt x="10505833" y="1468818"/>
                  <a:pt x="10497937" y="1469831"/>
                </a:cubicBezTo>
                <a:lnTo>
                  <a:pt x="10471201" y="1486037"/>
                </a:lnTo>
                <a:lnTo>
                  <a:pt x="10448263" y="1478223"/>
                </a:lnTo>
                <a:lnTo>
                  <a:pt x="10388089" y="1507175"/>
                </a:lnTo>
                <a:cubicBezTo>
                  <a:pt x="10350285" y="1513081"/>
                  <a:pt x="10383281" y="1526586"/>
                  <a:pt x="10333720" y="1515848"/>
                </a:cubicBezTo>
                <a:cubicBezTo>
                  <a:pt x="10286428" y="1526223"/>
                  <a:pt x="10174884" y="1550019"/>
                  <a:pt x="10104338" y="1569424"/>
                </a:cubicBezTo>
                <a:cubicBezTo>
                  <a:pt x="10066963" y="1581564"/>
                  <a:pt x="9967395" y="1605712"/>
                  <a:pt x="9910445" y="1632275"/>
                </a:cubicBezTo>
                <a:cubicBezTo>
                  <a:pt x="9856131" y="1644130"/>
                  <a:pt x="9831118" y="1689967"/>
                  <a:pt x="9770872" y="1688088"/>
                </a:cubicBezTo>
                <a:cubicBezTo>
                  <a:pt x="9769882" y="1691843"/>
                  <a:pt x="9737016" y="1697044"/>
                  <a:pt x="9733849" y="1700034"/>
                </a:cubicBezTo>
                <a:lnTo>
                  <a:pt x="9703714" y="1730093"/>
                </a:lnTo>
                <a:lnTo>
                  <a:pt x="9698351" y="1730377"/>
                </a:lnTo>
                <a:lnTo>
                  <a:pt x="9632895" y="1736363"/>
                </a:lnTo>
                <a:lnTo>
                  <a:pt x="9569107" y="1741010"/>
                </a:lnTo>
                <a:cubicBezTo>
                  <a:pt x="9558961" y="1745882"/>
                  <a:pt x="9548028" y="1750646"/>
                  <a:pt x="9536451" y="1755120"/>
                </a:cubicBezTo>
                <a:lnTo>
                  <a:pt x="9529385" y="1757515"/>
                </a:lnTo>
                <a:lnTo>
                  <a:pt x="9498527" y="1753117"/>
                </a:lnTo>
                <a:lnTo>
                  <a:pt x="9436642" y="1755478"/>
                </a:lnTo>
                <a:lnTo>
                  <a:pt x="9429748" y="1756317"/>
                </a:lnTo>
                <a:lnTo>
                  <a:pt x="9429748" y="1768745"/>
                </a:lnTo>
                <a:lnTo>
                  <a:pt x="9425802" y="1769273"/>
                </a:lnTo>
                <a:cubicBezTo>
                  <a:pt x="9390751" y="1773262"/>
                  <a:pt x="9371406" y="1773457"/>
                  <a:pt x="9349763" y="1776107"/>
                </a:cubicBezTo>
                <a:cubicBezTo>
                  <a:pt x="9314721" y="1782260"/>
                  <a:pt x="9277650" y="1796217"/>
                  <a:pt x="9256503" y="1800699"/>
                </a:cubicBezTo>
                <a:lnTo>
                  <a:pt x="9222873" y="1803003"/>
                </a:lnTo>
                <a:lnTo>
                  <a:pt x="9224095" y="1807355"/>
                </a:lnTo>
                <a:lnTo>
                  <a:pt x="9211603" y="1807675"/>
                </a:lnTo>
                <a:lnTo>
                  <a:pt x="9183719" y="1807781"/>
                </a:lnTo>
                <a:cubicBezTo>
                  <a:pt x="9166319" y="1808439"/>
                  <a:pt x="9117935" y="1807396"/>
                  <a:pt x="9100221" y="1808989"/>
                </a:cubicBezTo>
                <a:cubicBezTo>
                  <a:pt x="9095111" y="1813630"/>
                  <a:pt x="9087224" y="1816160"/>
                  <a:pt x="9077439" y="1817333"/>
                </a:cubicBezTo>
                <a:lnTo>
                  <a:pt x="9055889" y="1817464"/>
                </a:lnTo>
                <a:lnTo>
                  <a:pt x="8930912" y="1828648"/>
                </a:lnTo>
                <a:lnTo>
                  <a:pt x="8913729" y="1829483"/>
                </a:lnTo>
                <a:lnTo>
                  <a:pt x="8904423" y="1833234"/>
                </a:lnTo>
                <a:cubicBezTo>
                  <a:pt x="8897319" y="1833982"/>
                  <a:pt x="8876911" y="1833498"/>
                  <a:pt x="8871099" y="1833979"/>
                </a:cubicBezTo>
                <a:lnTo>
                  <a:pt x="8869557" y="1836113"/>
                </a:lnTo>
                <a:cubicBezTo>
                  <a:pt x="8851043" y="1839524"/>
                  <a:pt x="8781405" y="1850882"/>
                  <a:pt x="8760021" y="1854442"/>
                </a:cubicBezTo>
                <a:cubicBezTo>
                  <a:pt x="8755749" y="1851161"/>
                  <a:pt x="8746183" y="1856343"/>
                  <a:pt x="8741254" y="1857469"/>
                </a:cubicBezTo>
                <a:cubicBezTo>
                  <a:pt x="8740491" y="1855259"/>
                  <a:pt x="8728559" y="1854585"/>
                  <a:pt x="8725039" y="1856552"/>
                </a:cubicBezTo>
                <a:cubicBezTo>
                  <a:pt x="8641157" y="1867333"/>
                  <a:pt x="8683145" y="1845054"/>
                  <a:pt x="8635265" y="1859168"/>
                </a:cubicBezTo>
                <a:cubicBezTo>
                  <a:pt x="8626795" y="1860103"/>
                  <a:pt x="8619931" y="1859212"/>
                  <a:pt x="8613911" y="1857561"/>
                </a:cubicBezTo>
                <a:lnTo>
                  <a:pt x="8604931" y="1854170"/>
                </a:lnTo>
                <a:lnTo>
                  <a:pt x="8570171" y="1860579"/>
                </a:lnTo>
                <a:cubicBezTo>
                  <a:pt x="8553049" y="1862813"/>
                  <a:pt x="8535028" y="1864294"/>
                  <a:pt x="8516537" y="1864971"/>
                </a:cubicBezTo>
                <a:cubicBezTo>
                  <a:pt x="8512388" y="1860455"/>
                  <a:pt x="8497874" y="1866870"/>
                  <a:pt x="8491046" y="1868141"/>
                </a:cubicBezTo>
                <a:cubicBezTo>
                  <a:pt x="8490975" y="1865191"/>
                  <a:pt x="8475847" y="1863778"/>
                  <a:pt x="8470478" y="1866216"/>
                </a:cubicBezTo>
                <a:cubicBezTo>
                  <a:pt x="8357654" y="1876758"/>
                  <a:pt x="8421139" y="1849210"/>
                  <a:pt x="8353433" y="1865729"/>
                </a:cubicBezTo>
                <a:lnTo>
                  <a:pt x="8347675" y="1865075"/>
                </a:lnTo>
                <a:lnTo>
                  <a:pt x="8343939" y="1865677"/>
                </a:lnTo>
                <a:cubicBezTo>
                  <a:pt x="8309852" y="1870841"/>
                  <a:pt x="8272587" y="1875809"/>
                  <a:pt x="8221566" y="1881148"/>
                </a:cubicBezTo>
                <a:cubicBezTo>
                  <a:pt x="8158043" y="1892960"/>
                  <a:pt x="8095547" y="1914042"/>
                  <a:pt x="8066095" y="1919902"/>
                </a:cubicBezTo>
                <a:cubicBezTo>
                  <a:pt x="8058949" y="1919234"/>
                  <a:pt x="8051921" y="1917862"/>
                  <a:pt x="8044849" y="1916308"/>
                </a:cubicBezTo>
                <a:lnTo>
                  <a:pt x="8041142" y="1915506"/>
                </a:lnTo>
                <a:lnTo>
                  <a:pt x="8022159" y="1911521"/>
                </a:lnTo>
                <a:lnTo>
                  <a:pt x="7944932" y="1917265"/>
                </a:lnTo>
                <a:lnTo>
                  <a:pt x="7879011" y="1928570"/>
                </a:lnTo>
                <a:lnTo>
                  <a:pt x="7865529" y="1934399"/>
                </a:lnTo>
                <a:lnTo>
                  <a:pt x="7774801" y="1947969"/>
                </a:lnTo>
                <a:lnTo>
                  <a:pt x="7748398" y="1955982"/>
                </a:lnTo>
                <a:lnTo>
                  <a:pt x="7740684" y="1955717"/>
                </a:lnTo>
                <a:cubicBezTo>
                  <a:pt x="7728362" y="1958584"/>
                  <a:pt x="7714099" y="1968442"/>
                  <a:pt x="7712976" y="1960442"/>
                </a:cubicBezTo>
                <a:lnTo>
                  <a:pt x="7699956" y="1966104"/>
                </a:lnTo>
                <a:lnTo>
                  <a:pt x="7684158" y="1962927"/>
                </a:lnTo>
                <a:cubicBezTo>
                  <a:pt x="7674684" y="1962643"/>
                  <a:pt x="7652105" y="1963177"/>
                  <a:pt x="7643109" y="1964400"/>
                </a:cubicBezTo>
                <a:lnTo>
                  <a:pt x="7630180" y="1970266"/>
                </a:lnTo>
                <a:lnTo>
                  <a:pt x="7609131" y="1971774"/>
                </a:lnTo>
                <a:cubicBezTo>
                  <a:pt x="7596694" y="1971644"/>
                  <a:pt x="7570258" y="1969757"/>
                  <a:pt x="7555555" y="1969491"/>
                </a:cubicBezTo>
                <a:cubicBezTo>
                  <a:pt x="7541460" y="1966540"/>
                  <a:pt x="7530571" y="1964848"/>
                  <a:pt x="7520919" y="1970177"/>
                </a:cubicBezTo>
                <a:cubicBezTo>
                  <a:pt x="7500295" y="1966884"/>
                  <a:pt x="7480780" y="1949401"/>
                  <a:pt x="7456258" y="1960468"/>
                </a:cubicBezTo>
                <a:cubicBezTo>
                  <a:pt x="7434946" y="1957506"/>
                  <a:pt x="7435772" y="1952500"/>
                  <a:pt x="7393047" y="1952408"/>
                </a:cubicBezTo>
                <a:cubicBezTo>
                  <a:pt x="7356520" y="1952860"/>
                  <a:pt x="7236307" y="1958626"/>
                  <a:pt x="7199912" y="1959913"/>
                </a:cubicBezTo>
                <a:cubicBezTo>
                  <a:pt x="7176501" y="1959942"/>
                  <a:pt x="7160098" y="1958343"/>
                  <a:pt x="7146774" y="1956641"/>
                </a:cubicBezTo>
                <a:lnTo>
                  <a:pt x="7122244" y="1953891"/>
                </a:lnTo>
                <a:lnTo>
                  <a:pt x="7032241" y="1962723"/>
                </a:lnTo>
                <a:cubicBezTo>
                  <a:pt x="6997214" y="1965198"/>
                  <a:pt x="6963725" y="1968396"/>
                  <a:pt x="6941492" y="1976868"/>
                </a:cubicBezTo>
                <a:cubicBezTo>
                  <a:pt x="6947015" y="1970398"/>
                  <a:pt x="6923088" y="1965379"/>
                  <a:pt x="6906514" y="1968589"/>
                </a:cubicBezTo>
                <a:cubicBezTo>
                  <a:pt x="6925890" y="1943204"/>
                  <a:pt x="6840983" y="1991464"/>
                  <a:pt x="6826395" y="1974141"/>
                </a:cubicBezTo>
                <a:cubicBezTo>
                  <a:pt x="6825676" y="1990223"/>
                  <a:pt x="6751393" y="2017492"/>
                  <a:pt x="6716431" y="2004297"/>
                </a:cubicBezTo>
                <a:cubicBezTo>
                  <a:pt x="6663167" y="2007518"/>
                  <a:pt x="6625450" y="2020811"/>
                  <a:pt x="6569607" y="2015496"/>
                </a:cubicBezTo>
                <a:cubicBezTo>
                  <a:pt x="6567874" y="2017648"/>
                  <a:pt x="6565034" y="2019449"/>
                  <a:pt x="6561430" y="2020996"/>
                </a:cubicBezTo>
                <a:lnTo>
                  <a:pt x="6549371" y="2024747"/>
                </a:lnTo>
                <a:lnTo>
                  <a:pt x="6547040" y="2024474"/>
                </a:lnTo>
                <a:cubicBezTo>
                  <a:pt x="6537882" y="2024425"/>
                  <a:pt x="6533193" y="2025332"/>
                  <a:pt x="6530482" y="2026659"/>
                </a:cubicBezTo>
                <a:lnTo>
                  <a:pt x="6528565" y="2028600"/>
                </a:lnTo>
                <a:lnTo>
                  <a:pt x="6517741" y="2030558"/>
                </a:lnTo>
                <a:lnTo>
                  <a:pt x="6497855" y="2035650"/>
                </a:lnTo>
                <a:lnTo>
                  <a:pt x="6492785" y="2035444"/>
                </a:lnTo>
                <a:lnTo>
                  <a:pt x="6460692" y="2041321"/>
                </a:lnTo>
                <a:lnTo>
                  <a:pt x="6459609" y="2040851"/>
                </a:lnTo>
                <a:cubicBezTo>
                  <a:pt x="6456451" y="2039933"/>
                  <a:pt x="6452734" y="2039508"/>
                  <a:pt x="6447765" y="2040102"/>
                </a:cubicBezTo>
                <a:cubicBezTo>
                  <a:pt x="6446007" y="2031126"/>
                  <a:pt x="6441093" y="2037380"/>
                  <a:pt x="6426590" y="2039928"/>
                </a:cubicBezTo>
                <a:cubicBezTo>
                  <a:pt x="6423606" y="2033241"/>
                  <a:pt x="6413230" y="2032925"/>
                  <a:pt x="6401693" y="2033537"/>
                </a:cubicBezTo>
                <a:lnTo>
                  <a:pt x="6387141" y="2033161"/>
                </a:lnTo>
                <a:lnTo>
                  <a:pt x="6357846" y="2036782"/>
                </a:lnTo>
                <a:lnTo>
                  <a:pt x="6342914" y="2037585"/>
                </a:lnTo>
                <a:lnTo>
                  <a:pt x="6336300" y="2038781"/>
                </a:lnTo>
                <a:lnTo>
                  <a:pt x="6317178" y="2038968"/>
                </a:lnTo>
                <a:lnTo>
                  <a:pt x="6161427" y="2047338"/>
                </a:lnTo>
                <a:cubicBezTo>
                  <a:pt x="6147824" y="2057658"/>
                  <a:pt x="6118908" y="2077615"/>
                  <a:pt x="6097339" y="2082438"/>
                </a:cubicBezTo>
                <a:cubicBezTo>
                  <a:pt x="6090149" y="2084046"/>
                  <a:pt x="6083776" y="2083972"/>
                  <a:pt x="6079059" y="2081299"/>
                </a:cubicBezTo>
                <a:cubicBezTo>
                  <a:pt x="6063900" y="2082334"/>
                  <a:pt x="6011621" y="2084537"/>
                  <a:pt x="5998439" y="2070958"/>
                </a:cubicBezTo>
                <a:cubicBezTo>
                  <a:pt x="5976443" y="2071759"/>
                  <a:pt x="5925514" y="2069780"/>
                  <a:pt x="5904290" y="2070255"/>
                </a:cubicBezTo>
                <a:cubicBezTo>
                  <a:pt x="5871515" y="2066244"/>
                  <a:pt x="5843986" y="2088249"/>
                  <a:pt x="5814867" y="2079032"/>
                </a:cubicBezTo>
                <a:cubicBezTo>
                  <a:pt x="5792003" y="2070559"/>
                  <a:pt x="5750009" y="2076273"/>
                  <a:pt x="5725743" y="2070558"/>
                </a:cubicBezTo>
                <a:cubicBezTo>
                  <a:pt x="5716432" y="2058355"/>
                  <a:pt x="5667424" y="2047322"/>
                  <a:pt x="5650546" y="2052412"/>
                </a:cubicBezTo>
                <a:cubicBezTo>
                  <a:pt x="5614627" y="2046084"/>
                  <a:pt x="5608108" y="2028306"/>
                  <a:pt x="5581284" y="2023175"/>
                </a:cubicBezTo>
                <a:lnTo>
                  <a:pt x="5572593" y="2018391"/>
                </a:lnTo>
                <a:lnTo>
                  <a:pt x="5548580" y="2016951"/>
                </a:lnTo>
                <a:cubicBezTo>
                  <a:pt x="5523726" y="2017783"/>
                  <a:pt x="5498337" y="2019663"/>
                  <a:pt x="5471173" y="2018786"/>
                </a:cubicBezTo>
                <a:cubicBezTo>
                  <a:pt x="5447687" y="2003020"/>
                  <a:pt x="5353807" y="2022324"/>
                  <a:pt x="5340320" y="2037611"/>
                </a:cubicBezTo>
                <a:cubicBezTo>
                  <a:pt x="5340015" y="2024215"/>
                  <a:pt x="5271937" y="2042455"/>
                  <a:pt x="5254376" y="2042928"/>
                </a:cubicBezTo>
                <a:cubicBezTo>
                  <a:pt x="5248522" y="2043086"/>
                  <a:pt x="5248281" y="2041270"/>
                  <a:pt x="5258035" y="2035649"/>
                </a:cubicBezTo>
                <a:cubicBezTo>
                  <a:pt x="5239374" y="2037214"/>
                  <a:pt x="5220112" y="2030252"/>
                  <a:pt x="5230622" y="2024576"/>
                </a:cubicBezTo>
                <a:cubicBezTo>
                  <a:pt x="5173932" y="2036724"/>
                  <a:pt x="5090262" y="2024645"/>
                  <a:pt x="5026203" y="2030162"/>
                </a:cubicBezTo>
                <a:cubicBezTo>
                  <a:pt x="4991280" y="2016814"/>
                  <a:pt x="5010212" y="2029164"/>
                  <a:pt x="4973988" y="2026668"/>
                </a:cubicBezTo>
                <a:cubicBezTo>
                  <a:pt x="4983896" y="2038955"/>
                  <a:pt x="4930012" y="2019774"/>
                  <a:pt x="4928030" y="2033642"/>
                </a:cubicBezTo>
                <a:cubicBezTo>
                  <a:pt x="4921501" y="2032748"/>
                  <a:pt x="4915238" y="2031445"/>
                  <a:pt x="4908970" y="2030033"/>
                </a:cubicBezTo>
                <a:lnTo>
                  <a:pt x="4905679" y="2029300"/>
                </a:lnTo>
                <a:lnTo>
                  <a:pt x="4892525" y="2028768"/>
                </a:lnTo>
                <a:lnTo>
                  <a:pt x="4888818" y="2025619"/>
                </a:lnTo>
                <a:lnTo>
                  <a:pt x="4869018" y="2022668"/>
                </a:lnTo>
                <a:cubicBezTo>
                  <a:pt x="4861602" y="2022028"/>
                  <a:pt x="4853622" y="2021880"/>
                  <a:pt x="4844804" y="2022527"/>
                </a:cubicBezTo>
                <a:cubicBezTo>
                  <a:pt x="4823110" y="2028022"/>
                  <a:pt x="4789330" y="2021287"/>
                  <a:pt x="4758778" y="2021694"/>
                </a:cubicBezTo>
                <a:lnTo>
                  <a:pt x="4744748" y="2023396"/>
                </a:lnTo>
                <a:lnTo>
                  <a:pt x="4698956" y="2020558"/>
                </a:lnTo>
                <a:cubicBezTo>
                  <a:pt x="4685921" y="2020008"/>
                  <a:pt x="4672392" y="2019718"/>
                  <a:pt x="4658147" y="2019920"/>
                </a:cubicBezTo>
                <a:lnTo>
                  <a:pt x="4631706" y="2021274"/>
                </a:lnTo>
                <a:lnTo>
                  <a:pt x="4624776" y="2020152"/>
                </a:lnTo>
                <a:cubicBezTo>
                  <a:pt x="4612703" y="2020277"/>
                  <a:pt x="4596727" y="2024226"/>
                  <a:pt x="4598150" y="2019429"/>
                </a:cubicBezTo>
                <a:lnTo>
                  <a:pt x="4584588" y="2021092"/>
                </a:lnTo>
                <a:lnTo>
                  <a:pt x="4571203" y="2017263"/>
                </a:lnTo>
                <a:cubicBezTo>
                  <a:pt x="4569736" y="2016374"/>
                  <a:pt x="4568633" y="2015427"/>
                  <a:pt x="4567930" y="2014458"/>
                </a:cubicBezTo>
                <a:lnTo>
                  <a:pt x="4548984" y="2015717"/>
                </a:lnTo>
                <a:lnTo>
                  <a:pt x="4533451" y="2012976"/>
                </a:lnTo>
                <a:lnTo>
                  <a:pt x="4519910" y="2014768"/>
                </a:lnTo>
                <a:lnTo>
                  <a:pt x="4514290" y="2014364"/>
                </a:lnTo>
                <a:lnTo>
                  <a:pt x="4500320" y="2013007"/>
                </a:lnTo>
                <a:cubicBezTo>
                  <a:pt x="4493159" y="2012056"/>
                  <a:pt x="4485144" y="2010910"/>
                  <a:pt x="4476219" y="2009993"/>
                </a:cubicBezTo>
                <a:lnTo>
                  <a:pt x="4468701" y="2009574"/>
                </a:lnTo>
                <a:lnTo>
                  <a:pt x="4452333" y="2004964"/>
                </a:lnTo>
                <a:cubicBezTo>
                  <a:pt x="4440422" y="2001479"/>
                  <a:pt x="4431048" y="1999130"/>
                  <a:pt x="4420644" y="2001021"/>
                </a:cubicBezTo>
                <a:cubicBezTo>
                  <a:pt x="4402911" y="1996519"/>
                  <a:pt x="4390524" y="1983900"/>
                  <a:pt x="4364856" y="1987267"/>
                </a:cubicBezTo>
                <a:cubicBezTo>
                  <a:pt x="4372645" y="1981550"/>
                  <a:pt x="4336350" y="1986575"/>
                  <a:pt x="4332062" y="1980703"/>
                </a:cubicBezTo>
                <a:cubicBezTo>
                  <a:pt x="4330083" y="1975974"/>
                  <a:pt x="4318612" y="1976397"/>
                  <a:pt x="4309876" y="1974653"/>
                </a:cubicBezTo>
                <a:cubicBezTo>
                  <a:pt x="4303650" y="1969824"/>
                  <a:pt x="4259693" y="1965414"/>
                  <a:pt x="4244391" y="1966109"/>
                </a:cubicBezTo>
                <a:cubicBezTo>
                  <a:pt x="4201255" y="1970914"/>
                  <a:pt x="4166558" y="1951471"/>
                  <a:pt x="4132071" y="1954813"/>
                </a:cubicBezTo>
                <a:cubicBezTo>
                  <a:pt x="4123041" y="1954358"/>
                  <a:pt x="4115554" y="1953263"/>
                  <a:pt x="4109069" y="1951778"/>
                </a:cubicBezTo>
                <a:lnTo>
                  <a:pt x="4092908" y="1946662"/>
                </a:lnTo>
                <a:cubicBezTo>
                  <a:pt x="4092707" y="1945539"/>
                  <a:pt x="4092506" y="1944415"/>
                  <a:pt x="4092306" y="1943291"/>
                </a:cubicBezTo>
                <a:lnTo>
                  <a:pt x="4080234" y="1941219"/>
                </a:lnTo>
                <a:lnTo>
                  <a:pt x="4077778" y="1940145"/>
                </a:lnTo>
                <a:cubicBezTo>
                  <a:pt x="4073105" y="1938081"/>
                  <a:pt x="4068339" y="1936119"/>
                  <a:pt x="4062936" y="1934506"/>
                </a:cubicBezTo>
                <a:cubicBezTo>
                  <a:pt x="4048082" y="1947155"/>
                  <a:pt x="4014523" y="1922869"/>
                  <a:pt x="4012506" y="1935475"/>
                </a:cubicBezTo>
                <a:cubicBezTo>
                  <a:pt x="3980228" y="1928812"/>
                  <a:pt x="3986775" y="1942559"/>
                  <a:pt x="3965880" y="1925968"/>
                </a:cubicBezTo>
                <a:cubicBezTo>
                  <a:pt x="3899515" y="1923414"/>
                  <a:pt x="3830855" y="1902158"/>
                  <a:pt x="3765338" y="1906649"/>
                </a:cubicBezTo>
                <a:cubicBezTo>
                  <a:pt x="3780686" y="1902635"/>
                  <a:pt x="3768784" y="1893856"/>
                  <a:pt x="3749493" y="1893071"/>
                </a:cubicBezTo>
                <a:cubicBezTo>
                  <a:pt x="3807776" y="1876857"/>
                  <a:pt x="3656400" y="1898030"/>
                  <a:pt x="3672704" y="1881383"/>
                </a:cubicBezTo>
                <a:cubicBezTo>
                  <a:pt x="3645532" y="1893973"/>
                  <a:pt x="3537791" y="1900656"/>
                  <a:pt x="3530082" y="1883187"/>
                </a:cubicBezTo>
                <a:cubicBezTo>
                  <a:pt x="3479808" y="1875044"/>
                  <a:pt x="3426017" y="1877998"/>
                  <a:pt x="3387664" y="1862579"/>
                </a:cubicBezTo>
                <a:cubicBezTo>
                  <a:pt x="3382649" y="1863935"/>
                  <a:pt x="3377277" y="1864791"/>
                  <a:pt x="3371681" y="1865293"/>
                </a:cubicBezTo>
                <a:lnTo>
                  <a:pt x="3355305" y="1865842"/>
                </a:lnTo>
                <a:lnTo>
                  <a:pt x="3353790" y="1865158"/>
                </a:lnTo>
                <a:cubicBezTo>
                  <a:pt x="3346144" y="1863282"/>
                  <a:pt x="3340687" y="1863057"/>
                  <a:pt x="3336210" y="1863564"/>
                </a:cubicBezTo>
                <a:lnTo>
                  <a:pt x="3331381" y="1864716"/>
                </a:lnTo>
                <a:lnTo>
                  <a:pt x="3319012" y="1864093"/>
                </a:lnTo>
                <a:lnTo>
                  <a:pt x="3293818" y="1864135"/>
                </a:lnTo>
                <a:lnTo>
                  <a:pt x="3289881" y="1862954"/>
                </a:lnTo>
                <a:lnTo>
                  <a:pt x="3253090" y="1861164"/>
                </a:lnTo>
                <a:cubicBezTo>
                  <a:pt x="3253042" y="1860968"/>
                  <a:pt x="3252996" y="1860771"/>
                  <a:pt x="3252949" y="1860574"/>
                </a:cubicBezTo>
                <a:cubicBezTo>
                  <a:pt x="3251799" y="1859213"/>
                  <a:pt x="3249368" y="1858131"/>
                  <a:pt x="3244187" y="1857604"/>
                </a:cubicBezTo>
                <a:cubicBezTo>
                  <a:pt x="3250860" y="1853873"/>
                  <a:pt x="3250577" y="1852999"/>
                  <a:pt x="3246570" y="1852946"/>
                </a:cubicBezTo>
                <a:lnTo>
                  <a:pt x="3237810" y="1853064"/>
                </a:lnTo>
                <a:lnTo>
                  <a:pt x="3230822" y="1855474"/>
                </a:lnTo>
                <a:cubicBezTo>
                  <a:pt x="3206812" y="1862286"/>
                  <a:pt x="3176733" y="1868865"/>
                  <a:pt x="3136549" y="1874037"/>
                </a:cubicBezTo>
                <a:cubicBezTo>
                  <a:pt x="3081163" y="1880168"/>
                  <a:pt x="2902557" y="1900580"/>
                  <a:pt x="2845754" y="1910932"/>
                </a:cubicBezTo>
                <a:cubicBezTo>
                  <a:pt x="2860822" y="1944376"/>
                  <a:pt x="2813389" y="1905358"/>
                  <a:pt x="2786878" y="1917162"/>
                </a:cubicBezTo>
                <a:cubicBezTo>
                  <a:pt x="2766803" y="1917398"/>
                  <a:pt x="2741628" y="1915886"/>
                  <a:pt x="2725298" y="1912340"/>
                </a:cubicBezTo>
                <a:cubicBezTo>
                  <a:pt x="2716680" y="1911427"/>
                  <a:pt x="2707572" y="1911972"/>
                  <a:pt x="2697754" y="1914863"/>
                </a:cubicBezTo>
                <a:cubicBezTo>
                  <a:pt x="2667185" y="1939014"/>
                  <a:pt x="2622149" y="1926211"/>
                  <a:pt x="2568063" y="1936283"/>
                </a:cubicBezTo>
                <a:cubicBezTo>
                  <a:pt x="2552625" y="1932001"/>
                  <a:pt x="2502682" y="1953378"/>
                  <a:pt x="2489784" y="1943720"/>
                </a:cubicBezTo>
                <a:cubicBezTo>
                  <a:pt x="2478524" y="1943155"/>
                  <a:pt x="2467418" y="1949411"/>
                  <a:pt x="2458978" y="1938095"/>
                </a:cubicBezTo>
                <a:cubicBezTo>
                  <a:pt x="2417552" y="1934639"/>
                  <a:pt x="2366376" y="1931293"/>
                  <a:pt x="2318712" y="1934474"/>
                </a:cubicBezTo>
                <a:cubicBezTo>
                  <a:pt x="2296029" y="1936526"/>
                  <a:pt x="2282069" y="1938434"/>
                  <a:pt x="2268709" y="1940521"/>
                </a:cubicBezTo>
                <a:lnTo>
                  <a:pt x="2264080" y="1941232"/>
                </a:lnTo>
                <a:lnTo>
                  <a:pt x="2254684" y="1943524"/>
                </a:lnTo>
                <a:lnTo>
                  <a:pt x="2252523" y="1943004"/>
                </a:lnTo>
                <a:lnTo>
                  <a:pt x="2173350" y="1929202"/>
                </a:lnTo>
                <a:lnTo>
                  <a:pt x="2155266" y="1920267"/>
                </a:lnTo>
                <a:lnTo>
                  <a:pt x="2091013" y="1914631"/>
                </a:lnTo>
                <a:cubicBezTo>
                  <a:pt x="2033357" y="1920614"/>
                  <a:pt x="2070513" y="1905065"/>
                  <a:pt x="2030712" y="1897690"/>
                </a:cubicBezTo>
                <a:cubicBezTo>
                  <a:pt x="1994539" y="1893055"/>
                  <a:pt x="1958569" y="1883188"/>
                  <a:pt x="1908838" y="1892222"/>
                </a:cubicBezTo>
                <a:cubicBezTo>
                  <a:pt x="1897236" y="1896147"/>
                  <a:pt x="1883338" y="1892415"/>
                  <a:pt x="1877796" y="1883887"/>
                </a:cubicBezTo>
                <a:cubicBezTo>
                  <a:pt x="1876842" y="1882419"/>
                  <a:pt x="1876177" y="1880863"/>
                  <a:pt x="1875824" y="1879265"/>
                </a:cubicBezTo>
                <a:cubicBezTo>
                  <a:pt x="1843474" y="1887199"/>
                  <a:pt x="1841511" y="1873818"/>
                  <a:pt x="1823048" y="1881064"/>
                </a:cubicBezTo>
                <a:cubicBezTo>
                  <a:pt x="1792640" y="1872164"/>
                  <a:pt x="1782358" y="1850450"/>
                  <a:pt x="1765736" y="1856578"/>
                </a:cubicBezTo>
                <a:cubicBezTo>
                  <a:pt x="1753024" y="1849107"/>
                  <a:pt x="1745932" y="1828316"/>
                  <a:pt x="1725669" y="1833744"/>
                </a:cubicBezTo>
                <a:cubicBezTo>
                  <a:pt x="1727428" y="1831405"/>
                  <a:pt x="1726953" y="1830157"/>
                  <a:pt x="1725216" y="1829447"/>
                </a:cubicBezTo>
                <a:lnTo>
                  <a:pt x="1721485" y="1828960"/>
                </a:lnTo>
                <a:lnTo>
                  <a:pt x="1717786" y="1832224"/>
                </a:lnTo>
                <a:cubicBezTo>
                  <a:pt x="1703445" y="1843277"/>
                  <a:pt x="1706547" y="1827935"/>
                  <a:pt x="1689907" y="1825425"/>
                </a:cubicBezTo>
                <a:cubicBezTo>
                  <a:pt x="1682338" y="1823445"/>
                  <a:pt x="1685181" y="1820226"/>
                  <a:pt x="1688093" y="1817391"/>
                </a:cubicBezTo>
                <a:lnTo>
                  <a:pt x="1496789" y="1805297"/>
                </a:lnTo>
                <a:cubicBezTo>
                  <a:pt x="1463551" y="1793913"/>
                  <a:pt x="1426345" y="1786892"/>
                  <a:pt x="1392839" y="1758649"/>
                </a:cubicBezTo>
                <a:cubicBezTo>
                  <a:pt x="1386461" y="1750573"/>
                  <a:pt x="1374031" y="1756918"/>
                  <a:pt x="1360872" y="1752441"/>
                </a:cubicBezTo>
                <a:cubicBezTo>
                  <a:pt x="1347711" y="1747963"/>
                  <a:pt x="1332751" y="1735898"/>
                  <a:pt x="1313885" y="1731785"/>
                </a:cubicBezTo>
                <a:cubicBezTo>
                  <a:pt x="1281989" y="1726305"/>
                  <a:pt x="1256405" y="1739744"/>
                  <a:pt x="1247665" y="1727765"/>
                </a:cubicBezTo>
                <a:cubicBezTo>
                  <a:pt x="1231363" y="1728538"/>
                  <a:pt x="1209120" y="1742556"/>
                  <a:pt x="1196850" y="1729622"/>
                </a:cubicBezTo>
                <a:cubicBezTo>
                  <a:pt x="1195195" y="1740224"/>
                  <a:pt x="1178147" y="1721561"/>
                  <a:pt x="1168728" y="1728550"/>
                </a:cubicBezTo>
                <a:cubicBezTo>
                  <a:pt x="1152073" y="1727193"/>
                  <a:pt x="1122804" y="1725926"/>
                  <a:pt x="1096918" y="1721485"/>
                </a:cubicBezTo>
                <a:lnTo>
                  <a:pt x="1094082" y="1720113"/>
                </a:lnTo>
                <a:lnTo>
                  <a:pt x="1040782" y="1721762"/>
                </a:lnTo>
                <a:cubicBezTo>
                  <a:pt x="987172" y="1722352"/>
                  <a:pt x="1023272" y="1708707"/>
                  <a:pt x="955980" y="1719289"/>
                </a:cubicBezTo>
                <a:cubicBezTo>
                  <a:pt x="948995" y="1714208"/>
                  <a:pt x="940521" y="1713816"/>
                  <a:pt x="926108" y="1715917"/>
                </a:cubicBezTo>
                <a:cubicBezTo>
                  <a:pt x="900077" y="1715834"/>
                  <a:pt x="902688" y="1703436"/>
                  <a:pt x="876049" y="1710422"/>
                </a:cubicBezTo>
                <a:cubicBezTo>
                  <a:pt x="881084" y="1703830"/>
                  <a:pt x="826830" y="1706893"/>
                  <a:pt x="839194" y="1700176"/>
                </a:cubicBezTo>
                <a:cubicBezTo>
                  <a:pt x="822548" y="1693764"/>
                  <a:pt x="813674" y="1703628"/>
                  <a:pt x="797112" y="1698014"/>
                </a:cubicBezTo>
                <a:cubicBezTo>
                  <a:pt x="778195" y="1696418"/>
                  <a:pt x="807647" y="1705364"/>
                  <a:pt x="786610" y="1705455"/>
                </a:cubicBezTo>
                <a:cubicBezTo>
                  <a:pt x="761170" y="1704357"/>
                  <a:pt x="760599" y="1716610"/>
                  <a:pt x="741833" y="1700566"/>
                </a:cubicBezTo>
                <a:lnTo>
                  <a:pt x="673985" y="1692278"/>
                </a:lnTo>
                <a:cubicBezTo>
                  <a:pt x="658515" y="1695829"/>
                  <a:pt x="646395" y="1693620"/>
                  <a:pt x="634665" y="1689550"/>
                </a:cubicBezTo>
                <a:cubicBezTo>
                  <a:pt x="599149" y="1689690"/>
                  <a:pt x="567176" y="1683160"/>
                  <a:pt x="527471" y="1679869"/>
                </a:cubicBezTo>
                <a:cubicBezTo>
                  <a:pt x="484099" y="1683240"/>
                  <a:pt x="462693" y="1671949"/>
                  <a:pt x="420260" y="1668475"/>
                </a:cubicBezTo>
                <a:cubicBezTo>
                  <a:pt x="377482" y="1677390"/>
                  <a:pt x="393500" y="1652730"/>
                  <a:pt x="357630" y="1652142"/>
                </a:cubicBezTo>
                <a:cubicBezTo>
                  <a:pt x="298692" y="1659518"/>
                  <a:pt x="359631" y="1643849"/>
                  <a:pt x="269407" y="1643812"/>
                </a:cubicBezTo>
                <a:cubicBezTo>
                  <a:pt x="264204" y="1645215"/>
                  <a:pt x="253436" y="1643159"/>
                  <a:pt x="254769" y="1641013"/>
                </a:cubicBezTo>
                <a:cubicBezTo>
                  <a:pt x="234996" y="1641090"/>
                  <a:pt x="179093" y="1626583"/>
                  <a:pt x="150763" y="1628143"/>
                </a:cubicBezTo>
                <a:cubicBezTo>
                  <a:pt x="96232" y="1619954"/>
                  <a:pt x="68845" y="1629422"/>
                  <a:pt x="29133" y="1626172"/>
                </a:cubicBezTo>
                <a:lnTo>
                  <a:pt x="0" y="1619589"/>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BC9C0112-347B-1193-DFF8-3D14CD6E0139}"/>
              </a:ext>
            </a:extLst>
          </p:cNvPr>
          <p:cNvSpPr>
            <a:spLocks noGrp="1"/>
          </p:cNvSpPr>
          <p:nvPr>
            <p:ph type="title"/>
          </p:nvPr>
        </p:nvSpPr>
        <p:spPr>
          <a:xfrm>
            <a:off x="828675" y="494414"/>
            <a:ext cx="10534650" cy="817403"/>
          </a:xfrm>
        </p:spPr>
        <p:txBody>
          <a:bodyPr vert="horz" wrap="square" lIns="76200" tIns="45720" rIns="76200" bIns="45720" rtlCol="0" anchor="ctr">
            <a:normAutofit/>
          </a:bodyPr>
          <a:lstStyle/>
          <a:p>
            <a:pPr algn="ctr"/>
            <a:r>
              <a:rPr lang="en-US" sz="1600" b="1" kern="1200">
                <a:solidFill>
                  <a:srgbClr val="232323"/>
                </a:solidFill>
                <a:latin typeface="Aptos Display"/>
                <a:ea typeface="+mj-ea"/>
                <a:cs typeface="+mj-cs"/>
              </a:rPr>
              <a:t>Detektuojame triukšminius intervalus su rspragomis („rdr“)</a:t>
            </a:r>
          </a:p>
        </p:txBody>
      </p:sp>
      <p:pic>
        <p:nvPicPr>
          <p:cNvPr id="5" name="Content Placeholder 4">
            <a:extLst>
              <a:ext uri="{FF2B5EF4-FFF2-40B4-BE49-F238E27FC236}">
                <a16:creationId xmlns:a16="http://schemas.microsoft.com/office/drawing/2014/main" id="{3FB0E48E-3428-7C01-748D-8FA9199E1B57}"/>
              </a:ext>
            </a:extLst>
          </p:cNvPr>
          <p:cNvPicPr>
            <a:picLocks noGrp="1" noChangeAspect="1"/>
          </p:cNvPicPr>
          <p:nvPr>
            <p:ph idx="1"/>
          </p:nvPr>
        </p:nvPicPr>
        <p:blipFill>
          <a:blip r:embed="rId3"/>
          <a:stretch>
            <a:fillRect/>
          </a:stretch>
        </p:blipFill>
        <p:spPr>
          <a:xfrm>
            <a:off x="723900" y="2582349"/>
            <a:ext cx="10744200" cy="3491865"/>
          </a:xfrm>
          <a:prstGeom prst="rect">
            <a:avLst/>
          </a:prstGeom>
        </p:spPr>
      </p:pic>
    </p:spTree>
    <p:extLst>
      <p:ext uri="{BB962C8B-B14F-4D97-AF65-F5344CB8AC3E}">
        <p14:creationId xmlns:p14="http://schemas.microsoft.com/office/powerpoint/2010/main" val="42096277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F0DCC097-1DB8-4B6D-85D0-6FBA0E1CA4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E0B58608-23C8-4441-994D-C6823EEE1D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9" cy="2083506"/>
          </a:xfrm>
          <a:custGeom>
            <a:avLst/>
            <a:gdLst>
              <a:gd name="connsiteX0" fmla="*/ 0 w 12191999"/>
              <a:gd name="connsiteY0" fmla="*/ 0 h 2083506"/>
              <a:gd name="connsiteX1" fmla="*/ 9429748 w 12191999"/>
              <a:gd name="connsiteY1" fmla="*/ 0 h 2083506"/>
              <a:gd name="connsiteX2" fmla="*/ 9429748 w 12191999"/>
              <a:gd name="connsiteY2" fmla="*/ 1 h 2083506"/>
              <a:gd name="connsiteX3" fmla="*/ 12191999 w 12191999"/>
              <a:gd name="connsiteY3" fmla="*/ 1 h 2083506"/>
              <a:gd name="connsiteX4" fmla="*/ 12191999 w 12191999"/>
              <a:gd name="connsiteY4" fmla="*/ 1164372 h 2083506"/>
              <a:gd name="connsiteX5" fmla="*/ 12147852 w 12191999"/>
              <a:gd name="connsiteY5" fmla="*/ 1163783 h 2083506"/>
              <a:gd name="connsiteX6" fmla="*/ 11993604 w 12191999"/>
              <a:gd name="connsiteY6" fmla="*/ 1153496 h 2083506"/>
              <a:gd name="connsiteX7" fmla="*/ 11865319 w 12191999"/>
              <a:gd name="connsiteY7" fmla="*/ 1176624 h 2083506"/>
              <a:gd name="connsiteX8" fmla="*/ 11718353 w 12191999"/>
              <a:gd name="connsiteY8" fmla="*/ 1209136 h 2083506"/>
              <a:gd name="connsiteX9" fmla="*/ 11609067 w 12191999"/>
              <a:gd name="connsiteY9" fmla="*/ 1218512 h 2083506"/>
              <a:gd name="connsiteX10" fmla="*/ 11545958 w 12191999"/>
              <a:gd name="connsiteY10" fmla="*/ 1240430 h 2083506"/>
              <a:gd name="connsiteX11" fmla="*/ 11445770 w 12191999"/>
              <a:gd name="connsiteY11" fmla="*/ 1225780 h 2083506"/>
              <a:gd name="connsiteX12" fmla="*/ 11398842 w 12191999"/>
              <a:gd name="connsiteY12" fmla="*/ 1227250 h 2083506"/>
              <a:gd name="connsiteX13" fmla="*/ 11240093 w 12191999"/>
              <a:gd name="connsiteY13" fmla="*/ 1266797 h 2083506"/>
              <a:gd name="connsiteX14" fmla="*/ 11141364 w 12191999"/>
              <a:gd name="connsiteY14" fmla="*/ 1288059 h 2083506"/>
              <a:gd name="connsiteX15" fmla="*/ 11015396 w 12191999"/>
              <a:gd name="connsiteY15" fmla="*/ 1353104 h 2083506"/>
              <a:gd name="connsiteX16" fmla="*/ 10973905 w 12191999"/>
              <a:gd name="connsiteY16" fmla="*/ 1365109 h 2083506"/>
              <a:gd name="connsiteX17" fmla="*/ 10904858 w 12191999"/>
              <a:gd name="connsiteY17" fmla="*/ 1371966 h 2083506"/>
              <a:gd name="connsiteX18" fmla="*/ 10827883 w 12191999"/>
              <a:gd name="connsiteY18" fmla="*/ 1410270 h 2083506"/>
              <a:gd name="connsiteX19" fmla="*/ 10690996 w 12191999"/>
              <a:gd name="connsiteY19" fmla="*/ 1426394 h 2083506"/>
              <a:gd name="connsiteX20" fmla="*/ 10624461 w 12191999"/>
              <a:gd name="connsiteY20" fmla="*/ 1444283 h 2083506"/>
              <a:gd name="connsiteX21" fmla="*/ 10517208 w 12191999"/>
              <a:gd name="connsiteY21" fmla="*/ 1478947 h 2083506"/>
              <a:gd name="connsiteX22" fmla="*/ 10497937 w 12191999"/>
              <a:gd name="connsiteY22" fmla="*/ 1469831 h 2083506"/>
              <a:gd name="connsiteX23" fmla="*/ 10471201 w 12191999"/>
              <a:gd name="connsiteY23" fmla="*/ 1486037 h 2083506"/>
              <a:gd name="connsiteX24" fmla="*/ 10448263 w 12191999"/>
              <a:gd name="connsiteY24" fmla="*/ 1478223 h 2083506"/>
              <a:gd name="connsiteX25" fmla="*/ 10388089 w 12191999"/>
              <a:gd name="connsiteY25" fmla="*/ 1507175 h 2083506"/>
              <a:gd name="connsiteX26" fmla="*/ 10333720 w 12191999"/>
              <a:gd name="connsiteY26" fmla="*/ 1515848 h 2083506"/>
              <a:gd name="connsiteX27" fmla="*/ 10104338 w 12191999"/>
              <a:gd name="connsiteY27" fmla="*/ 1569424 h 2083506"/>
              <a:gd name="connsiteX28" fmla="*/ 9910445 w 12191999"/>
              <a:gd name="connsiteY28" fmla="*/ 1632275 h 2083506"/>
              <a:gd name="connsiteX29" fmla="*/ 9770872 w 12191999"/>
              <a:gd name="connsiteY29" fmla="*/ 1688088 h 2083506"/>
              <a:gd name="connsiteX30" fmla="*/ 9733849 w 12191999"/>
              <a:gd name="connsiteY30" fmla="*/ 1700034 h 2083506"/>
              <a:gd name="connsiteX31" fmla="*/ 9703714 w 12191999"/>
              <a:gd name="connsiteY31" fmla="*/ 1730093 h 2083506"/>
              <a:gd name="connsiteX32" fmla="*/ 9698351 w 12191999"/>
              <a:gd name="connsiteY32" fmla="*/ 1730377 h 2083506"/>
              <a:gd name="connsiteX33" fmla="*/ 9632895 w 12191999"/>
              <a:gd name="connsiteY33" fmla="*/ 1736363 h 2083506"/>
              <a:gd name="connsiteX34" fmla="*/ 9569107 w 12191999"/>
              <a:gd name="connsiteY34" fmla="*/ 1741010 h 2083506"/>
              <a:gd name="connsiteX35" fmla="*/ 9536451 w 12191999"/>
              <a:gd name="connsiteY35" fmla="*/ 1755120 h 2083506"/>
              <a:gd name="connsiteX36" fmla="*/ 9529385 w 12191999"/>
              <a:gd name="connsiteY36" fmla="*/ 1757515 h 2083506"/>
              <a:gd name="connsiteX37" fmla="*/ 9498527 w 12191999"/>
              <a:gd name="connsiteY37" fmla="*/ 1753117 h 2083506"/>
              <a:gd name="connsiteX38" fmla="*/ 9436642 w 12191999"/>
              <a:gd name="connsiteY38" fmla="*/ 1755478 h 2083506"/>
              <a:gd name="connsiteX39" fmla="*/ 9429748 w 12191999"/>
              <a:gd name="connsiteY39" fmla="*/ 1756317 h 2083506"/>
              <a:gd name="connsiteX40" fmla="*/ 9429748 w 12191999"/>
              <a:gd name="connsiteY40" fmla="*/ 1768745 h 2083506"/>
              <a:gd name="connsiteX41" fmla="*/ 9425802 w 12191999"/>
              <a:gd name="connsiteY41" fmla="*/ 1769273 h 2083506"/>
              <a:gd name="connsiteX42" fmla="*/ 9349763 w 12191999"/>
              <a:gd name="connsiteY42" fmla="*/ 1776107 h 2083506"/>
              <a:gd name="connsiteX43" fmla="*/ 9256503 w 12191999"/>
              <a:gd name="connsiteY43" fmla="*/ 1800699 h 2083506"/>
              <a:gd name="connsiteX44" fmla="*/ 9222873 w 12191999"/>
              <a:gd name="connsiteY44" fmla="*/ 1803003 h 2083506"/>
              <a:gd name="connsiteX45" fmla="*/ 9224095 w 12191999"/>
              <a:gd name="connsiteY45" fmla="*/ 1807355 h 2083506"/>
              <a:gd name="connsiteX46" fmla="*/ 9211603 w 12191999"/>
              <a:gd name="connsiteY46" fmla="*/ 1807675 h 2083506"/>
              <a:gd name="connsiteX47" fmla="*/ 9183719 w 12191999"/>
              <a:gd name="connsiteY47" fmla="*/ 1807781 h 2083506"/>
              <a:gd name="connsiteX48" fmla="*/ 9100221 w 12191999"/>
              <a:gd name="connsiteY48" fmla="*/ 1808989 h 2083506"/>
              <a:gd name="connsiteX49" fmla="*/ 9077439 w 12191999"/>
              <a:gd name="connsiteY49" fmla="*/ 1817333 h 2083506"/>
              <a:gd name="connsiteX50" fmla="*/ 9055889 w 12191999"/>
              <a:gd name="connsiteY50" fmla="*/ 1817464 h 2083506"/>
              <a:gd name="connsiteX51" fmla="*/ 8930912 w 12191999"/>
              <a:gd name="connsiteY51" fmla="*/ 1828648 h 2083506"/>
              <a:gd name="connsiteX52" fmla="*/ 8913729 w 12191999"/>
              <a:gd name="connsiteY52" fmla="*/ 1829483 h 2083506"/>
              <a:gd name="connsiteX53" fmla="*/ 8904423 w 12191999"/>
              <a:gd name="connsiteY53" fmla="*/ 1833234 h 2083506"/>
              <a:gd name="connsiteX54" fmla="*/ 8871099 w 12191999"/>
              <a:gd name="connsiteY54" fmla="*/ 1833979 h 2083506"/>
              <a:gd name="connsiteX55" fmla="*/ 8869557 w 12191999"/>
              <a:gd name="connsiteY55" fmla="*/ 1836113 h 2083506"/>
              <a:gd name="connsiteX56" fmla="*/ 8760021 w 12191999"/>
              <a:gd name="connsiteY56" fmla="*/ 1854442 h 2083506"/>
              <a:gd name="connsiteX57" fmla="*/ 8741254 w 12191999"/>
              <a:gd name="connsiteY57" fmla="*/ 1857469 h 2083506"/>
              <a:gd name="connsiteX58" fmla="*/ 8725039 w 12191999"/>
              <a:gd name="connsiteY58" fmla="*/ 1856552 h 2083506"/>
              <a:gd name="connsiteX59" fmla="*/ 8635265 w 12191999"/>
              <a:gd name="connsiteY59" fmla="*/ 1859168 h 2083506"/>
              <a:gd name="connsiteX60" fmla="*/ 8613911 w 12191999"/>
              <a:gd name="connsiteY60" fmla="*/ 1857561 h 2083506"/>
              <a:gd name="connsiteX61" fmla="*/ 8604931 w 12191999"/>
              <a:gd name="connsiteY61" fmla="*/ 1854170 h 2083506"/>
              <a:gd name="connsiteX62" fmla="*/ 8570171 w 12191999"/>
              <a:gd name="connsiteY62" fmla="*/ 1860579 h 2083506"/>
              <a:gd name="connsiteX63" fmla="*/ 8516537 w 12191999"/>
              <a:gd name="connsiteY63" fmla="*/ 1864971 h 2083506"/>
              <a:gd name="connsiteX64" fmla="*/ 8491046 w 12191999"/>
              <a:gd name="connsiteY64" fmla="*/ 1868141 h 2083506"/>
              <a:gd name="connsiteX65" fmla="*/ 8470478 w 12191999"/>
              <a:gd name="connsiteY65" fmla="*/ 1866216 h 2083506"/>
              <a:gd name="connsiteX66" fmla="*/ 8353433 w 12191999"/>
              <a:gd name="connsiteY66" fmla="*/ 1865729 h 2083506"/>
              <a:gd name="connsiteX67" fmla="*/ 8347675 w 12191999"/>
              <a:gd name="connsiteY67" fmla="*/ 1865075 h 2083506"/>
              <a:gd name="connsiteX68" fmla="*/ 8343939 w 12191999"/>
              <a:gd name="connsiteY68" fmla="*/ 1865677 h 2083506"/>
              <a:gd name="connsiteX69" fmla="*/ 8221566 w 12191999"/>
              <a:gd name="connsiteY69" fmla="*/ 1881148 h 2083506"/>
              <a:gd name="connsiteX70" fmla="*/ 8066095 w 12191999"/>
              <a:gd name="connsiteY70" fmla="*/ 1919902 h 2083506"/>
              <a:gd name="connsiteX71" fmla="*/ 8044849 w 12191999"/>
              <a:gd name="connsiteY71" fmla="*/ 1916308 h 2083506"/>
              <a:gd name="connsiteX72" fmla="*/ 8041142 w 12191999"/>
              <a:gd name="connsiteY72" fmla="*/ 1915506 h 2083506"/>
              <a:gd name="connsiteX73" fmla="*/ 8022159 w 12191999"/>
              <a:gd name="connsiteY73" fmla="*/ 1911521 h 2083506"/>
              <a:gd name="connsiteX74" fmla="*/ 7944932 w 12191999"/>
              <a:gd name="connsiteY74" fmla="*/ 1917265 h 2083506"/>
              <a:gd name="connsiteX75" fmla="*/ 7879011 w 12191999"/>
              <a:gd name="connsiteY75" fmla="*/ 1928570 h 2083506"/>
              <a:gd name="connsiteX76" fmla="*/ 7865529 w 12191999"/>
              <a:gd name="connsiteY76" fmla="*/ 1934399 h 2083506"/>
              <a:gd name="connsiteX77" fmla="*/ 7774801 w 12191999"/>
              <a:gd name="connsiteY77" fmla="*/ 1947969 h 2083506"/>
              <a:gd name="connsiteX78" fmla="*/ 7748398 w 12191999"/>
              <a:gd name="connsiteY78" fmla="*/ 1955982 h 2083506"/>
              <a:gd name="connsiteX79" fmla="*/ 7740684 w 12191999"/>
              <a:gd name="connsiteY79" fmla="*/ 1955717 h 2083506"/>
              <a:gd name="connsiteX80" fmla="*/ 7712976 w 12191999"/>
              <a:gd name="connsiteY80" fmla="*/ 1960442 h 2083506"/>
              <a:gd name="connsiteX81" fmla="*/ 7699956 w 12191999"/>
              <a:gd name="connsiteY81" fmla="*/ 1966104 h 2083506"/>
              <a:gd name="connsiteX82" fmla="*/ 7684158 w 12191999"/>
              <a:gd name="connsiteY82" fmla="*/ 1962927 h 2083506"/>
              <a:gd name="connsiteX83" fmla="*/ 7643109 w 12191999"/>
              <a:gd name="connsiteY83" fmla="*/ 1964400 h 2083506"/>
              <a:gd name="connsiteX84" fmla="*/ 7630180 w 12191999"/>
              <a:gd name="connsiteY84" fmla="*/ 1970266 h 2083506"/>
              <a:gd name="connsiteX85" fmla="*/ 7609131 w 12191999"/>
              <a:gd name="connsiteY85" fmla="*/ 1971774 h 2083506"/>
              <a:gd name="connsiteX86" fmla="*/ 7555555 w 12191999"/>
              <a:gd name="connsiteY86" fmla="*/ 1969491 h 2083506"/>
              <a:gd name="connsiteX87" fmla="*/ 7520919 w 12191999"/>
              <a:gd name="connsiteY87" fmla="*/ 1970177 h 2083506"/>
              <a:gd name="connsiteX88" fmla="*/ 7456258 w 12191999"/>
              <a:gd name="connsiteY88" fmla="*/ 1960468 h 2083506"/>
              <a:gd name="connsiteX89" fmla="*/ 7393047 w 12191999"/>
              <a:gd name="connsiteY89" fmla="*/ 1952408 h 2083506"/>
              <a:gd name="connsiteX90" fmla="*/ 7199912 w 12191999"/>
              <a:gd name="connsiteY90" fmla="*/ 1959913 h 2083506"/>
              <a:gd name="connsiteX91" fmla="*/ 7146774 w 12191999"/>
              <a:gd name="connsiteY91" fmla="*/ 1956641 h 2083506"/>
              <a:gd name="connsiteX92" fmla="*/ 7122244 w 12191999"/>
              <a:gd name="connsiteY92" fmla="*/ 1953891 h 2083506"/>
              <a:gd name="connsiteX93" fmla="*/ 7032241 w 12191999"/>
              <a:gd name="connsiteY93" fmla="*/ 1962723 h 2083506"/>
              <a:gd name="connsiteX94" fmla="*/ 6941492 w 12191999"/>
              <a:gd name="connsiteY94" fmla="*/ 1976868 h 2083506"/>
              <a:gd name="connsiteX95" fmla="*/ 6906514 w 12191999"/>
              <a:gd name="connsiteY95" fmla="*/ 1968589 h 2083506"/>
              <a:gd name="connsiteX96" fmla="*/ 6826395 w 12191999"/>
              <a:gd name="connsiteY96" fmla="*/ 1974141 h 2083506"/>
              <a:gd name="connsiteX97" fmla="*/ 6716431 w 12191999"/>
              <a:gd name="connsiteY97" fmla="*/ 2004297 h 2083506"/>
              <a:gd name="connsiteX98" fmla="*/ 6569607 w 12191999"/>
              <a:gd name="connsiteY98" fmla="*/ 2015496 h 2083506"/>
              <a:gd name="connsiteX99" fmla="*/ 6561430 w 12191999"/>
              <a:gd name="connsiteY99" fmla="*/ 2020996 h 2083506"/>
              <a:gd name="connsiteX100" fmla="*/ 6549371 w 12191999"/>
              <a:gd name="connsiteY100" fmla="*/ 2024747 h 2083506"/>
              <a:gd name="connsiteX101" fmla="*/ 6547040 w 12191999"/>
              <a:gd name="connsiteY101" fmla="*/ 2024474 h 2083506"/>
              <a:gd name="connsiteX102" fmla="*/ 6530482 w 12191999"/>
              <a:gd name="connsiteY102" fmla="*/ 2026659 h 2083506"/>
              <a:gd name="connsiteX103" fmla="*/ 6528565 w 12191999"/>
              <a:gd name="connsiteY103" fmla="*/ 2028600 h 2083506"/>
              <a:gd name="connsiteX104" fmla="*/ 6517741 w 12191999"/>
              <a:gd name="connsiteY104" fmla="*/ 2030558 h 2083506"/>
              <a:gd name="connsiteX105" fmla="*/ 6497855 w 12191999"/>
              <a:gd name="connsiteY105" fmla="*/ 2035650 h 2083506"/>
              <a:gd name="connsiteX106" fmla="*/ 6492785 w 12191999"/>
              <a:gd name="connsiteY106" fmla="*/ 2035444 h 2083506"/>
              <a:gd name="connsiteX107" fmla="*/ 6460692 w 12191999"/>
              <a:gd name="connsiteY107" fmla="*/ 2041321 h 2083506"/>
              <a:gd name="connsiteX108" fmla="*/ 6459609 w 12191999"/>
              <a:gd name="connsiteY108" fmla="*/ 2040851 h 2083506"/>
              <a:gd name="connsiteX109" fmla="*/ 6447765 w 12191999"/>
              <a:gd name="connsiteY109" fmla="*/ 2040102 h 2083506"/>
              <a:gd name="connsiteX110" fmla="*/ 6426590 w 12191999"/>
              <a:gd name="connsiteY110" fmla="*/ 2039928 h 2083506"/>
              <a:gd name="connsiteX111" fmla="*/ 6401693 w 12191999"/>
              <a:gd name="connsiteY111" fmla="*/ 2033537 h 2083506"/>
              <a:gd name="connsiteX112" fmla="*/ 6387141 w 12191999"/>
              <a:gd name="connsiteY112" fmla="*/ 2033161 h 2083506"/>
              <a:gd name="connsiteX113" fmla="*/ 6357846 w 12191999"/>
              <a:gd name="connsiteY113" fmla="*/ 2036782 h 2083506"/>
              <a:gd name="connsiteX114" fmla="*/ 6342914 w 12191999"/>
              <a:gd name="connsiteY114" fmla="*/ 2037585 h 2083506"/>
              <a:gd name="connsiteX115" fmla="*/ 6336300 w 12191999"/>
              <a:gd name="connsiteY115" fmla="*/ 2038781 h 2083506"/>
              <a:gd name="connsiteX116" fmla="*/ 6317178 w 12191999"/>
              <a:gd name="connsiteY116" fmla="*/ 2038968 h 2083506"/>
              <a:gd name="connsiteX117" fmla="*/ 6161427 w 12191999"/>
              <a:gd name="connsiteY117" fmla="*/ 2047338 h 2083506"/>
              <a:gd name="connsiteX118" fmla="*/ 6097339 w 12191999"/>
              <a:gd name="connsiteY118" fmla="*/ 2082438 h 2083506"/>
              <a:gd name="connsiteX119" fmla="*/ 6079059 w 12191999"/>
              <a:gd name="connsiteY119" fmla="*/ 2081299 h 2083506"/>
              <a:gd name="connsiteX120" fmla="*/ 5998439 w 12191999"/>
              <a:gd name="connsiteY120" fmla="*/ 2070958 h 2083506"/>
              <a:gd name="connsiteX121" fmla="*/ 5904290 w 12191999"/>
              <a:gd name="connsiteY121" fmla="*/ 2070255 h 2083506"/>
              <a:gd name="connsiteX122" fmla="*/ 5814867 w 12191999"/>
              <a:gd name="connsiteY122" fmla="*/ 2079032 h 2083506"/>
              <a:gd name="connsiteX123" fmla="*/ 5725743 w 12191999"/>
              <a:gd name="connsiteY123" fmla="*/ 2070558 h 2083506"/>
              <a:gd name="connsiteX124" fmla="*/ 5650546 w 12191999"/>
              <a:gd name="connsiteY124" fmla="*/ 2052412 h 2083506"/>
              <a:gd name="connsiteX125" fmla="*/ 5581284 w 12191999"/>
              <a:gd name="connsiteY125" fmla="*/ 2023175 h 2083506"/>
              <a:gd name="connsiteX126" fmla="*/ 5572593 w 12191999"/>
              <a:gd name="connsiteY126" fmla="*/ 2018391 h 2083506"/>
              <a:gd name="connsiteX127" fmla="*/ 5548580 w 12191999"/>
              <a:gd name="connsiteY127" fmla="*/ 2016951 h 2083506"/>
              <a:gd name="connsiteX128" fmla="*/ 5471173 w 12191999"/>
              <a:gd name="connsiteY128" fmla="*/ 2018786 h 2083506"/>
              <a:gd name="connsiteX129" fmla="*/ 5340320 w 12191999"/>
              <a:gd name="connsiteY129" fmla="*/ 2037611 h 2083506"/>
              <a:gd name="connsiteX130" fmla="*/ 5254376 w 12191999"/>
              <a:gd name="connsiteY130" fmla="*/ 2042928 h 2083506"/>
              <a:gd name="connsiteX131" fmla="*/ 5258035 w 12191999"/>
              <a:gd name="connsiteY131" fmla="*/ 2035649 h 2083506"/>
              <a:gd name="connsiteX132" fmla="*/ 5230622 w 12191999"/>
              <a:gd name="connsiteY132" fmla="*/ 2024576 h 2083506"/>
              <a:gd name="connsiteX133" fmla="*/ 5026203 w 12191999"/>
              <a:gd name="connsiteY133" fmla="*/ 2030162 h 2083506"/>
              <a:gd name="connsiteX134" fmla="*/ 4973988 w 12191999"/>
              <a:gd name="connsiteY134" fmla="*/ 2026668 h 2083506"/>
              <a:gd name="connsiteX135" fmla="*/ 4928030 w 12191999"/>
              <a:gd name="connsiteY135" fmla="*/ 2033642 h 2083506"/>
              <a:gd name="connsiteX136" fmla="*/ 4908970 w 12191999"/>
              <a:gd name="connsiteY136" fmla="*/ 2030033 h 2083506"/>
              <a:gd name="connsiteX137" fmla="*/ 4905679 w 12191999"/>
              <a:gd name="connsiteY137" fmla="*/ 2029300 h 2083506"/>
              <a:gd name="connsiteX138" fmla="*/ 4892525 w 12191999"/>
              <a:gd name="connsiteY138" fmla="*/ 2028768 h 2083506"/>
              <a:gd name="connsiteX139" fmla="*/ 4888818 w 12191999"/>
              <a:gd name="connsiteY139" fmla="*/ 2025619 h 2083506"/>
              <a:gd name="connsiteX140" fmla="*/ 4869018 w 12191999"/>
              <a:gd name="connsiteY140" fmla="*/ 2022668 h 2083506"/>
              <a:gd name="connsiteX141" fmla="*/ 4844804 w 12191999"/>
              <a:gd name="connsiteY141" fmla="*/ 2022527 h 2083506"/>
              <a:gd name="connsiteX142" fmla="*/ 4758778 w 12191999"/>
              <a:gd name="connsiteY142" fmla="*/ 2021694 h 2083506"/>
              <a:gd name="connsiteX143" fmla="*/ 4744748 w 12191999"/>
              <a:gd name="connsiteY143" fmla="*/ 2023396 h 2083506"/>
              <a:gd name="connsiteX144" fmla="*/ 4698956 w 12191999"/>
              <a:gd name="connsiteY144" fmla="*/ 2020558 h 2083506"/>
              <a:gd name="connsiteX145" fmla="*/ 4658147 w 12191999"/>
              <a:gd name="connsiteY145" fmla="*/ 2019920 h 2083506"/>
              <a:gd name="connsiteX146" fmla="*/ 4631706 w 12191999"/>
              <a:gd name="connsiteY146" fmla="*/ 2021274 h 2083506"/>
              <a:gd name="connsiteX147" fmla="*/ 4624776 w 12191999"/>
              <a:gd name="connsiteY147" fmla="*/ 2020152 h 2083506"/>
              <a:gd name="connsiteX148" fmla="*/ 4598150 w 12191999"/>
              <a:gd name="connsiteY148" fmla="*/ 2019429 h 2083506"/>
              <a:gd name="connsiteX149" fmla="*/ 4584588 w 12191999"/>
              <a:gd name="connsiteY149" fmla="*/ 2021092 h 2083506"/>
              <a:gd name="connsiteX150" fmla="*/ 4571203 w 12191999"/>
              <a:gd name="connsiteY150" fmla="*/ 2017263 h 2083506"/>
              <a:gd name="connsiteX151" fmla="*/ 4567930 w 12191999"/>
              <a:gd name="connsiteY151" fmla="*/ 2014458 h 2083506"/>
              <a:gd name="connsiteX152" fmla="*/ 4548984 w 12191999"/>
              <a:gd name="connsiteY152" fmla="*/ 2015717 h 2083506"/>
              <a:gd name="connsiteX153" fmla="*/ 4533451 w 12191999"/>
              <a:gd name="connsiteY153" fmla="*/ 2012976 h 2083506"/>
              <a:gd name="connsiteX154" fmla="*/ 4519910 w 12191999"/>
              <a:gd name="connsiteY154" fmla="*/ 2014768 h 2083506"/>
              <a:gd name="connsiteX155" fmla="*/ 4514290 w 12191999"/>
              <a:gd name="connsiteY155" fmla="*/ 2014364 h 2083506"/>
              <a:gd name="connsiteX156" fmla="*/ 4500320 w 12191999"/>
              <a:gd name="connsiteY156" fmla="*/ 2013007 h 2083506"/>
              <a:gd name="connsiteX157" fmla="*/ 4476219 w 12191999"/>
              <a:gd name="connsiteY157" fmla="*/ 2009993 h 2083506"/>
              <a:gd name="connsiteX158" fmla="*/ 4468701 w 12191999"/>
              <a:gd name="connsiteY158" fmla="*/ 2009574 h 2083506"/>
              <a:gd name="connsiteX159" fmla="*/ 4452333 w 12191999"/>
              <a:gd name="connsiteY159" fmla="*/ 2004964 h 2083506"/>
              <a:gd name="connsiteX160" fmla="*/ 4420644 w 12191999"/>
              <a:gd name="connsiteY160" fmla="*/ 2001021 h 2083506"/>
              <a:gd name="connsiteX161" fmla="*/ 4364856 w 12191999"/>
              <a:gd name="connsiteY161" fmla="*/ 1987267 h 2083506"/>
              <a:gd name="connsiteX162" fmla="*/ 4332062 w 12191999"/>
              <a:gd name="connsiteY162" fmla="*/ 1980703 h 2083506"/>
              <a:gd name="connsiteX163" fmla="*/ 4309876 w 12191999"/>
              <a:gd name="connsiteY163" fmla="*/ 1974653 h 2083506"/>
              <a:gd name="connsiteX164" fmla="*/ 4244391 w 12191999"/>
              <a:gd name="connsiteY164" fmla="*/ 1966109 h 2083506"/>
              <a:gd name="connsiteX165" fmla="*/ 4132071 w 12191999"/>
              <a:gd name="connsiteY165" fmla="*/ 1954813 h 2083506"/>
              <a:gd name="connsiteX166" fmla="*/ 4109069 w 12191999"/>
              <a:gd name="connsiteY166" fmla="*/ 1951778 h 2083506"/>
              <a:gd name="connsiteX167" fmla="*/ 4092908 w 12191999"/>
              <a:gd name="connsiteY167" fmla="*/ 1946662 h 2083506"/>
              <a:gd name="connsiteX168" fmla="*/ 4092306 w 12191999"/>
              <a:gd name="connsiteY168" fmla="*/ 1943291 h 2083506"/>
              <a:gd name="connsiteX169" fmla="*/ 4080234 w 12191999"/>
              <a:gd name="connsiteY169" fmla="*/ 1941219 h 2083506"/>
              <a:gd name="connsiteX170" fmla="*/ 4077778 w 12191999"/>
              <a:gd name="connsiteY170" fmla="*/ 1940145 h 2083506"/>
              <a:gd name="connsiteX171" fmla="*/ 4062936 w 12191999"/>
              <a:gd name="connsiteY171" fmla="*/ 1934506 h 2083506"/>
              <a:gd name="connsiteX172" fmla="*/ 4012506 w 12191999"/>
              <a:gd name="connsiteY172" fmla="*/ 1935475 h 2083506"/>
              <a:gd name="connsiteX173" fmla="*/ 3965880 w 12191999"/>
              <a:gd name="connsiteY173" fmla="*/ 1925968 h 2083506"/>
              <a:gd name="connsiteX174" fmla="*/ 3765338 w 12191999"/>
              <a:gd name="connsiteY174" fmla="*/ 1906649 h 2083506"/>
              <a:gd name="connsiteX175" fmla="*/ 3749493 w 12191999"/>
              <a:gd name="connsiteY175" fmla="*/ 1893071 h 2083506"/>
              <a:gd name="connsiteX176" fmla="*/ 3672704 w 12191999"/>
              <a:gd name="connsiteY176" fmla="*/ 1881383 h 2083506"/>
              <a:gd name="connsiteX177" fmla="*/ 3530082 w 12191999"/>
              <a:gd name="connsiteY177" fmla="*/ 1883187 h 2083506"/>
              <a:gd name="connsiteX178" fmla="*/ 3387664 w 12191999"/>
              <a:gd name="connsiteY178" fmla="*/ 1862579 h 2083506"/>
              <a:gd name="connsiteX179" fmla="*/ 3371681 w 12191999"/>
              <a:gd name="connsiteY179" fmla="*/ 1865293 h 2083506"/>
              <a:gd name="connsiteX180" fmla="*/ 3355305 w 12191999"/>
              <a:gd name="connsiteY180" fmla="*/ 1865842 h 2083506"/>
              <a:gd name="connsiteX181" fmla="*/ 3353790 w 12191999"/>
              <a:gd name="connsiteY181" fmla="*/ 1865158 h 2083506"/>
              <a:gd name="connsiteX182" fmla="*/ 3336210 w 12191999"/>
              <a:gd name="connsiteY182" fmla="*/ 1863564 h 2083506"/>
              <a:gd name="connsiteX183" fmla="*/ 3331381 w 12191999"/>
              <a:gd name="connsiteY183" fmla="*/ 1864716 h 2083506"/>
              <a:gd name="connsiteX184" fmla="*/ 3319012 w 12191999"/>
              <a:gd name="connsiteY184" fmla="*/ 1864093 h 2083506"/>
              <a:gd name="connsiteX185" fmla="*/ 3293818 w 12191999"/>
              <a:gd name="connsiteY185" fmla="*/ 1864135 h 2083506"/>
              <a:gd name="connsiteX186" fmla="*/ 3289881 w 12191999"/>
              <a:gd name="connsiteY186" fmla="*/ 1862954 h 2083506"/>
              <a:gd name="connsiteX187" fmla="*/ 3253090 w 12191999"/>
              <a:gd name="connsiteY187" fmla="*/ 1861164 h 2083506"/>
              <a:gd name="connsiteX188" fmla="*/ 3252949 w 12191999"/>
              <a:gd name="connsiteY188" fmla="*/ 1860574 h 2083506"/>
              <a:gd name="connsiteX189" fmla="*/ 3244187 w 12191999"/>
              <a:gd name="connsiteY189" fmla="*/ 1857604 h 2083506"/>
              <a:gd name="connsiteX190" fmla="*/ 3246570 w 12191999"/>
              <a:gd name="connsiteY190" fmla="*/ 1852946 h 2083506"/>
              <a:gd name="connsiteX191" fmla="*/ 3237810 w 12191999"/>
              <a:gd name="connsiteY191" fmla="*/ 1853064 h 2083506"/>
              <a:gd name="connsiteX192" fmla="*/ 3230822 w 12191999"/>
              <a:gd name="connsiteY192" fmla="*/ 1855474 h 2083506"/>
              <a:gd name="connsiteX193" fmla="*/ 3136549 w 12191999"/>
              <a:gd name="connsiteY193" fmla="*/ 1874037 h 2083506"/>
              <a:gd name="connsiteX194" fmla="*/ 2845754 w 12191999"/>
              <a:gd name="connsiteY194" fmla="*/ 1910932 h 2083506"/>
              <a:gd name="connsiteX195" fmla="*/ 2786878 w 12191999"/>
              <a:gd name="connsiteY195" fmla="*/ 1917162 h 2083506"/>
              <a:gd name="connsiteX196" fmla="*/ 2725298 w 12191999"/>
              <a:gd name="connsiteY196" fmla="*/ 1912340 h 2083506"/>
              <a:gd name="connsiteX197" fmla="*/ 2697754 w 12191999"/>
              <a:gd name="connsiteY197" fmla="*/ 1914863 h 2083506"/>
              <a:gd name="connsiteX198" fmla="*/ 2568063 w 12191999"/>
              <a:gd name="connsiteY198" fmla="*/ 1936283 h 2083506"/>
              <a:gd name="connsiteX199" fmla="*/ 2489784 w 12191999"/>
              <a:gd name="connsiteY199" fmla="*/ 1943720 h 2083506"/>
              <a:gd name="connsiteX200" fmla="*/ 2458978 w 12191999"/>
              <a:gd name="connsiteY200" fmla="*/ 1938095 h 2083506"/>
              <a:gd name="connsiteX201" fmla="*/ 2318712 w 12191999"/>
              <a:gd name="connsiteY201" fmla="*/ 1934474 h 2083506"/>
              <a:gd name="connsiteX202" fmla="*/ 2268709 w 12191999"/>
              <a:gd name="connsiteY202" fmla="*/ 1940521 h 2083506"/>
              <a:gd name="connsiteX203" fmla="*/ 2264080 w 12191999"/>
              <a:gd name="connsiteY203" fmla="*/ 1941232 h 2083506"/>
              <a:gd name="connsiteX204" fmla="*/ 2254684 w 12191999"/>
              <a:gd name="connsiteY204" fmla="*/ 1943524 h 2083506"/>
              <a:gd name="connsiteX205" fmla="*/ 2252523 w 12191999"/>
              <a:gd name="connsiteY205" fmla="*/ 1943004 h 2083506"/>
              <a:gd name="connsiteX206" fmla="*/ 2173350 w 12191999"/>
              <a:gd name="connsiteY206" fmla="*/ 1929202 h 2083506"/>
              <a:gd name="connsiteX207" fmla="*/ 2155266 w 12191999"/>
              <a:gd name="connsiteY207" fmla="*/ 1920267 h 2083506"/>
              <a:gd name="connsiteX208" fmla="*/ 2091013 w 12191999"/>
              <a:gd name="connsiteY208" fmla="*/ 1914631 h 2083506"/>
              <a:gd name="connsiteX209" fmla="*/ 2030712 w 12191999"/>
              <a:gd name="connsiteY209" fmla="*/ 1897690 h 2083506"/>
              <a:gd name="connsiteX210" fmla="*/ 1908838 w 12191999"/>
              <a:gd name="connsiteY210" fmla="*/ 1892222 h 2083506"/>
              <a:gd name="connsiteX211" fmla="*/ 1877796 w 12191999"/>
              <a:gd name="connsiteY211" fmla="*/ 1883887 h 2083506"/>
              <a:gd name="connsiteX212" fmla="*/ 1875824 w 12191999"/>
              <a:gd name="connsiteY212" fmla="*/ 1879265 h 2083506"/>
              <a:gd name="connsiteX213" fmla="*/ 1823048 w 12191999"/>
              <a:gd name="connsiteY213" fmla="*/ 1881064 h 2083506"/>
              <a:gd name="connsiteX214" fmla="*/ 1765736 w 12191999"/>
              <a:gd name="connsiteY214" fmla="*/ 1856578 h 2083506"/>
              <a:gd name="connsiteX215" fmla="*/ 1725669 w 12191999"/>
              <a:gd name="connsiteY215" fmla="*/ 1833744 h 2083506"/>
              <a:gd name="connsiteX216" fmla="*/ 1725216 w 12191999"/>
              <a:gd name="connsiteY216" fmla="*/ 1829447 h 2083506"/>
              <a:gd name="connsiteX217" fmla="*/ 1721485 w 12191999"/>
              <a:gd name="connsiteY217" fmla="*/ 1828960 h 2083506"/>
              <a:gd name="connsiteX218" fmla="*/ 1717786 w 12191999"/>
              <a:gd name="connsiteY218" fmla="*/ 1832224 h 2083506"/>
              <a:gd name="connsiteX219" fmla="*/ 1689907 w 12191999"/>
              <a:gd name="connsiteY219" fmla="*/ 1825425 h 2083506"/>
              <a:gd name="connsiteX220" fmla="*/ 1688093 w 12191999"/>
              <a:gd name="connsiteY220" fmla="*/ 1817391 h 2083506"/>
              <a:gd name="connsiteX221" fmla="*/ 1496789 w 12191999"/>
              <a:gd name="connsiteY221" fmla="*/ 1805297 h 2083506"/>
              <a:gd name="connsiteX222" fmla="*/ 1392839 w 12191999"/>
              <a:gd name="connsiteY222" fmla="*/ 1758649 h 2083506"/>
              <a:gd name="connsiteX223" fmla="*/ 1360872 w 12191999"/>
              <a:gd name="connsiteY223" fmla="*/ 1752441 h 2083506"/>
              <a:gd name="connsiteX224" fmla="*/ 1313885 w 12191999"/>
              <a:gd name="connsiteY224" fmla="*/ 1731785 h 2083506"/>
              <a:gd name="connsiteX225" fmla="*/ 1247665 w 12191999"/>
              <a:gd name="connsiteY225" fmla="*/ 1727765 h 2083506"/>
              <a:gd name="connsiteX226" fmla="*/ 1196850 w 12191999"/>
              <a:gd name="connsiteY226" fmla="*/ 1729622 h 2083506"/>
              <a:gd name="connsiteX227" fmla="*/ 1168728 w 12191999"/>
              <a:gd name="connsiteY227" fmla="*/ 1728550 h 2083506"/>
              <a:gd name="connsiteX228" fmla="*/ 1096918 w 12191999"/>
              <a:gd name="connsiteY228" fmla="*/ 1721485 h 2083506"/>
              <a:gd name="connsiteX229" fmla="*/ 1094082 w 12191999"/>
              <a:gd name="connsiteY229" fmla="*/ 1720113 h 2083506"/>
              <a:gd name="connsiteX230" fmla="*/ 1040782 w 12191999"/>
              <a:gd name="connsiteY230" fmla="*/ 1721762 h 2083506"/>
              <a:gd name="connsiteX231" fmla="*/ 955980 w 12191999"/>
              <a:gd name="connsiteY231" fmla="*/ 1719289 h 2083506"/>
              <a:gd name="connsiteX232" fmla="*/ 926108 w 12191999"/>
              <a:gd name="connsiteY232" fmla="*/ 1715917 h 2083506"/>
              <a:gd name="connsiteX233" fmla="*/ 876049 w 12191999"/>
              <a:gd name="connsiteY233" fmla="*/ 1710422 h 2083506"/>
              <a:gd name="connsiteX234" fmla="*/ 839194 w 12191999"/>
              <a:gd name="connsiteY234" fmla="*/ 1700176 h 2083506"/>
              <a:gd name="connsiteX235" fmla="*/ 797112 w 12191999"/>
              <a:gd name="connsiteY235" fmla="*/ 1698014 h 2083506"/>
              <a:gd name="connsiteX236" fmla="*/ 786610 w 12191999"/>
              <a:gd name="connsiteY236" fmla="*/ 1705455 h 2083506"/>
              <a:gd name="connsiteX237" fmla="*/ 741833 w 12191999"/>
              <a:gd name="connsiteY237" fmla="*/ 1700566 h 2083506"/>
              <a:gd name="connsiteX238" fmla="*/ 673985 w 12191999"/>
              <a:gd name="connsiteY238" fmla="*/ 1692278 h 2083506"/>
              <a:gd name="connsiteX239" fmla="*/ 634665 w 12191999"/>
              <a:gd name="connsiteY239" fmla="*/ 1689550 h 2083506"/>
              <a:gd name="connsiteX240" fmla="*/ 527471 w 12191999"/>
              <a:gd name="connsiteY240" fmla="*/ 1679869 h 2083506"/>
              <a:gd name="connsiteX241" fmla="*/ 420260 w 12191999"/>
              <a:gd name="connsiteY241" fmla="*/ 1668475 h 2083506"/>
              <a:gd name="connsiteX242" fmla="*/ 357630 w 12191999"/>
              <a:gd name="connsiteY242" fmla="*/ 1652142 h 2083506"/>
              <a:gd name="connsiteX243" fmla="*/ 269407 w 12191999"/>
              <a:gd name="connsiteY243" fmla="*/ 1643812 h 2083506"/>
              <a:gd name="connsiteX244" fmla="*/ 254769 w 12191999"/>
              <a:gd name="connsiteY244" fmla="*/ 1641013 h 2083506"/>
              <a:gd name="connsiteX245" fmla="*/ 150763 w 12191999"/>
              <a:gd name="connsiteY245" fmla="*/ 1628143 h 2083506"/>
              <a:gd name="connsiteX246" fmla="*/ 29133 w 12191999"/>
              <a:gd name="connsiteY246" fmla="*/ 1626172 h 2083506"/>
              <a:gd name="connsiteX247" fmla="*/ 0 w 12191999"/>
              <a:gd name="connsiteY247" fmla="*/ 1619589 h 20835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Lst>
            <a:rect l="l" t="t" r="r" b="b"/>
            <a:pathLst>
              <a:path w="12191999" h="2083506">
                <a:moveTo>
                  <a:pt x="0" y="0"/>
                </a:moveTo>
                <a:lnTo>
                  <a:pt x="9429748" y="0"/>
                </a:lnTo>
                <a:lnTo>
                  <a:pt x="9429748" y="1"/>
                </a:lnTo>
                <a:lnTo>
                  <a:pt x="12191999" y="1"/>
                </a:lnTo>
                <a:lnTo>
                  <a:pt x="12191999" y="1164372"/>
                </a:lnTo>
                <a:lnTo>
                  <a:pt x="12147852" y="1163783"/>
                </a:lnTo>
                <a:cubicBezTo>
                  <a:pt x="12063101" y="1189107"/>
                  <a:pt x="12045020" y="1156925"/>
                  <a:pt x="11993604" y="1153496"/>
                </a:cubicBezTo>
                <a:cubicBezTo>
                  <a:pt x="11954216" y="1165241"/>
                  <a:pt x="11911195" y="1167350"/>
                  <a:pt x="11865319" y="1176624"/>
                </a:cubicBezTo>
                <a:cubicBezTo>
                  <a:pt x="11822513" y="1184682"/>
                  <a:pt x="11766915" y="1201558"/>
                  <a:pt x="11718353" y="1209136"/>
                </a:cubicBezTo>
                <a:cubicBezTo>
                  <a:pt x="11675379" y="1217463"/>
                  <a:pt x="11638007" y="1216639"/>
                  <a:pt x="11609067" y="1218512"/>
                </a:cubicBezTo>
                <a:cubicBezTo>
                  <a:pt x="11597582" y="1221322"/>
                  <a:pt x="11554280" y="1243577"/>
                  <a:pt x="11545958" y="1240430"/>
                </a:cubicBezTo>
                <a:lnTo>
                  <a:pt x="11445770" y="1225780"/>
                </a:lnTo>
                <a:cubicBezTo>
                  <a:pt x="11425543" y="1230782"/>
                  <a:pt x="11413740" y="1222096"/>
                  <a:pt x="11398842" y="1227250"/>
                </a:cubicBezTo>
                <a:cubicBezTo>
                  <a:pt x="11367060" y="1233093"/>
                  <a:pt x="11269285" y="1263712"/>
                  <a:pt x="11240093" y="1266797"/>
                </a:cubicBezTo>
                <a:cubicBezTo>
                  <a:pt x="11197297" y="1273685"/>
                  <a:pt x="11181311" y="1272682"/>
                  <a:pt x="11141364" y="1288059"/>
                </a:cubicBezTo>
                <a:cubicBezTo>
                  <a:pt x="11099891" y="1305386"/>
                  <a:pt x="11051533" y="1319157"/>
                  <a:pt x="11015396" y="1353104"/>
                </a:cubicBezTo>
                <a:cubicBezTo>
                  <a:pt x="11009424" y="1362217"/>
                  <a:pt x="10992328" y="1361966"/>
                  <a:pt x="10973905" y="1365109"/>
                </a:cubicBezTo>
                <a:cubicBezTo>
                  <a:pt x="10955482" y="1368254"/>
                  <a:pt x="10907369" y="1372817"/>
                  <a:pt x="10904858" y="1371966"/>
                </a:cubicBezTo>
                <a:cubicBezTo>
                  <a:pt x="10880521" y="1379494"/>
                  <a:pt x="10873670" y="1399734"/>
                  <a:pt x="10827883" y="1410270"/>
                </a:cubicBezTo>
                <a:cubicBezTo>
                  <a:pt x="10790248" y="1415655"/>
                  <a:pt x="10724899" y="1420726"/>
                  <a:pt x="10690996" y="1426394"/>
                </a:cubicBezTo>
                <a:cubicBezTo>
                  <a:pt x="10676463" y="1423331"/>
                  <a:pt x="10634514" y="1436908"/>
                  <a:pt x="10624461" y="1444283"/>
                </a:cubicBezTo>
                <a:cubicBezTo>
                  <a:pt x="10601952" y="1468442"/>
                  <a:pt x="10536224" y="1460228"/>
                  <a:pt x="10517208" y="1478947"/>
                </a:cubicBezTo>
                <a:cubicBezTo>
                  <a:pt x="10509508" y="1482271"/>
                  <a:pt x="10505833" y="1468818"/>
                  <a:pt x="10497937" y="1469831"/>
                </a:cubicBezTo>
                <a:lnTo>
                  <a:pt x="10471201" y="1486037"/>
                </a:lnTo>
                <a:lnTo>
                  <a:pt x="10448263" y="1478223"/>
                </a:lnTo>
                <a:lnTo>
                  <a:pt x="10388089" y="1507175"/>
                </a:lnTo>
                <a:cubicBezTo>
                  <a:pt x="10350285" y="1513081"/>
                  <a:pt x="10383281" y="1526586"/>
                  <a:pt x="10333720" y="1515848"/>
                </a:cubicBezTo>
                <a:cubicBezTo>
                  <a:pt x="10286428" y="1526223"/>
                  <a:pt x="10174884" y="1550019"/>
                  <a:pt x="10104338" y="1569424"/>
                </a:cubicBezTo>
                <a:cubicBezTo>
                  <a:pt x="10066963" y="1581564"/>
                  <a:pt x="9967395" y="1605712"/>
                  <a:pt x="9910445" y="1632275"/>
                </a:cubicBezTo>
                <a:cubicBezTo>
                  <a:pt x="9856131" y="1644130"/>
                  <a:pt x="9831118" y="1689967"/>
                  <a:pt x="9770872" y="1688088"/>
                </a:cubicBezTo>
                <a:cubicBezTo>
                  <a:pt x="9769882" y="1691843"/>
                  <a:pt x="9737016" y="1697044"/>
                  <a:pt x="9733849" y="1700034"/>
                </a:cubicBezTo>
                <a:lnTo>
                  <a:pt x="9703714" y="1730093"/>
                </a:lnTo>
                <a:lnTo>
                  <a:pt x="9698351" y="1730377"/>
                </a:lnTo>
                <a:lnTo>
                  <a:pt x="9632895" y="1736363"/>
                </a:lnTo>
                <a:lnTo>
                  <a:pt x="9569107" y="1741010"/>
                </a:lnTo>
                <a:cubicBezTo>
                  <a:pt x="9558961" y="1745882"/>
                  <a:pt x="9548028" y="1750646"/>
                  <a:pt x="9536451" y="1755120"/>
                </a:cubicBezTo>
                <a:lnTo>
                  <a:pt x="9529385" y="1757515"/>
                </a:lnTo>
                <a:lnTo>
                  <a:pt x="9498527" y="1753117"/>
                </a:lnTo>
                <a:lnTo>
                  <a:pt x="9436642" y="1755478"/>
                </a:lnTo>
                <a:lnTo>
                  <a:pt x="9429748" y="1756317"/>
                </a:lnTo>
                <a:lnTo>
                  <a:pt x="9429748" y="1768745"/>
                </a:lnTo>
                <a:lnTo>
                  <a:pt x="9425802" y="1769273"/>
                </a:lnTo>
                <a:cubicBezTo>
                  <a:pt x="9390751" y="1773262"/>
                  <a:pt x="9371406" y="1773457"/>
                  <a:pt x="9349763" y="1776107"/>
                </a:cubicBezTo>
                <a:cubicBezTo>
                  <a:pt x="9314721" y="1782260"/>
                  <a:pt x="9277650" y="1796217"/>
                  <a:pt x="9256503" y="1800699"/>
                </a:cubicBezTo>
                <a:lnTo>
                  <a:pt x="9222873" y="1803003"/>
                </a:lnTo>
                <a:lnTo>
                  <a:pt x="9224095" y="1807355"/>
                </a:lnTo>
                <a:lnTo>
                  <a:pt x="9211603" y="1807675"/>
                </a:lnTo>
                <a:lnTo>
                  <a:pt x="9183719" y="1807781"/>
                </a:lnTo>
                <a:cubicBezTo>
                  <a:pt x="9166319" y="1808439"/>
                  <a:pt x="9117935" y="1807396"/>
                  <a:pt x="9100221" y="1808989"/>
                </a:cubicBezTo>
                <a:cubicBezTo>
                  <a:pt x="9095111" y="1813630"/>
                  <a:pt x="9087224" y="1816160"/>
                  <a:pt x="9077439" y="1817333"/>
                </a:cubicBezTo>
                <a:lnTo>
                  <a:pt x="9055889" y="1817464"/>
                </a:lnTo>
                <a:lnTo>
                  <a:pt x="8930912" y="1828648"/>
                </a:lnTo>
                <a:lnTo>
                  <a:pt x="8913729" y="1829483"/>
                </a:lnTo>
                <a:lnTo>
                  <a:pt x="8904423" y="1833234"/>
                </a:lnTo>
                <a:cubicBezTo>
                  <a:pt x="8897319" y="1833982"/>
                  <a:pt x="8876911" y="1833498"/>
                  <a:pt x="8871099" y="1833979"/>
                </a:cubicBezTo>
                <a:lnTo>
                  <a:pt x="8869557" y="1836113"/>
                </a:lnTo>
                <a:cubicBezTo>
                  <a:pt x="8851043" y="1839524"/>
                  <a:pt x="8781405" y="1850882"/>
                  <a:pt x="8760021" y="1854442"/>
                </a:cubicBezTo>
                <a:cubicBezTo>
                  <a:pt x="8755749" y="1851161"/>
                  <a:pt x="8746183" y="1856343"/>
                  <a:pt x="8741254" y="1857469"/>
                </a:cubicBezTo>
                <a:cubicBezTo>
                  <a:pt x="8740491" y="1855259"/>
                  <a:pt x="8728559" y="1854585"/>
                  <a:pt x="8725039" y="1856552"/>
                </a:cubicBezTo>
                <a:cubicBezTo>
                  <a:pt x="8641157" y="1867333"/>
                  <a:pt x="8683145" y="1845054"/>
                  <a:pt x="8635265" y="1859168"/>
                </a:cubicBezTo>
                <a:cubicBezTo>
                  <a:pt x="8626795" y="1860103"/>
                  <a:pt x="8619931" y="1859212"/>
                  <a:pt x="8613911" y="1857561"/>
                </a:cubicBezTo>
                <a:lnTo>
                  <a:pt x="8604931" y="1854170"/>
                </a:lnTo>
                <a:lnTo>
                  <a:pt x="8570171" y="1860579"/>
                </a:lnTo>
                <a:cubicBezTo>
                  <a:pt x="8553049" y="1862813"/>
                  <a:pt x="8535028" y="1864294"/>
                  <a:pt x="8516537" y="1864971"/>
                </a:cubicBezTo>
                <a:cubicBezTo>
                  <a:pt x="8512388" y="1860455"/>
                  <a:pt x="8497874" y="1866870"/>
                  <a:pt x="8491046" y="1868141"/>
                </a:cubicBezTo>
                <a:cubicBezTo>
                  <a:pt x="8490975" y="1865191"/>
                  <a:pt x="8475847" y="1863778"/>
                  <a:pt x="8470478" y="1866216"/>
                </a:cubicBezTo>
                <a:cubicBezTo>
                  <a:pt x="8357654" y="1876758"/>
                  <a:pt x="8421139" y="1849210"/>
                  <a:pt x="8353433" y="1865729"/>
                </a:cubicBezTo>
                <a:lnTo>
                  <a:pt x="8347675" y="1865075"/>
                </a:lnTo>
                <a:lnTo>
                  <a:pt x="8343939" y="1865677"/>
                </a:lnTo>
                <a:cubicBezTo>
                  <a:pt x="8309852" y="1870841"/>
                  <a:pt x="8272587" y="1875809"/>
                  <a:pt x="8221566" y="1881148"/>
                </a:cubicBezTo>
                <a:cubicBezTo>
                  <a:pt x="8158043" y="1892960"/>
                  <a:pt x="8095547" y="1914042"/>
                  <a:pt x="8066095" y="1919902"/>
                </a:cubicBezTo>
                <a:cubicBezTo>
                  <a:pt x="8058949" y="1919234"/>
                  <a:pt x="8051921" y="1917862"/>
                  <a:pt x="8044849" y="1916308"/>
                </a:cubicBezTo>
                <a:lnTo>
                  <a:pt x="8041142" y="1915506"/>
                </a:lnTo>
                <a:lnTo>
                  <a:pt x="8022159" y="1911521"/>
                </a:lnTo>
                <a:lnTo>
                  <a:pt x="7944932" y="1917265"/>
                </a:lnTo>
                <a:lnTo>
                  <a:pt x="7879011" y="1928570"/>
                </a:lnTo>
                <a:lnTo>
                  <a:pt x="7865529" y="1934399"/>
                </a:lnTo>
                <a:lnTo>
                  <a:pt x="7774801" y="1947969"/>
                </a:lnTo>
                <a:lnTo>
                  <a:pt x="7748398" y="1955982"/>
                </a:lnTo>
                <a:lnTo>
                  <a:pt x="7740684" y="1955717"/>
                </a:lnTo>
                <a:cubicBezTo>
                  <a:pt x="7728362" y="1958584"/>
                  <a:pt x="7714099" y="1968442"/>
                  <a:pt x="7712976" y="1960442"/>
                </a:cubicBezTo>
                <a:lnTo>
                  <a:pt x="7699956" y="1966104"/>
                </a:lnTo>
                <a:lnTo>
                  <a:pt x="7684158" y="1962927"/>
                </a:lnTo>
                <a:cubicBezTo>
                  <a:pt x="7674684" y="1962643"/>
                  <a:pt x="7652105" y="1963177"/>
                  <a:pt x="7643109" y="1964400"/>
                </a:cubicBezTo>
                <a:lnTo>
                  <a:pt x="7630180" y="1970266"/>
                </a:lnTo>
                <a:lnTo>
                  <a:pt x="7609131" y="1971774"/>
                </a:lnTo>
                <a:cubicBezTo>
                  <a:pt x="7596694" y="1971644"/>
                  <a:pt x="7570258" y="1969757"/>
                  <a:pt x="7555555" y="1969491"/>
                </a:cubicBezTo>
                <a:cubicBezTo>
                  <a:pt x="7541460" y="1966540"/>
                  <a:pt x="7530571" y="1964848"/>
                  <a:pt x="7520919" y="1970177"/>
                </a:cubicBezTo>
                <a:cubicBezTo>
                  <a:pt x="7500295" y="1966884"/>
                  <a:pt x="7480780" y="1949401"/>
                  <a:pt x="7456258" y="1960468"/>
                </a:cubicBezTo>
                <a:cubicBezTo>
                  <a:pt x="7434946" y="1957506"/>
                  <a:pt x="7435772" y="1952500"/>
                  <a:pt x="7393047" y="1952408"/>
                </a:cubicBezTo>
                <a:cubicBezTo>
                  <a:pt x="7356520" y="1952860"/>
                  <a:pt x="7236307" y="1958626"/>
                  <a:pt x="7199912" y="1959913"/>
                </a:cubicBezTo>
                <a:cubicBezTo>
                  <a:pt x="7176501" y="1959942"/>
                  <a:pt x="7160098" y="1958343"/>
                  <a:pt x="7146774" y="1956641"/>
                </a:cubicBezTo>
                <a:lnTo>
                  <a:pt x="7122244" y="1953891"/>
                </a:lnTo>
                <a:lnTo>
                  <a:pt x="7032241" y="1962723"/>
                </a:lnTo>
                <a:cubicBezTo>
                  <a:pt x="6997214" y="1965198"/>
                  <a:pt x="6963725" y="1968396"/>
                  <a:pt x="6941492" y="1976868"/>
                </a:cubicBezTo>
                <a:cubicBezTo>
                  <a:pt x="6947015" y="1970398"/>
                  <a:pt x="6923088" y="1965379"/>
                  <a:pt x="6906514" y="1968589"/>
                </a:cubicBezTo>
                <a:cubicBezTo>
                  <a:pt x="6925890" y="1943204"/>
                  <a:pt x="6840983" y="1991464"/>
                  <a:pt x="6826395" y="1974141"/>
                </a:cubicBezTo>
                <a:cubicBezTo>
                  <a:pt x="6825676" y="1990223"/>
                  <a:pt x="6751393" y="2017492"/>
                  <a:pt x="6716431" y="2004297"/>
                </a:cubicBezTo>
                <a:cubicBezTo>
                  <a:pt x="6663167" y="2007518"/>
                  <a:pt x="6625450" y="2020811"/>
                  <a:pt x="6569607" y="2015496"/>
                </a:cubicBezTo>
                <a:cubicBezTo>
                  <a:pt x="6567874" y="2017648"/>
                  <a:pt x="6565034" y="2019449"/>
                  <a:pt x="6561430" y="2020996"/>
                </a:cubicBezTo>
                <a:lnTo>
                  <a:pt x="6549371" y="2024747"/>
                </a:lnTo>
                <a:lnTo>
                  <a:pt x="6547040" y="2024474"/>
                </a:lnTo>
                <a:cubicBezTo>
                  <a:pt x="6537882" y="2024425"/>
                  <a:pt x="6533193" y="2025332"/>
                  <a:pt x="6530482" y="2026659"/>
                </a:cubicBezTo>
                <a:lnTo>
                  <a:pt x="6528565" y="2028600"/>
                </a:lnTo>
                <a:lnTo>
                  <a:pt x="6517741" y="2030558"/>
                </a:lnTo>
                <a:lnTo>
                  <a:pt x="6497855" y="2035650"/>
                </a:lnTo>
                <a:lnTo>
                  <a:pt x="6492785" y="2035444"/>
                </a:lnTo>
                <a:lnTo>
                  <a:pt x="6460692" y="2041321"/>
                </a:lnTo>
                <a:lnTo>
                  <a:pt x="6459609" y="2040851"/>
                </a:lnTo>
                <a:cubicBezTo>
                  <a:pt x="6456451" y="2039933"/>
                  <a:pt x="6452734" y="2039508"/>
                  <a:pt x="6447765" y="2040102"/>
                </a:cubicBezTo>
                <a:cubicBezTo>
                  <a:pt x="6446007" y="2031126"/>
                  <a:pt x="6441093" y="2037380"/>
                  <a:pt x="6426590" y="2039928"/>
                </a:cubicBezTo>
                <a:cubicBezTo>
                  <a:pt x="6423606" y="2033241"/>
                  <a:pt x="6413230" y="2032925"/>
                  <a:pt x="6401693" y="2033537"/>
                </a:cubicBezTo>
                <a:lnTo>
                  <a:pt x="6387141" y="2033161"/>
                </a:lnTo>
                <a:lnTo>
                  <a:pt x="6357846" y="2036782"/>
                </a:lnTo>
                <a:lnTo>
                  <a:pt x="6342914" y="2037585"/>
                </a:lnTo>
                <a:lnTo>
                  <a:pt x="6336300" y="2038781"/>
                </a:lnTo>
                <a:lnTo>
                  <a:pt x="6317178" y="2038968"/>
                </a:lnTo>
                <a:lnTo>
                  <a:pt x="6161427" y="2047338"/>
                </a:lnTo>
                <a:cubicBezTo>
                  <a:pt x="6147824" y="2057658"/>
                  <a:pt x="6118908" y="2077615"/>
                  <a:pt x="6097339" y="2082438"/>
                </a:cubicBezTo>
                <a:cubicBezTo>
                  <a:pt x="6090149" y="2084046"/>
                  <a:pt x="6083776" y="2083972"/>
                  <a:pt x="6079059" y="2081299"/>
                </a:cubicBezTo>
                <a:cubicBezTo>
                  <a:pt x="6063900" y="2082334"/>
                  <a:pt x="6011621" y="2084537"/>
                  <a:pt x="5998439" y="2070958"/>
                </a:cubicBezTo>
                <a:cubicBezTo>
                  <a:pt x="5976443" y="2071759"/>
                  <a:pt x="5925514" y="2069780"/>
                  <a:pt x="5904290" y="2070255"/>
                </a:cubicBezTo>
                <a:cubicBezTo>
                  <a:pt x="5871515" y="2066244"/>
                  <a:pt x="5843986" y="2088249"/>
                  <a:pt x="5814867" y="2079032"/>
                </a:cubicBezTo>
                <a:cubicBezTo>
                  <a:pt x="5792003" y="2070559"/>
                  <a:pt x="5750009" y="2076273"/>
                  <a:pt x="5725743" y="2070558"/>
                </a:cubicBezTo>
                <a:cubicBezTo>
                  <a:pt x="5716432" y="2058355"/>
                  <a:pt x="5667424" y="2047322"/>
                  <a:pt x="5650546" y="2052412"/>
                </a:cubicBezTo>
                <a:cubicBezTo>
                  <a:pt x="5614627" y="2046084"/>
                  <a:pt x="5608108" y="2028306"/>
                  <a:pt x="5581284" y="2023175"/>
                </a:cubicBezTo>
                <a:lnTo>
                  <a:pt x="5572593" y="2018391"/>
                </a:lnTo>
                <a:lnTo>
                  <a:pt x="5548580" y="2016951"/>
                </a:lnTo>
                <a:cubicBezTo>
                  <a:pt x="5523726" y="2017783"/>
                  <a:pt x="5498337" y="2019663"/>
                  <a:pt x="5471173" y="2018786"/>
                </a:cubicBezTo>
                <a:cubicBezTo>
                  <a:pt x="5447687" y="2003020"/>
                  <a:pt x="5353807" y="2022324"/>
                  <a:pt x="5340320" y="2037611"/>
                </a:cubicBezTo>
                <a:cubicBezTo>
                  <a:pt x="5340015" y="2024215"/>
                  <a:pt x="5271937" y="2042455"/>
                  <a:pt x="5254376" y="2042928"/>
                </a:cubicBezTo>
                <a:cubicBezTo>
                  <a:pt x="5248522" y="2043086"/>
                  <a:pt x="5248281" y="2041270"/>
                  <a:pt x="5258035" y="2035649"/>
                </a:cubicBezTo>
                <a:cubicBezTo>
                  <a:pt x="5239374" y="2037214"/>
                  <a:pt x="5220112" y="2030252"/>
                  <a:pt x="5230622" y="2024576"/>
                </a:cubicBezTo>
                <a:cubicBezTo>
                  <a:pt x="5173932" y="2036724"/>
                  <a:pt x="5090262" y="2024645"/>
                  <a:pt x="5026203" y="2030162"/>
                </a:cubicBezTo>
                <a:cubicBezTo>
                  <a:pt x="4991280" y="2016814"/>
                  <a:pt x="5010212" y="2029164"/>
                  <a:pt x="4973988" y="2026668"/>
                </a:cubicBezTo>
                <a:cubicBezTo>
                  <a:pt x="4983896" y="2038955"/>
                  <a:pt x="4930012" y="2019774"/>
                  <a:pt x="4928030" y="2033642"/>
                </a:cubicBezTo>
                <a:cubicBezTo>
                  <a:pt x="4921501" y="2032748"/>
                  <a:pt x="4915238" y="2031445"/>
                  <a:pt x="4908970" y="2030033"/>
                </a:cubicBezTo>
                <a:lnTo>
                  <a:pt x="4905679" y="2029300"/>
                </a:lnTo>
                <a:lnTo>
                  <a:pt x="4892525" y="2028768"/>
                </a:lnTo>
                <a:lnTo>
                  <a:pt x="4888818" y="2025619"/>
                </a:lnTo>
                <a:lnTo>
                  <a:pt x="4869018" y="2022668"/>
                </a:lnTo>
                <a:cubicBezTo>
                  <a:pt x="4861602" y="2022028"/>
                  <a:pt x="4853622" y="2021880"/>
                  <a:pt x="4844804" y="2022527"/>
                </a:cubicBezTo>
                <a:cubicBezTo>
                  <a:pt x="4823110" y="2028022"/>
                  <a:pt x="4789330" y="2021287"/>
                  <a:pt x="4758778" y="2021694"/>
                </a:cubicBezTo>
                <a:lnTo>
                  <a:pt x="4744748" y="2023396"/>
                </a:lnTo>
                <a:lnTo>
                  <a:pt x="4698956" y="2020558"/>
                </a:lnTo>
                <a:cubicBezTo>
                  <a:pt x="4685921" y="2020008"/>
                  <a:pt x="4672392" y="2019718"/>
                  <a:pt x="4658147" y="2019920"/>
                </a:cubicBezTo>
                <a:lnTo>
                  <a:pt x="4631706" y="2021274"/>
                </a:lnTo>
                <a:lnTo>
                  <a:pt x="4624776" y="2020152"/>
                </a:lnTo>
                <a:cubicBezTo>
                  <a:pt x="4612703" y="2020277"/>
                  <a:pt x="4596727" y="2024226"/>
                  <a:pt x="4598150" y="2019429"/>
                </a:cubicBezTo>
                <a:lnTo>
                  <a:pt x="4584588" y="2021092"/>
                </a:lnTo>
                <a:lnTo>
                  <a:pt x="4571203" y="2017263"/>
                </a:lnTo>
                <a:cubicBezTo>
                  <a:pt x="4569736" y="2016374"/>
                  <a:pt x="4568633" y="2015427"/>
                  <a:pt x="4567930" y="2014458"/>
                </a:cubicBezTo>
                <a:lnTo>
                  <a:pt x="4548984" y="2015717"/>
                </a:lnTo>
                <a:lnTo>
                  <a:pt x="4533451" y="2012976"/>
                </a:lnTo>
                <a:lnTo>
                  <a:pt x="4519910" y="2014768"/>
                </a:lnTo>
                <a:lnTo>
                  <a:pt x="4514290" y="2014364"/>
                </a:lnTo>
                <a:lnTo>
                  <a:pt x="4500320" y="2013007"/>
                </a:lnTo>
                <a:cubicBezTo>
                  <a:pt x="4493159" y="2012056"/>
                  <a:pt x="4485144" y="2010910"/>
                  <a:pt x="4476219" y="2009993"/>
                </a:cubicBezTo>
                <a:lnTo>
                  <a:pt x="4468701" y="2009574"/>
                </a:lnTo>
                <a:lnTo>
                  <a:pt x="4452333" y="2004964"/>
                </a:lnTo>
                <a:cubicBezTo>
                  <a:pt x="4440422" y="2001479"/>
                  <a:pt x="4431048" y="1999130"/>
                  <a:pt x="4420644" y="2001021"/>
                </a:cubicBezTo>
                <a:cubicBezTo>
                  <a:pt x="4402911" y="1996519"/>
                  <a:pt x="4390524" y="1983900"/>
                  <a:pt x="4364856" y="1987267"/>
                </a:cubicBezTo>
                <a:cubicBezTo>
                  <a:pt x="4372645" y="1981550"/>
                  <a:pt x="4336350" y="1986575"/>
                  <a:pt x="4332062" y="1980703"/>
                </a:cubicBezTo>
                <a:cubicBezTo>
                  <a:pt x="4330083" y="1975974"/>
                  <a:pt x="4318612" y="1976397"/>
                  <a:pt x="4309876" y="1974653"/>
                </a:cubicBezTo>
                <a:cubicBezTo>
                  <a:pt x="4303650" y="1969824"/>
                  <a:pt x="4259693" y="1965414"/>
                  <a:pt x="4244391" y="1966109"/>
                </a:cubicBezTo>
                <a:cubicBezTo>
                  <a:pt x="4201255" y="1970914"/>
                  <a:pt x="4166558" y="1951471"/>
                  <a:pt x="4132071" y="1954813"/>
                </a:cubicBezTo>
                <a:cubicBezTo>
                  <a:pt x="4123041" y="1954358"/>
                  <a:pt x="4115554" y="1953263"/>
                  <a:pt x="4109069" y="1951778"/>
                </a:cubicBezTo>
                <a:lnTo>
                  <a:pt x="4092908" y="1946662"/>
                </a:lnTo>
                <a:cubicBezTo>
                  <a:pt x="4092707" y="1945539"/>
                  <a:pt x="4092506" y="1944415"/>
                  <a:pt x="4092306" y="1943291"/>
                </a:cubicBezTo>
                <a:lnTo>
                  <a:pt x="4080234" y="1941219"/>
                </a:lnTo>
                <a:lnTo>
                  <a:pt x="4077778" y="1940145"/>
                </a:lnTo>
                <a:cubicBezTo>
                  <a:pt x="4073105" y="1938081"/>
                  <a:pt x="4068339" y="1936119"/>
                  <a:pt x="4062936" y="1934506"/>
                </a:cubicBezTo>
                <a:cubicBezTo>
                  <a:pt x="4048082" y="1947155"/>
                  <a:pt x="4014523" y="1922869"/>
                  <a:pt x="4012506" y="1935475"/>
                </a:cubicBezTo>
                <a:cubicBezTo>
                  <a:pt x="3980228" y="1928812"/>
                  <a:pt x="3986775" y="1942559"/>
                  <a:pt x="3965880" y="1925968"/>
                </a:cubicBezTo>
                <a:cubicBezTo>
                  <a:pt x="3899515" y="1923414"/>
                  <a:pt x="3830855" y="1902158"/>
                  <a:pt x="3765338" y="1906649"/>
                </a:cubicBezTo>
                <a:cubicBezTo>
                  <a:pt x="3780686" y="1902635"/>
                  <a:pt x="3768784" y="1893856"/>
                  <a:pt x="3749493" y="1893071"/>
                </a:cubicBezTo>
                <a:cubicBezTo>
                  <a:pt x="3807776" y="1876857"/>
                  <a:pt x="3656400" y="1898030"/>
                  <a:pt x="3672704" y="1881383"/>
                </a:cubicBezTo>
                <a:cubicBezTo>
                  <a:pt x="3645532" y="1893973"/>
                  <a:pt x="3537791" y="1900656"/>
                  <a:pt x="3530082" y="1883187"/>
                </a:cubicBezTo>
                <a:cubicBezTo>
                  <a:pt x="3479808" y="1875044"/>
                  <a:pt x="3426017" y="1877998"/>
                  <a:pt x="3387664" y="1862579"/>
                </a:cubicBezTo>
                <a:cubicBezTo>
                  <a:pt x="3382649" y="1863935"/>
                  <a:pt x="3377277" y="1864791"/>
                  <a:pt x="3371681" y="1865293"/>
                </a:cubicBezTo>
                <a:lnTo>
                  <a:pt x="3355305" y="1865842"/>
                </a:lnTo>
                <a:lnTo>
                  <a:pt x="3353790" y="1865158"/>
                </a:lnTo>
                <a:cubicBezTo>
                  <a:pt x="3346144" y="1863282"/>
                  <a:pt x="3340687" y="1863057"/>
                  <a:pt x="3336210" y="1863564"/>
                </a:cubicBezTo>
                <a:lnTo>
                  <a:pt x="3331381" y="1864716"/>
                </a:lnTo>
                <a:lnTo>
                  <a:pt x="3319012" y="1864093"/>
                </a:lnTo>
                <a:lnTo>
                  <a:pt x="3293818" y="1864135"/>
                </a:lnTo>
                <a:lnTo>
                  <a:pt x="3289881" y="1862954"/>
                </a:lnTo>
                <a:lnTo>
                  <a:pt x="3253090" y="1861164"/>
                </a:lnTo>
                <a:cubicBezTo>
                  <a:pt x="3253042" y="1860968"/>
                  <a:pt x="3252996" y="1860771"/>
                  <a:pt x="3252949" y="1860574"/>
                </a:cubicBezTo>
                <a:cubicBezTo>
                  <a:pt x="3251799" y="1859213"/>
                  <a:pt x="3249368" y="1858131"/>
                  <a:pt x="3244187" y="1857604"/>
                </a:cubicBezTo>
                <a:cubicBezTo>
                  <a:pt x="3250860" y="1853873"/>
                  <a:pt x="3250577" y="1852999"/>
                  <a:pt x="3246570" y="1852946"/>
                </a:cubicBezTo>
                <a:lnTo>
                  <a:pt x="3237810" y="1853064"/>
                </a:lnTo>
                <a:lnTo>
                  <a:pt x="3230822" y="1855474"/>
                </a:lnTo>
                <a:cubicBezTo>
                  <a:pt x="3206812" y="1862286"/>
                  <a:pt x="3176733" y="1868865"/>
                  <a:pt x="3136549" y="1874037"/>
                </a:cubicBezTo>
                <a:cubicBezTo>
                  <a:pt x="3081163" y="1880168"/>
                  <a:pt x="2902557" y="1900580"/>
                  <a:pt x="2845754" y="1910932"/>
                </a:cubicBezTo>
                <a:cubicBezTo>
                  <a:pt x="2860822" y="1944376"/>
                  <a:pt x="2813389" y="1905358"/>
                  <a:pt x="2786878" y="1917162"/>
                </a:cubicBezTo>
                <a:cubicBezTo>
                  <a:pt x="2766803" y="1917398"/>
                  <a:pt x="2741628" y="1915886"/>
                  <a:pt x="2725298" y="1912340"/>
                </a:cubicBezTo>
                <a:cubicBezTo>
                  <a:pt x="2716680" y="1911427"/>
                  <a:pt x="2707572" y="1911972"/>
                  <a:pt x="2697754" y="1914863"/>
                </a:cubicBezTo>
                <a:cubicBezTo>
                  <a:pt x="2667185" y="1939014"/>
                  <a:pt x="2622149" y="1926211"/>
                  <a:pt x="2568063" y="1936283"/>
                </a:cubicBezTo>
                <a:cubicBezTo>
                  <a:pt x="2552625" y="1932001"/>
                  <a:pt x="2502682" y="1953378"/>
                  <a:pt x="2489784" y="1943720"/>
                </a:cubicBezTo>
                <a:cubicBezTo>
                  <a:pt x="2478524" y="1943155"/>
                  <a:pt x="2467418" y="1949411"/>
                  <a:pt x="2458978" y="1938095"/>
                </a:cubicBezTo>
                <a:cubicBezTo>
                  <a:pt x="2417552" y="1934639"/>
                  <a:pt x="2366376" y="1931293"/>
                  <a:pt x="2318712" y="1934474"/>
                </a:cubicBezTo>
                <a:cubicBezTo>
                  <a:pt x="2296029" y="1936526"/>
                  <a:pt x="2282069" y="1938434"/>
                  <a:pt x="2268709" y="1940521"/>
                </a:cubicBezTo>
                <a:lnTo>
                  <a:pt x="2264080" y="1941232"/>
                </a:lnTo>
                <a:lnTo>
                  <a:pt x="2254684" y="1943524"/>
                </a:lnTo>
                <a:lnTo>
                  <a:pt x="2252523" y="1943004"/>
                </a:lnTo>
                <a:lnTo>
                  <a:pt x="2173350" y="1929202"/>
                </a:lnTo>
                <a:lnTo>
                  <a:pt x="2155266" y="1920267"/>
                </a:lnTo>
                <a:lnTo>
                  <a:pt x="2091013" y="1914631"/>
                </a:lnTo>
                <a:cubicBezTo>
                  <a:pt x="2033357" y="1920614"/>
                  <a:pt x="2070513" y="1905065"/>
                  <a:pt x="2030712" y="1897690"/>
                </a:cubicBezTo>
                <a:cubicBezTo>
                  <a:pt x="1994539" y="1893055"/>
                  <a:pt x="1958569" y="1883188"/>
                  <a:pt x="1908838" y="1892222"/>
                </a:cubicBezTo>
                <a:cubicBezTo>
                  <a:pt x="1897236" y="1896147"/>
                  <a:pt x="1883338" y="1892415"/>
                  <a:pt x="1877796" y="1883887"/>
                </a:cubicBezTo>
                <a:cubicBezTo>
                  <a:pt x="1876842" y="1882419"/>
                  <a:pt x="1876177" y="1880863"/>
                  <a:pt x="1875824" y="1879265"/>
                </a:cubicBezTo>
                <a:cubicBezTo>
                  <a:pt x="1843474" y="1887199"/>
                  <a:pt x="1841511" y="1873818"/>
                  <a:pt x="1823048" y="1881064"/>
                </a:cubicBezTo>
                <a:cubicBezTo>
                  <a:pt x="1792640" y="1872164"/>
                  <a:pt x="1782358" y="1850450"/>
                  <a:pt x="1765736" y="1856578"/>
                </a:cubicBezTo>
                <a:cubicBezTo>
                  <a:pt x="1753024" y="1849107"/>
                  <a:pt x="1745932" y="1828316"/>
                  <a:pt x="1725669" y="1833744"/>
                </a:cubicBezTo>
                <a:cubicBezTo>
                  <a:pt x="1727428" y="1831405"/>
                  <a:pt x="1726953" y="1830157"/>
                  <a:pt x="1725216" y="1829447"/>
                </a:cubicBezTo>
                <a:lnTo>
                  <a:pt x="1721485" y="1828960"/>
                </a:lnTo>
                <a:lnTo>
                  <a:pt x="1717786" y="1832224"/>
                </a:lnTo>
                <a:cubicBezTo>
                  <a:pt x="1703445" y="1843277"/>
                  <a:pt x="1706547" y="1827935"/>
                  <a:pt x="1689907" y="1825425"/>
                </a:cubicBezTo>
                <a:cubicBezTo>
                  <a:pt x="1682338" y="1823445"/>
                  <a:pt x="1685181" y="1820226"/>
                  <a:pt x="1688093" y="1817391"/>
                </a:cubicBezTo>
                <a:lnTo>
                  <a:pt x="1496789" y="1805297"/>
                </a:lnTo>
                <a:cubicBezTo>
                  <a:pt x="1463551" y="1793913"/>
                  <a:pt x="1426345" y="1786892"/>
                  <a:pt x="1392839" y="1758649"/>
                </a:cubicBezTo>
                <a:cubicBezTo>
                  <a:pt x="1386461" y="1750573"/>
                  <a:pt x="1374031" y="1756918"/>
                  <a:pt x="1360872" y="1752441"/>
                </a:cubicBezTo>
                <a:cubicBezTo>
                  <a:pt x="1347711" y="1747963"/>
                  <a:pt x="1332751" y="1735898"/>
                  <a:pt x="1313885" y="1731785"/>
                </a:cubicBezTo>
                <a:cubicBezTo>
                  <a:pt x="1281989" y="1726305"/>
                  <a:pt x="1256405" y="1739744"/>
                  <a:pt x="1247665" y="1727765"/>
                </a:cubicBezTo>
                <a:cubicBezTo>
                  <a:pt x="1231363" y="1728538"/>
                  <a:pt x="1209120" y="1742556"/>
                  <a:pt x="1196850" y="1729622"/>
                </a:cubicBezTo>
                <a:cubicBezTo>
                  <a:pt x="1195195" y="1740224"/>
                  <a:pt x="1178147" y="1721561"/>
                  <a:pt x="1168728" y="1728550"/>
                </a:cubicBezTo>
                <a:cubicBezTo>
                  <a:pt x="1152073" y="1727193"/>
                  <a:pt x="1122804" y="1725926"/>
                  <a:pt x="1096918" y="1721485"/>
                </a:cubicBezTo>
                <a:lnTo>
                  <a:pt x="1094082" y="1720113"/>
                </a:lnTo>
                <a:lnTo>
                  <a:pt x="1040782" y="1721762"/>
                </a:lnTo>
                <a:cubicBezTo>
                  <a:pt x="987172" y="1722352"/>
                  <a:pt x="1023272" y="1708707"/>
                  <a:pt x="955980" y="1719289"/>
                </a:cubicBezTo>
                <a:cubicBezTo>
                  <a:pt x="948995" y="1714208"/>
                  <a:pt x="940521" y="1713816"/>
                  <a:pt x="926108" y="1715917"/>
                </a:cubicBezTo>
                <a:cubicBezTo>
                  <a:pt x="900077" y="1715834"/>
                  <a:pt x="902688" y="1703436"/>
                  <a:pt x="876049" y="1710422"/>
                </a:cubicBezTo>
                <a:cubicBezTo>
                  <a:pt x="881084" y="1703830"/>
                  <a:pt x="826830" y="1706893"/>
                  <a:pt x="839194" y="1700176"/>
                </a:cubicBezTo>
                <a:cubicBezTo>
                  <a:pt x="822548" y="1693764"/>
                  <a:pt x="813674" y="1703628"/>
                  <a:pt x="797112" y="1698014"/>
                </a:cubicBezTo>
                <a:cubicBezTo>
                  <a:pt x="778195" y="1696418"/>
                  <a:pt x="807647" y="1705364"/>
                  <a:pt x="786610" y="1705455"/>
                </a:cubicBezTo>
                <a:cubicBezTo>
                  <a:pt x="761170" y="1704357"/>
                  <a:pt x="760599" y="1716610"/>
                  <a:pt x="741833" y="1700566"/>
                </a:cubicBezTo>
                <a:lnTo>
                  <a:pt x="673985" y="1692278"/>
                </a:lnTo>
                <a:cubicBezTo>
                  <a:pt x="658515" y="1695829"/>
                  <a:pt x="646395" y="1693620"/>
                  <a:pt x="634665" y="1689550"/>
                </a:cubicBezTo>
                <a:cubicBezTo>
                  <a:pt x="599149" y="1689690"/>
                  <a:pt x="567176" y="1683160"/>
                  <a:pt x="527471" y="1679869"/>
                </a:cubicBezTo>
                <a:cubicBezTo>
                  <a:pt x="484099" y="1683240"/>
                  <a:pt x="462693" y="1671949"/>
                  <a:pt x="420260" y="1668475"/>
                </a:cubicBezTo>
                <a:cubicBezTo>
                  <a:pt x="377482" y="1677390"/>
                  <a:pt x="393500" y="1652730"/>
                  <a:pt x="357630" y="1652142"/>
                </a:cubicBezTo>
                <a:cubicBezTo>
                  <a:pt x="298692" y="1659518"/>
                  <a:pt x="359631" y="1643849"/>
                  <a:pt x="269407" y="1643812"/>
                </a:cubicBezTo>
                <a:cubicBezTo>
                  <a:pt x="264204" y="1645215"/>
                  <a:pt x="253436" y="1643159"/>
                  <a:pt x="254769" y="1641013"/>
                </a:cubicBezTo>
                <a:cubicBezTo>
                  <a:pt x="234996" y="1641090"/>
                  <a:pt x="179093" y="1626583"/>
                  <a:pt x="150763" y="1628143"/>
                </a:cubicBezTo>
                <a:cubicBezTo>
                  <a:pt x="96232" y="1619954"/>
                  <a:pt x="68845" y="1629422"/>
                  <a:pt x="29133" y="1626172"/>
                </a:cubicBezTo>
                <a:lnTo>
                  <a:pt x="0" y="1619589"/>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247E184C-42BF-0BBF-9F60-06761BD07607}"/>
              </a:ext>
            </a:extLst>
          </p:cNvPr>
          <p:cNvSpPr>
            <a:spLocks noGrp="1"/>
          </p:cNvSpPr>
          <p:nvPr>
            <p:ph type="title"/>
          </p:nvPr>
        </p:nvSpPr>
        <p:spPr>
          <a:xfrm>
            <a:off x="828675" y="494414"/>
            <a:ext cx="10534650" cy="817403"/>
          </a:xfrm>
        </p:spPr>
        <p:txBody>
          <a:bodyPr vert="horz" wrap="square" lIns="76200" tIns="45720" rIns="76200" bIns="45720" rtlCol="0" anchor="ctr">
            <a:normAutofit/>
          </a:bodyPr>
          <a:lstStyle/>
          <a:p>
            <a:pPr algn="ctr"/>
            <a:r>
              <a:rPr lang="en-US" sz="1600" b="1" kern="1200">
                <a:solidFill>
                  <a:srgbClr val="232323"/>
                </a:solidFill>
                <a:latin typeface="Aptos Display"/>
                <a:ea typeface="+mj-ea"/>
                <a:cs typeface="+mj-cs"/>
              </a:rPr>
              <a:t>Detektuojame triukšminius intervalus su elektrodų ir raumenų artefaktais(„mra“)</a:t>
            </a:r>
          </a:p>
        </p:txBody>
      </p:sp>
      <p:pic>
        <p:nvPicPr>
          <p:cNvPr id="5" name="Content Placeholder 4">
            <a:extLst>
              <a:ext uri="{FF2B5EF4-FFF2-40B4-BE49-F238E27FC236}">
                <a16:creationId xmlns:a16="http://schemas.microsoft.com/office/drawing/2014/main" id="{541310D7-5133-8D48-80B1-69E8A92B1F64}"/>
              </a:ext>
            </a:extLst>
          </p:cNvPr>
          <p:cNvPicPr>
            <a:picLocks noGrp="1" noChangeAspect="1"/>
          </p:cNvPicPr>
          <p:nvPr>
            <p:ph idx="1"/>
          </p:nvPr>
        </p:nvPicPr>
        <p:blipFill>
          <a:blip r:embed="rId2"/>
          <a:stretch>
            <a:fillRect/>
          </a:stretch>
        </p:blipFill>
        <p:spPr>
          <a:xfrm>
            <a:off x="723900" y="2528628"/>
            <a:ext cx="10744200" cy="3599306"/>
          </a:xfrm>
          <a:prstGeom prst="rect">
            <a:avLst/>
          </a:prstGeom>
        </p:spPr>
      </p:pic>
    </p:spTree>
    <p:extLst>
      <p:ext uri="{BB962C8B-B14F-4D97-AF65-F5344CB8AC3E}">
        <p14:creationId xmlns:p14="http://schemas.microsoft.com/office/powerpoint/2010/main" val="12928879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078D6D5-FC3C-8D0E-64DF-A155CD8520EE}"/>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4CC3012-00A5-4887-FA6D-A6F0B35272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EB6E42DF-E31E-32B3-E053-AEEFAAC4D3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9" cy="2083506"/>
          </a:xfrm>
          <a:custGeom>
            <a:avLst/>
            <a:gdLst>
              <a:gd name="connsiteX0" fmla="*/ 0 w 12191999"/>
              <a:gd name="connsiteY0" fmla="*/ 0 h 2083506"/>
              <a:gd name="connsiteX1" fmla="*/ 9429748 w 12191999"/>
              <a:gd name="connsiteY1" fmla="*/ 0 h 2083506"/>
              <a:gd name="connsiteX2" fmla="*/ 9429748 w 12191999"/>
              <a:gd name="connsiteY2" fmla="*/ 1 h 2083506"/>
              <a:gd name="connsiteX3" fmla="*/ 12191999 w 12191999"/>
              <a:gd name="connsiteY3" fmla="*/ 1 h 2083506"/>
              <a:gd name="connsiteX4" fmla="*/ 12191999 w 12191999"/>
              <a:gd name="connsiteY4" fmla="*/ 1164372 h 2083506"/>
              <a:gd name="connsiteX5" fmla="*/ 12147852 w 12191999"/>
              <a:gd name="connsiteY5" fmla="*/ 1163783 h 2083506"/>
              <a:gd name="connsiteX6" fmla="*/ 11993604 w 12191999"/>
              <a:gd name="connsiteY6" fmla="*/ 1153496 h 2083506"/>
              <a:gd name="connsiteX7" fmla="*/ 11865319 w 12191999"/>
              <a:gd name="connsiteY7" fmla="*/ 1176624 h 2083506"/>
              <a:gd name="connsiteX8" fmla="*/ 11718353 w 12191999"/>
              <a:gd name="connsiteY8" fmla="*/ 1209136 h 2083506"/>
              <a:gd name="connsiteX9" fmla="*/ 11609067 w 12191999"/>
              <a:gd name="connsiteY9" fmla="*/ 1218512 h 2083506"/>
              <a:gd name="connsiteX10" fmla="*/ 11545958 w 12191999"/>
              <a:gd name="connsiteY10" fmla="*/ 1240430 h 2083506"/>
              <a:gd name="connsiteX11" fmla="*/ 11445770 w 12191999"/>
              <a:gd name="connsiteY11" fmla="*/ 1225780 h 2083506"/>
              <a:gd name="connsiteX12" fmla="*/ 11398842 w 12191999"/>
              <a:gd name="connsiteY12" fmla="*/ 1227250 h 2083506"/>
              <a:gd name="connsiteX13" fmla="*/ 11240093 w 12191999"/>
              <a:gd name="connsiteY13" fmla="*/ 1266797 h 2083506"/>
              <a:gd name="connsiteX14" fmla="*/ 11141364 w 12191999"/>
              <a:gd name="connsiteY14" fmla="*/ 1288059 h 2083506"/>
              <a:gd name="connsiteX15" fmla="*/ 11015396 w 12191999"/>
              <a:gd name="connsiteY15" fmla="*/ 1353104 h 2083506"/>
              <a:gd name="connsiteX16" fmla="*/ 10973905 w 12191999"/>
              <a:gd name="connsiteY16" fmla="*/ 1365109 h 2083506"/>
              <a:gd name="connsiteX17" fmla="*/ 10904858 w 12191999"/>
              <a:gd name="connsiteY17" fmla="*/ 1371966 h 2083506"/>
              <a:gd name="connsiteX18" fmla="*/ 10827883 w 12191999"/>
              <a:gd name="connsiteY18" fmla="*/ 1410270 h 2083506"/>
              <a:gd name="connsiteX19" fmla="*/ 10690996 w 12191999"/>
              <a:gd name="connsiteY19" fmla="*/ 1426394 h 2083506"/>
              <a:gd name="connsiteX20" fmla="*/ 10624461 w 12191999"/>
              <a:gd name="connsiteY20" fmla="*/ 1444283 h 2083506"/>
              <a:gd name="connsiteX21" fmla="*/ 10517208 w 12191999"/>
              <a:gd name="connsiteY21" fmla="*/ 1478947 h 2083506"/>
              <a:gd name="connsiteX22" fmla="*/ 10497937 w 12191999"/>
              <a:gd name="connsiteY22" fmla="*/ 1469831 h 2083506"/>
              <a:gd name="connsiteX23" fmla="*/ 10471201 w 12191999"/>
              <a:gd name="connsiteY23" fmla="*/ 1486037 h 2083506"/>
              <a:gd name="connsiteX24" fmla="*/ 10448263 w 12191999"/>
              <a:gd name="connsiteY24" fmla="*/ 1478223 h 2083506"/>
              <a:gd name="connsiteX25" fmla="*/ 10388089 w 12191999"/>
              <a:gd name="connsiteY25" fmla="*/ 1507175 h 2083506"/>
              <a:gd name="connsiteX26" fmla="*/ 10333720 w 12191999"/>
              <a:gd name="connsiteY26" fmla="*/ 1515848 h 2083506"/>
              <a:gd name="connsiteX27" fmla="*/ 10104338 w 12191999"/>
              <a:gd name="connsiteY27" fmla="*/ 1569424 h 2083506"/>
              <a:gd name="connsiteX28" fmla="*/ 9910445 w 12191999"/>
              <a:gd name="connsiteY28" fmla="*/ 1632275 h 2083506"/>
              <a:gd name="connsiteX29" fmla="*/ 9770872 w 12191999"/>
              <a:gd name="connsiteY29" fmla="*/ 1688088 h 2083506"/>
              <a:gd name="connsiteX30" fmla="*/ 9733849 w 12191999"/>
              <a:gd name="connsiteY30" fmla="*/ 1700034 h 2083506"/>
              <a:gd name="connsiteX31" fmla="*/ 9703714 w 12191999"/>
              <a:gd name="connsiteY31" fmla="*/ 1730093 h 2083506"/>
              <a:gd name="connsiteX32" fmla="*/ 9698351 w 12191999"/>
              <a:gd name="connsiteY32" fmla="*/ 1730377 h 2083506"/>
              <a:gd name="connsiteX33" fmla="*/ 9632895 w 12191999"/>
              <a:gd name="connsiteY33" fmla="*/ 1736363 h 2083506"/>
              <a:gd name="connsiteX34" fmla="*/ 9569107 w 12191999"/>
              <a:gd name="connsiteY34" fmla="*/ 1741010 h 2083506"/>
              <a:gd name="connsiteX35" fmla="*/ 9536451 w 12191999"/>
              <a:gd name="connsiteY35" fmla="*/ 1755120 h 2083506"/>
              <a:gd name="connsiteX36" fmla="*/ 9529385 w 12191999"/>
              <a:gd name="connsiteY36" fmla="*/ 1757515 h 2083506"/>
              <a:gd name="connsiteX37" fmla="*/ 9498527 w 12191999"/>
              <a:gd name="connsiteY37" fmla="*/ 1753117 h 2083506"/>
              <a:gd name="connsiteX38" fmla="*/ 9436642 w 12191999"/>
              <a:gd name="connsiteY38" fmla="*/ 1755478 h 2083506"/>
              <a:gd name="connsiteX39" fmla="*/ 9429748 w 12191999"/>
              <a:gd name="connsiteY39" fmla="*/ 1756317 h 2083506"/>
              <a:gd name="connsiteX40" fmla="*/ 9429748 w 12191999"/>
              <a:gd name="connsiteY40" fmla="*/ 1768745 h 2083506"/>
              <a:gd name="connsiteX41" fmla="*/ 9425802 w 12191999"/>
              <a:gd name="connsiteY41" fmla="*/ 1769273 h 2083506"/>
              <a:gd name="connsiteX42" fmla="*/ 9349763 w 12191999"/>
              <a:gd name="connsiteY42" fmla="*/ 1776107 h 2083506"/>
              <a:gd name="connsiteX43" fmla="*/ 9256503 w 12191999"/>
              <a:gd name="connsiteY43" fmla="*/ 1800699 h 2083506"/>
              <a:gd name="connsiteX44" fmla="*/ 9222873 w 12191999"/>
              <a:gd name="connsiteY44" fmla="*/ 1803003 h 2083506"/>
              <a:gd name="connsiteX45" fmla="*/ 9224095 w 12191999"/>
              <a:gd name="connsiteY45" fmla="*/ 1807355 h 2083506"/>
              <a:gd name="connsiteX46" fmla="*/ 9211603 w 12191999"/>
              <a:gd name="connsiteY46" fmla="*/ 1807675 h 2083506"/>
              <a:gd name="connsiteX47" fmla="*/ 9183719 w 12191999"/>
              <a:gd name="connsiteY47" fmla="*/ 1807781 h 2083506"/>
              <a:gd name="connsiteX48" fmla="*/ 9100221 w 12191999"/>
              <a:gd name="connsiteY48" fmla="*/ 1808989 h 2083506"/>
              <a:gd name="connsiteX49" fmla="*/ 9077439 w 12191999"/>
              <a:gd name="connsiteY49" fmla="*/ 1817333 h 2083506"/>
              <a:gd name="connsiteX50" fmla="*/ 9055889 w 12191999"/>
              <a:gd name="connsiteY50" fmla="*/ 1817464 h 2083506"/>
              <a:gd name="connsiteX51" fmla="*/ 8930912 w 12191999"/>
              <a:gd name="connsiteY51" fmla="*/ 1828648 h 2083506"/>
              <a:gd name="connsiteX52" fmla="*/ 8913729 w 12191999"/>
              <a:gd name="connsiteY52" fmla="*/ 1829483 h 2083506"/>
              <a:gd name="connsiteX53" fmla="*/ 8904423 w 12191999"/>
              <a:gd name="connsiteY53" fmla="*/ 1833234 h 2083506"/>
              <a:gd name="connsiteX54" fmla="*/ 8871099 w 12191999"/>
              <a:gd name="connsiteY54" fmla="*/ 1833979 h 2083506"/>
              <a:gd name="connsiteX55" fmla="*/ 8869557 w 12191999"/>
              <a:gd name="connsiteY55" fmla="*/ 1836113 h 2083506"/>
              <a:gd name="connsiteX56" fmla="*/ 8760021 w 12191999"/>
              <a:gd name="connsiteY56" fmla="*/ 1854442 h 2083506"/>
              <a:gd name="connsiteX57" fmla="*/ 8741254 w 12191999"/>
              <a:gd name="connsiteY57" fmla="*/ 1857469 h 2083506"/>
              <a:gd name="connsiteX58" fmla="*/ 8725039 w 12191999"/>
              <a:gd name="connsiteY58" fmla="*/ 1856552 h 2083506"/>
              <a:gd name="connsiteX59" fmla="*/ 8635265 w 12191999"/>
              <a:gd name="connsiteY59" fmla="*/ 1859168 h 2083506"/>
              <a:gd name="connsiteX60" fmla="*/ 8613911 w 12191999"/>
              <a:gd name="connsiteY60" fmla="*/ 1857561 h 2083506"/>
              <a:gd name="connsiteX61" fmla="*/ 8604931 w 12191999"/>
              <a:gd name="connsiteY61" fmla="*/ 1854170 h 2083506"/>
              <a:gd name="connsiteX62" fmla="*/ 8570171 w 12191999"/>
              <a:gd name="connsiteY62" fmla="*/ 1860579 h 2083506"/>
              <a:gd name="connsiteX63" fmla="*/ 8516537 w 12191999"/>
              <a:gd name="connsiteY63" fmla="*/ 1864971 h 2083506"/>
              <a:gd name="connsiteX64" fmla="*/ 8491046 w 12191999"/>
              <a:gd name="connsiteY64" fmla="*/ 1868141 h 2083506"/>
              <a:gd name="connsiteX65" fmla="*/ 8470478 w 12191999"/>
              <a:gd name="connsiteY65" fmla="*/ 1866216 h 2083506"/>
              <a:gd name="connsiteX66" fmla="*/ 8353433 w 12191999"/>
              <a:gd name="connsiteY66" fmla="*/ 1865729 h 2083506"/>
              <a:gd name="connsiteX67" fmla="*/ 8347675 w 12191999"/>
              <a:gd name="connsiteY67" fmla="*/ 1865075 h 2083506"/>
              <a:gd name="connsiteX68" fmla="*/ 8343939 w 12191999"/>
              <a:gd name="connsiteY68" fmla="*/ 1865677 h 2083506"/>
              <a:gd name="connsiteX69" fmla="*/ 8221566 w 12191999"/>
              <a:gd name="connsiteY69" fmla="*/ 1881148 h 2083506"/>
              <a:gd name="connsiteX70" fmla="*/ 8066095 w 12191999"/>
              <a:gd name="connsiteY70" fmla="*/ 1919902 h 2083506"/>
              <a:gd name="connsiteX71" fmla="*/ 8044849 w 12191999"/>
              <a:gd name="connsiteY71" fmla="*/ 1916308 h 2083506"/>
              <a:gd name="connsiteX72" fmla="*/ 8041142 w 12191999"/>
              <a:gd name="connsiteY72" fmla="*/ 1915506 h 2083506"/>
              <a:gd name="connsiteX73" fmla="*/ 8022159 w 12191999"/>
              <a:gd name="connsiteY73" fmla="*/ 1911521 h 2083506"/>
              <a:gd name="connsiteX74" fmla="*/ 7944932 w 12191999"/>
              <a:gd name="connsiteY74" fmla="*/ 1917265 h 2083506"/>
              <a:gd name="connsiteX75" fmla="*/ 7879011 w 12191999"/>
              <a:gd name="connsiteY75" fmla="*/ 1928570 h 2083506"/>
              <a:gd name="connsiteX76" fmla="*/ 7865529 w 12191999"/>
              <a:gd name="connsiteY76" fmla="*/ 1934399 h 2083506"/>
              <a:gd name="connsiteX77" fmla="*/ 7774801 w 12191999"/>
              <a:gd name="connsiteY77" fmla="*/ 1947969 h 2083506"/>
              <a:gd name="connsiteX78" fmla="*/ 7748398 w 12191999"/>
              <a:gd name="connsiteY78" fmla="*/ 1955982 h 2083506"/>
              <a:gd name="connsiteX79" fmla="*/ 7740684 w 12191999"/>
              <a:gd name="connsiteY79" fmla="*/ 1955717 h 2083506"/>
              <a:gd name="connsiteX80" fmla="*/ 7712976 w 12191999"/>
              <a:gd name="connsiteY80" fmla="*/ 1960442 h 2083506"/>
              <a:gd name="connsiteX81" fmla="*/ 7699956 w 12191999"/>
              <a:gd name="connsiteY81" fmla="*/ 1966104 h 2083506"/>
              <a:gd name="connsiteX82" fmla="*/ 7684158 w 12191999"/>
              <a:gd name="connsiteY82" fmla="*/ 1962927 h 2083506"/>
              <a:gd name="connsiteX83" fmla="*/ 7643109 w 12191999"/>
              <a:gd name="connsiteY83" fmla="*/ 1964400 h 2083506"/>
              <a:gd name="connsiteX84" fmla="*/ 7630180 w 12191999"/>
              <a:gd name="connsiteY84" fmla="*/ 1970266 h 2083506"/>
              <a:gd name="connsiteX85" fmla="*/ 7609131 w 12191999"/>
              <a:gd name="connsiteY85" fmla="*/ 1971774 h 2083506"/>
              <a:gd name="connsiteX86" fmla="*/ 7555555 w 12191999"/>
              <a:gd name="connsiteY86" fmla="*/ 1969491 h 2083506"/>
              <a:gd name="connsiteX87" fmla="*/ 7520919 w 12191999"/>
              <a:gd name="connsiteY87" fmla="*/ 1970177 h 2083506"/>
              <a:gd name="connsiteX88" fmla="*/ 7456258 w 12191999"/>
              <a:gd name="connsiteY88" fmla="*/ 1960468 h 2083506"/>
              <a:gd name="connsiteX89" fmla="*/ 7393047 w 12191999"/>
              <a:gd name="connsiteY89" fmla="*/ 1952408 h 2083506"/>
              <a:gd name="connsiteX90" fmla="*/ 7199912 w 12191999"/>
              <a:gd name="connsiteY90" fmla="*/ 1959913 h 2083506"/>
              <a:gd name="connsiteX91" fmla="*/ 7146774 w 12191999"/>
              <a:gd name="connsiteY91" fmla="*/ 1956641 h 2083506"/>
              <a:gd name="connsiteX92" fmla="*/ 7122244 w 12191999"/>
              <a:gd name="connsiteY92" fmla="*/ 1953891 h 2083506"/>
              <a:gd name="connsiteX93" fmla="*/ 7032241 w 12191999"/>
              <a:gd name="connsiteY93" fmla="*/ 1962723 h 2083506"/>
              <a:gd name="connsiteX94" fmla="*/ 6941492 w 12191999"/>
              <a:gd name="connsiteY94" fmla="*/ 1976868 h 2083506"/>
              <a:gd name="connsiteX95" fmla="*/ 6906514 w 12191999"/>
              <a:gd name="connsiteY95" fmla="*/ 1968589 h 2083506"/>
              <a:gd name="connsiteX96" fmla="*/ 6826395 w 12191999"/>
              <a:gd name="connsiteY96" fmla="*/ 1974141 h 2083506"/>
              <a:gd name="connsiteX97" fmla="*/ 6716431 w 12191999"/>
              <a:gd name="connsiteY97" fmla="*/ 2004297 h 2083506"/>
              <a:gd name="connsiteX98" fmla="*/ 6569607 w 12191999"/>
              <a:gd name="connsiteY98" fmla="*/ 2015496 h 2083506"/>
              <a:gd name="connsiteX99" fmla="*/ 6561430 w 12191999"/>
              <a:gd name="connsiteY99" fmla="*/ 2020996 h 2083506"/>
              <a:gd name="connsiteX100" fmla="*/ 6549371 w 12191999"/>
              <a:gd name="connsiteY100" fmla="*/ 2024747 h 2083506"/>
              <a:gd name="connsiteX101" fmla="*/ 6547040 w 12191999"/>
              <a:gd name="connsiteY101" fmla="*/ 2024474 h 2083506"/>
              <a:gd name="connsiteX102" fmla="*/ 6530482 w 12191999"/>
              <a:gd name="connsiteY102" fmla="*/ 2026659 h 2083506"/>
              <a:gd name="connsiteX103" fmla="*/ 6528565 w 12191999"/>
              <a:gd name="connsiteY103" fmla="*/ 2028600 h 2083506"/>
              <a:gd name="connsiteX104" fmla="*/ 6517741 w 12191999"/>
              <a:gd name="connsiteY104" fmla="*/ 2030558 h 2083506"/>
              <a:gd name="connsiteX105" fmla="*/ 6497855 w 12191999"/>
              <a:gd name="connsiteY105" fmla="*/ 2035650 h 2083506"/>
              <a:gd name="connsiteX106" fmla="*/ 6492785 w 12191999"/>
              <a:gd name="connsiteY106" fmla="*/ 2035444 h 2083506"/>
              <a:gd name="connsiteX107" fmla="*/ 6460692 w 12191999"/>
              <a:gd name="connsiteY107" fmla="*/ 2041321 h 2083506"/>
              <a:gd name="connsiteX108" fmla="*/ 6459609 w 12191999"/>
              <a:gd name="connsiteY108" fmla="*/ 2040851 h 2083506"/>
              <a:gd name="connsiteX109" fmla="*/ 6447765 w 12191999"/>
              <a:gd name="connsiteY109" fmla="*/ 2040102 h 2083506"/>
              <a:gd name="connsiteX110" fmla="*/ 6426590 w 12191999"/>
              <a:gd name="connsiteY110" fmla="*/ 2039928 h 2083506"/>
              <a:gd name="connsiteX111" fmla="*/ 6401693 w 12191999"/>
              <a:gd name="connsiteY111" fmla="*/ 2033537 h 2083506"/>
              <a:gd name="connsiteX112" fmla="*/ 6387141 w 12191999"/>
              <a:gd name="connsiteY112" fmla="*/ 2033161 h 2083506"/>
              <a:gd name="connsiteX113" fmla="*/ 6357846 w 12191999"/>
              <a:gd name="connsiteY113" fmla="*/ 2036782 h 2083506"/>
              <a:gd name="connsiteX114" fmla="*/ 6342914 w 12191999"/>
              <a:gd name="connsiteY114" fmla="*/ 2037585 h 2083506"/>
              <a:gd name="connsiteX115" fmla="*/ 6336300 w 12191999"/>
              <a:gd name="connsiteY115" fmla="*/ 2038781 h 2083506"/>
              <a:gd name="connsiteX116" fmla="*/ 6317178 w 12191999"/>
              <a:gd name="connsiteY116" fmla="*/ 2038968 h 2083506"/>
              <a:gd name="connsiteX117" fmla="*/ 6161427 w 12191999"/>
              <a:gd name="connsiteY117" fmla="*/ 2047338 h 2083506"/>
              <a:gd name="connsiteX118" fmla="*/ 6097339 w 12191999"/>
              <a:gd name="connsiteY118" fmla="*/ 2082438 h 2083506"/>
              <a:gd name="connsiteX119" fmla="*/ 6079059 w 12191999"/>
              <a:gd name="connsiteY119" fmla="*/ 2081299 h 2083506"/>
              <a:gd name="connsiteX120" fmla="*/ 5998439 w 12191999"/>
              <a:gd name="connsiteY120" fmla="*/ 2070958 h 2083506"/>
              <a:gd name="connsiteX121" fmla="*/ 5904290 w 12191999"/>
              <a:gd name="connsiteY121" fmla="*/ 2070255 h 2083506"/>
              <a:gd name="connsiteX122" fmla="*/ 5814867 w 12191999"/>
              <a:gd name="connsiteY122" fmla="*/ 2079032 h 2083506"/>
              <a:gd name="connsiteX123" fmla="*/ 5725743 w 12191999"/>
              <a:gd name="connsiteY123" fmla="*/ 2070558 h 2083506"/>
              <a:gd name="connsiteX124" fmla="*/ 5650546 w 12191999"/>
              <a:gd name="connsiteY124" fmla="*/ 2052412 h 2083506"/>
              <a:gd name="connsiteX125" fmla="*/ 5581284 w 12191999"/>
              <a:gd name="connsiteY125" fmla="*/ 2023175 h 2083506"/>
              <a:gd name="connsiteX126" fmla="*/ 5572593 w 12191999"/>
              <a:gd name="connsiteY126" fmla="*/ 2018391 h 2083506"/>
              <a:gd name="connsiteX127" fmla="*/ 5548580 w 12191999"/>
              <a:gd name="connsiteY127" fmla="*/ 2016951 h 2083506"/>
              <a:gd name="connsiteX128" fmla="*/ 5471173 w 12191999"/>
              <a:gd name="connsiteY128" fmla="*/ 2018786 h 2083506"/>
              <a:gd name="connsiteX129" fmla="*/ 5340320 w 12191999"/>
              <a:gd name="connsiteY129" fmla="*/ 2037611 h 2083506"/>
              <a:gd name="connsiteX130" fmla="*/ 5254376 w 12191999"/>
              <a:gd name="connsiteY130" fmla="*/ 2042928 h 2083506"/>
              <a:gd name="connsiteX131" fmla="*/ 5258035 w 12191999"/>
              <a:gd name="connsiteY131" fmla="*/ 2035649 h 2083506"/>
              <a:gd name="connsiteX132" fmla="*/ 5230622 w 12191999"/>
              <a:gd name="connsiteY132" fmla="*/ 2024576 h 2083506"/>
              <a:gd name="connsiteX133" fmla="*/ 5026203 w 12191999"/>
              <a:gd name="connsiteY133" fmla="*/ 2030162 h 2083506"/>
              <a:gd name="connsiteX134" fmla="*/ 4973988 w 12191999"/>
              <a:gd name="connsiteY134" fmla="*/ 2026668 h 2083506"/>
              <a:gd name="connsiteX135" fmla="*/ 4928030 w 12191999"/>
              <a:gd name="connsiteY135" fmla="*/ 2033642 h 2083506"/>
              <a:gd name="connsiteX136" fmla="*/ 4908970 w 12191999"/>
              <a:gd name="connsiteY136" fmla="*/ 2030033 h 2083506"/>
              <a:gd name="connsiteX137" fmla="*/ 4905679 w 12191999"/>
              <a:gd name="connsiteY137" fmla="*/ 2029300 h 2083506"/>
              <a:gd name="connsiteX138" fmla="*/ 4892525 w 12191999"/>
              <a:gd name="connsiteY138" fmla="*/ 2028768 h 2083506"/>
              <a:gd name="connsiteX139" fmla="*/ 4888818 w 12191999"/>
              <a:gd name="connsiteY139" fmla="*/ 2025619 h 2083506"/>
              <a:gd name="connsiteX140" fmla="*/ 4869018 w 12191999"/>
              <a:gd name="connsiteY140" fmla="*/ 2022668 h 2083506"/>
              <a:gd name="connsiteX141" fmla="*/ 4844804 w 12191999"/>
              <a:gd name="connsiteY141" fmla="*/ 2022527 h 2083506"/>
              <a:gd name="connsiteX142" fmla="*/ 4758778 w 12191999"/>
              <a:gd name="connsiteY142" fmla="*/ 2021694 h 2083506"/>
              <a:gd name="connsiteX143" fmla="*/ 4744748 w 12191999"/>
              <a:gd name="connsiteY143" fmla="*/ 2023396 h 2083506"/>
              <a:gd name="connsiteX144" fmla="*/ 4698956 w 12191999"/>
              <a:gd name="connsiteY144" fmla="*/ 2020558 h 2083506"/>
              <a:gd name="connsiteX145" fmla="*/ 4658147 w 12191999"/>
              <a:gd name="connsiteY145" fmla="*/ 2019920 h 2083506"/>
              <a:gd name="connsiteX146" fmla="*/ 4631706 w 12191999"/>
              <a:gd name="connsiteY146" fmla="*/ 2021274 h 2083506"/>
              <a:gd name="connsiteX147" fmla="*/ 4624776 w 12191999"/>
              <a:gd name="connsiteY147" fmla="*/ 2020152 h 2083506"/>
              <a:gd name="connsiteX148" fmla="*/ 4598150 w 12191999"/>
              <a:gd name="connsiteY148" fmla="*/ 2019429 h 2083506"/>
              <a:gd name="connsiteX149" fmla="*/ 4584588 w 12191999"/>
              <a:gd name="connsiteY149" fmla="*/ 2021092 h 2083506"/>
              <a:gd name="connsiteX150" fmla="*/ 4571203 w 12191999"/>
              <a:gd name="connsiteY150" fmla="*/ 2017263 h 2083506"/>
              <a:gd name="connsiteX151" fmla="*/ 4567930 w 12191999"/>
              <a:gd name="connsiteY151" fmla="*/ 2014458 h 2083506"/>
              <a:gd name="connsiteX152" fmla="*/ 4548984 w 12191999"/>
              <a:gd name="connsiteY152" fmla="*/ 2015717 h 2083506"/>
              <a:gd name="connsiteX153" fmla="*/ 4533451 w 12191999"/>
              <a:gd name="connsiteY153" fmla="*/ 2012976 h 2083506"/>
              <a:gd name="connsiteX154" fmla="*/ 4519910 w 12191999"/>
              <a:gd name="connsiteY154" fmla="*/ 2014768 h 2083506"/>
              <a:gd name="connsiteX155" fmla="*/ 4514290 w 12191999"/>
              <a:gd name="connsiteY155" fmla="*/ 2014364 h 2083506"/>
              <a:gd name="connsiteX156" fmla="*/ 4500320 w 12191999"/>
              <a:gd name="connsiteY156" fmla="*/ 2013007 h 2083506"/>
              <a:gd name="connsiteX157" fmla="*/ 4476219 w 12191999"/>
              <a:gd name="connsiteY157" fmla="*/ 2009993 h 2083506"/>
              <a:gd name="connsiteX158" fmla="*/ 4468701 w 12191999"/>
              <a:gd name="connsiteY158" fmla="*/ 2009574 h 2083506"/>
              <a:gd name="connsiteX159" fmla="*/ 4452333 w 12191999"/>
              <a:gd name="connsiteY159" fmla="*/ 2004964 h 2083506"/>
              <a:gd name="connsiteX160" fmla="*/ 4420644 w 12191999"/>
              <a:gd name="connsiteY160" fmla="*/ 2001021 h 2083506"/>
              <a:gd name="connsiteX161" fmla="*/ 4364856 w 12191999"/>
              <a:gd name="connsiteY161" fmla="*/ 1987267 h 2083506"/>
              <a:gd name="connsiteX162" fmla="*/ 4332062 w 12191999"/>
              <a:gd name="connsiteY162" fmla="*/ 1980703 h 2083506"/>
              <a:gd name="connsiteX163" fmla="*/ 4309876 w 12191999"/>
              <a:gd name="connsiteY163" fmla="*/ 1974653 h 2083506"/>
              <a:gd name="connsiteX164" fmla="*/ 4244391 w 12191999"/>
              <a:gd name="connsiteY164" fmla="*/ 1966109 h 2083506"/>
              <a:gd name="connsiteX165" fmla="*/ 4132071 w 12191999"/>
              <a:gd name="connsiteY165" fmla="*/ 1954813 h 2083506"/>
              <a:gd name="connsiteX166" fmla="*/ 4109069 w 12191999"/>
              <a:gd name="connsiteY166" fmla="*/ 1951778 h 2083506"/>
              <a:gd name="connsiteX167" fmla="*/ 4092908 w 12191999"/>
              <a:gd name="connsiteY167" fmla="*/ 1946662 h 2083506"/>
              <a:gd name="connsiteX168" fmla="*/ 4092306 w 12191999"/>
              <a:gd name="connsiteY168" fmla="*/ 1943291 h 2083506"/>
              <a:gd name="connsiteX169" fmla="*/ 4080234 w 12191999"/>
              <a:gd name="connsiteY169" fmla="*/ 1941219 h 2083506"/>
              <a:gd name="connsiteX170" fmla="*/ 4077778 w 12191999"/>
              <a:gd name="connsiteY170" fmla="*/ 1940145 h 2083506"/>
              <a:gd name="connsiteX171" fmla="*/ 4062936 w 12191999"/>
              <a:gd name="connsiteY171" fmla="*/ 1934506 h 2083506"/>
              <a:gd name="connsiteX172" fmla="*/ 4012506 w 12191999"/>
              <a:gd name="connsiteY172" fmla="*/ 1935475 h 2083506"/>
              <a:gd name="connsiteX173" fmla="*/ 3965880 w 12191999"/>
              <a:gd name="connsiteY173" fmla="*/ 1925968 h 2083506"/>
              <a:gd name="connsiteX174" fmla="*/ 3765338 w 12191999"/>
              <a:gd name="connsiteY174" fmla="*/ 1906649 h 2083506"/>
              <a:gd name="connsiteX175" fmla="*/ 3749493 w 12191999"/>
              <a:gd name="connsiteY175" fmla="*/ 1893071 h 2083506"/>
              <a:gd name="connsiteX176" fmla="*/ 3672704 w 12191999"/>
              <a:gd name="connsiteY176" fmla="*/ 1881383 h 2083506"/>
              <a:gd name="connsiteX177" fmla="*/ 3530082 w 12191999"/>
              <a:gd name="connsiteY177" fmla="*/ 1883187 h 2083506"/>
              <a:gd name="connsiteX178" fmla="*/ 3387664 w 12191999"/>
              <a:gd name="connsiteY178" fmla="*/ 1862579 h 2083506"/>
              <a:gd name="connsiteX179" fmla="*/ 3371681 w 12191999"/>
              <a:gd name="connsiteY179" fmla="*/ 1865293 h 2083506"/>
              <a:gd name="connsiteX180" fmla="*/ 3355305 w 12191999"/>
              <a:gd name="connsiteY180" fmla="*/ 1865842 h 2083506"/>
              <a:gd name="connsiteX181" fmla="*/ 3353790 w 12191999"/>
              <a:gd name="connsiteY181" fmla="*/ 1865158 h 2083506"/>
              <a:gd name="connsiteX182" fmla="*/ 3336210 w 12191999"/>
              <a:gd name="connsiteY182" fmla="*/ 1863564 h 2083506"/>
              <a:gd name="connsiteX183" fmla="*/ 3331381 w 12191999"/>
              <a:gd name="connsiteY183" fmla="*/ 1864716 h 2083506"/>
              <a:gd name="connsiteX184" fmla="*/ 3319012 w 12191999"/>
              <a:gd name="connsiteY184" fmla="*/ 1864093 h 2083506"/>
              <a:gd name="connsiteX185" fmla="*/ 3293818 w 12191999"/>
              <a:gd name="connsiteY185" fmla="*/ 1864135 h 2083506"/>
              <a:gd name="connsiteX186" fmla="*/ 3289881 w 12191999"/>
              <a:gd name="connsiteY186" fmla="*/ 1862954 h 2083506"/>
              <a:gd name="connsiteX187" fmla="*/ 3253090 w 12191999"/>
              <a:gd name="connsiteY187" fmla="*/ 1861164 h 2083506"/>
              <a:gd name="connsiteX188" fmla="*/ 3252949 w 12191999"/>
              <a:gd name="connsiteY188" fmla="*/ 1860574 h 2083506"/>
              <a:gd name="connsiteX189" fmla="*/ 3244187 w 12191999"/>
              <a:gd name="connsiteY189" fmla="*/ 1857604 h 2083506"/>
              <a:gd name="connsiteX190" fmla="*/ 3246570 w 12191999"/>
              <a:gd name="connsiteY190" fmla="*/ 1852946 h 2083506"/>
              <a:gd name="connsiteX191" fmla="*/ 3237810 w 12191999"/>
              <a:gd name="connsiteY191" fmla="*/ 1853064 h 2083506"/>
              <a:gd name="connsiteX192" fmla="*/ 3230822 w 12191999"/>
              <a:gd name="connsiteY192" fmla="*/ 1855474 h 2083506"/>
              <a:gd name="connsiteX193" fmla="*/ 3136549 w 12191999"/>
              <a:gd name="connsiteY193" fmla="*/ 1874037 h 2083506"/>
              <a:gd name="connsiteX194" fmla="*/ 2845754 w 12191999"/>
              <a:gd name="connsiteY194" fmla="*/ 1910932 h 2083506"/>
              <a:gd name="connsiteX195" fmla="*/ 2786878 w 12191999"/>
              <a:gd name="connsiteY195" fmla="*/ 1917162 h 2083506"/>
              <a:gd name="connsiteX196" fmla="*/ 2725298 w 12191999"/>
              <a:gd name="connsiteY196" fmla="*/ 1912340 h 2083506"/>
              <a:gd name="connsiteX197" fmla="*/ 2697754 w 12191999"/>
              <a:gd name="connsiteY197" fmla="*/ 1914863 h 2083506"/>
              <a:gd name="connsiteX198" fmla="*/ 2568063 w 12191999"/>
              <a:gd name="connsiteY198" fmla="*/ 1936283 h 2083506"/>
              <a:gd name="connsiteX199" fmla="*/ 2489784 w 12191999"/>
              <a:gd name="connsiteY199" fmla="*/ 1943720 h 2083506"/>
              <a:gd name="connsiteX200" fmla="*/ 2458978 w 12191999"/>
              <a:gd name="connsiteY200" fmla="*/ 1938095 h 2083506"/>
              <a:gd name="connsiteX201" fmla="*/ 2318712 w 12191999"/>
              <a:gd name="connsiteY201" fmla="*/ 1934474 h 2083506"/>
              <a:gd name="connsiteX202" fmla="*/ 2268709 w 12191999"/>
              <a:gd name="connsiteY202" fmla="*/ 1940521 h 2083506"/>
              <a:gd name="connsiteX203" fmla="*/ 2264080 w 12191999"/>
              <a:gd name="connsiteY203" fmla="*/ 1941232 h 2083506"/>
              <a:gd name="connsiteX204" fmla="*/ 2254684 w 12191999"/>
              <a:gd name="connsiteY204" fmla="*/ 1943524 h 2083506"/>
              <a:gd name="connsiteX205" fmla="*/ 2252523 w 12191999"/>
              <a:gd name="connsiteY205" fmla="*/ 1943004 h 2083506"/>
              <a:gd name="connsiteX206" fmla="*/ 2173350 w 12191999"/>
              <a:gd name="connsiteY206" fmla="*/ 1929202 h 2083506"/>
              <a:gd name="connsiteX207" fmla="*/ 2155266 w 12191999"/>
              <a:gd name="connsiteY207" fmla="*/ 1920267 h 2083506"/>
              <a:gd name="connsiteX208" fmla="*/ 2091013 w 12191999"/>
              <a:gd name="connsiteY208" fmla="*/ 1914631 h 2083506"/>
              <a:gd name="connsiteX209" fmla="*/ 2030712 w 12191999"/>
              <a:gd name="connsiteY209" fmla="*/ 1897690 h 2083506"/>
              <a:gd name="connsiteX210" fmla="*/ 1908838 w 12191999"/>
              <a:gd name="connsiteY210" fmla="*/ 1892222 h 2083506"/>
              <a:gd name="connsiteX211" fmla="*/ 1877796 w 12191999"/>
              <a:gd name="connsiteY211" fmla="*/ 1883887 h 2083506"/>
              <a:gd name="connsiteX212" fmla="*/ 1875824 w 12191999"/>
              <a:gd name="connsiteY212" fmla="*/ 1879265 h 2083506"/>
              <a:gd name="connsiteX213" fmla="*/ 1823048 w 12191999"/>
              <a:gd name="connsiteY213" fmla="*/ 1881064 h 2083506"/>
              <a:gd name="connsiteX214" fmla="*/ 1765736 w 12191999"/>
              <a:gd name="connsiteY214" fmla="*/ 1856578 h 2083506"/>
              <a:gd name="connsiteX215" fmla="*/ 1725669 w 12191999"/>
              <a:gd name="connsiteY215" fmla="*/ 1833744 h 2083506"/>
              <a:gd name="connsiteX216" fmla="*/ 1725216 w 12191999"/>
              <a:gd name="connsiteY216" fmla="*/ 1829447 h 2083506"/>
              <a:gd name="connsiteX217" fmla="*/ 1721485 w 12191999"/>
              <a:gd name="connsiteY217" fmla="*/ 1828960 h 2083506"/>
              <a:gd name="connsiteX218" fmla="*/ 1717786 w 12191999"/>
              <a:gd name="connsiteY218" fmla="*/ 1832224 h 2083506"/>
              <a:gd name="connsiteX219" fmla="*/ 1689907 w 12191999"/>
              <a:gd name="connsiteY219" fmla="*/ 1825425 h 2083506"/>
              <a:gd name="connsiteX220" fmla="*/ 1688093 w 12191999"/>
              <a:gd name="connsiteY220" fmla="*/ 1817391 h 2083506"/>
              <a:gd name="connsiteX221" fmla="*/ 1496789 w 12191999"/>
              <a:gd name="connsiteY221" fmla="*/ 1805297 h 2083506"/>
              <a:gd name="connsiteX222" fmla="*/ 1392839 w 12191999"/>
              <a:gd name="connsiteY222" fmla="*/ 1758649 h 2083506"/>
              <a:gd name="connsiteX223" fmla="*/ 1360872 w 12191999"/>
              <a:gd name="connsiteY223" fmla="*/ 1752441 h 2083506"/>
              <a:gd name="connsiteX224" fmla="*/ 1313885 w 12191999"/>
              <a:gd name="connsiteY224" fmla="*/ 1731785 h 2083506"/>
              <a:gd name="connsiteX225" fmla="*/ 1247665 w 12191999"/>
              <a:gd name="connsiteY225" fmla="*/ 1727765 h 2083506"/>
              <a:gd name="connsiteX226" fmla="*/ 1196850 w 12191999"/>
              <a:gd name="connsiteY226" fmla="*/ 1729622 h 2083506"/>
              <a:gd name="connsiteX227" fmla="*/ 1168728 w 12191999"/>
              <a:gd name="connsiteY227" fmla="*/ 1728550 h 2083506"/>
              <a:gd name="connsiteX228" fmla="*/ 1096918 w 12191999"/>
              <a:gd name="connsiteY228" fmla="*/ 1721485 h 2083506"/>
              <a:gd name="connsiteX229" fmla="*/ 1094082 w 12191999"/>
              <a:gd name="connsiteY229" fmla="*/ 1720113 h 2083506"/>
              <a:gd name="connsiteX230" fmla="*/ 1040782 w 12191999"/>
              <a:gd name="connsiteY230" fmla="*/ 1721762 h 2083506"/>
              <a:gd name="connsiteX231" fmla="*/ 955980 w 12191999"/>
              <a:gd name="connsiteY231" fmla="*/ 1719289 h 2083506"/>
              <a:gd name="connsiteX232" fmla="*/ 926108 w 12191999"/>
              <a:gd name="connsiteY232" fmla="*/ 1715917 h 2083506"/>
              <a:gd name="connsiteX233" fmla="*/ 876049 w 12191999"/>
              <a:gd name="connsiteY233" fmla="*/ 1710422 h 2083506"/>
              <a:gd name="connsiteX234" fmla="*/ 839194 w 12191999"/>
              <a:gd name="connsiteY234" fmla="*/ 1700176 h 2083506"/>
              <a:gd name="connsiteX235" fmla="*/ 797112 w 12191999"/>
              <a:gd name="connsiteY235" fmla="*/ 1698014 h 2083506"/>
              <a:gd name="connsiteX236" fmla="*/ 786610 w 12191999"/>
              <a:gd name="connsiteY236" fmla="*/ 1705455 h 2083506"/>
              <a:gd name="connsiteX237" fmla="*/ 741833 w 12191999"/>
              <a:gd name="connsiteY237" fmla="*/ 1700566 h 2083506"/>
              <a:gd name="connsiteX238" fmla="*/ 673985 w 12191999"/>
              <a:gd name="connsiteY238" fmla="*/ 1692278 h 2083506"/>
              <a:gd name="connsiteX239" fmla="*/ 634665 w 12191999"/>
              <a:gd name="connsiteY239" fmla="*/ 1689550 h 2083506"/>
              <a:gd name="connsiteX240" fmla="*/ 527471 w 12191999"/>
              <a:gd name="connsiteY240" fmla="*/ 1679869 h 2083506"/>
              <a:gd name="connsiteX241" fmla="*/ 420260 w 12191999"/>
              <a:gd name="connsiteY241" fmla="*/ 1668475 h 2083506"/>
              <a:gd name="connsiteX242" fmla="*/ 357630 w 12191999"/>
              <a:gd name="connsiteY242" fmla="*/ 1652142 h 2083506"/>
              <a:gd name="connsiteX243" fmla="*/ 269407 w 12191999"/>
              <a:gd name="connsiteY243" fmla="*/ 1643812 h 2083506"/>
              <a:gd name="connsiteX244" fmla="*/ 254769 w 12191999"/>
              <a:gd name="connsiteY244" fmla="*/ 1641013 h 2083506"/>
              <a:gd name="connsiteX245" fmla="*/ 150763 w 12191999"/>
              <a:gd name="connsiteY245" fmla="*/ 1628143 h 2083506"/>
              <a:gd name="connsiteX246" fmla="*/ 29133 w 12191999"/>
              <a:gd name="connsiteY246" fmla="*/ 1626172 h 2083506"/>
              <a:gd name="connsiteX247" fmla="*/ 0 w 12191999"/>
              <a:gd name="connsiteY247" fmla="*/ 1619589 h 20835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Lst>
            <a:rect l="l" t="t" r="r" b="b"/>
            <a:pathLst>
              <a:path w="12191999" h="2083506">
                <a:moveTo>
                  <a:pt x="0" y="0"/>
                </a:moveTo>
                <a:lnTo>
                  <a:pt x="9429748" y="0"/>
                </a:lnTo>
                <a:lnTo>
                  <a:pt x="9429748" y="1"/>
                </a:lnTo>
                <a:lnTo>
                  <a:pt x="12191999" y="1"/>
                </a:lnTo>
                <a:lnTo>
                  <a:pt x="12191999" y="1164372"/>
                </a:lnTo>
                <a:lnTo>
                  <a:pt x="12147852" y="1163783"/>
                </a:lnTo>
                <a:cubicBezTo>
                  <a:pt x="12063101" y="1189107"/>
                  <a:pt x="12045020" y="1156925"/>
                  <a:pt x="11993604" y="1153496"/>
                </a:cubicBezTo>
                <a:cubicBezTo>
                  <a:pt x="11954216" y="1165241"/>
                  <a:pt x="11911195" y="1167350"/>
                  <a:pt x="11865319" y="1176624"/>
                </a:cubicBezTo>
                <a:cubicBezTo>
                  <a:pt x="11822513" y="1184682"/>
                  <a:pt x="11766915" y="1201558"/>
                  <a:pt x="11718353" y="1209136"/>
                </a:cubicBezTo>
                <a:cubicBezTo>
                  <a:pt x="11675379" y="1217463"/>
                  <a:pt x="11638007" y="1216639"/>
                  <a:pt x="11609067" y="1218512"/>
                </a:cubicBezTo>
                <a:cubicBezTo>
                  <a:pt x="11597582" y="1221322"/>
                  <a:pt x="11554280" y="1243577"/>
                  <a:pt x="11545958" y="1240430"/>
                </a:cubicBezTo>
                <a:lnTo>
                  <a:pt x="11445770" y="1225780"/>
                </a:lnTo>
                <a:cubicBezTo>
                  <a:pt x="11425543" y="1230782"/>
                  <a:pt x="11413740" y="1222096"/>
                  <a:pt x="11398842" y="1227250"/>
                </a:cubicBezTo>
                <a:cubicBezTo>
                  <a:pt x="11367060" y="1233093"/>
                  <a:pt x="11269285" y="1263712"/>
                  <a:pt x="11240093" y="1266797"/>
                </a:cubicBezTo>
                <a:cubicBezTo>
                  <a:pt x="11197297" y="1273685"/>
                  <a:pt x="11181311" y="1272682"/>
                  <a:pt x="11141364" y="1288059"/>
                </a:cubicBezTo>
                <a:cubicBezTo>
                  <a:pt x="11099891" y="1305386"/>
                  <a:pt x="11051533" y="1319157"/>
                  <a:pt x="11015396" y="1353104"/>
                </a:cubicBezTo>
                <a:cubicBezTo>
                  <a:pt x="11009424" y="1362217"/>
                  <a:pt x="10992328" y="1361966"/>
                  <a:pt x="10973905" y="1365109"/>
                </a:cubicBezTo>
                <a:cubicBezTo>
                  <a:pt x="10955482" y="1368254"/>
                  <a:pt x="10907369" y="1372817"/>
                  <a:pt x="10904858" y="1371966"/>
                </a:cubicBezTo>
                <a:cubicBezTo>
                  <a:pt x="10880521" y="1379494"/>
                  <a:pt x="10873670" y="1399734"/>
                  <a:pt x="10827883" y="1410270"/>
                </a:cubicBezTo>
                <a:cubicBezTo>
                  <a:pt x="10790248" y="1415655"/>
                  <a:pt x="10724899" y="1420726"/>
                  <a:pt x="10690996" y="1426394"/>
                </a:cubicBezTo>
                <a:cubicBezTo>
                  <a:pt x="10676463" y="1423331"/>
                  <a:pt x="10634514" y="1436908"/>
                  <a:pt x="10624461" y="1444283"/>
                </a:cubicBezTo>
                <a:cubicBezTo>
                  <a:pt x="10601952" y="1468442"/>
                  <a:pt x="10536224" y="1460228"/>
                  <a:pt x="10517208" y="1478947"/>
                </a:cubicBezTo>
                <a:cubicBezTo>
                  <a:pt x="10509508" y="1482271"/>
                  <a:pt x="10505833" y="1468818"/>
                  <a:pt x="10497937" y="1469831"/>
                </a:cubicBezTo>
                <a:lnTo>
                  <a:pt x="10471201" y="1486037"/>
                </a:lnTo>
                <a:lnTo>
                  <a:pt x="10448263" y="1478223"/>
                </a:lnTo>
                <a:lnTo>
                  <a:pt x="10388089" y="1507175"/>
                </a:lnTo>
                <a:cubicBezTo>
                  <a:pt x="10350285" y="1513081"/>
                  <a:pt x="10383281" y="1526586"/>
                  <a:pt x="10333720" y="1515848"/>
                </a:cubicBezTo>
                <a:cubicBezTo>
                  <a:pt x="10286428" y="1526223"/>
                  <a:pt x="10174884" y="1550019"/>
                  <a:pt x="10104338" y="1569424"/>
                </a:cubicBezTo>
                <a:cubicBezTo>
                  <a:pt x="10066963" y="1581564"/>
                  <a:pt x="9967395" y="1605712"/>
                  <a:pt x="9910445" y="1632275"/>
                </a:cubicBezTo>
                <a:cubicBezTo>
                  <a:pt x="9856131" y="1644130"/>
                  <a:pt x="9831118" y="1689967"/>
                  <a:pt x="9770872" y="1688088"/>
                </a:cubicBezTo>
                <a:cubicBezTo>
                  <a:pt x="9769882" y="1691843"/>
                  <a:pt x="9737016" y="1697044"/>
                  <a:pt x="9733849" y="1700034"/>
                </a:cubicBezTo>
                <a:lnTo>
                  <a:pt x="9703714" y="1730093"/>
                </a:lnTo>
                <a:lnTo>
                  <a:pt x="9698351" y="1730377"/>
                </a:lnTo>
                <a:lnTo>
                  <a:pt x="9632895" y="1736363"/>
                </a:lnTo>
                <a:lnTo>
                  <a:pt x="9569107" y="1741010"/>
                </a:lnTo>
                <a:cubicBezTo>
                  <a:pt x="9558961" y="1745882"/>
                  <a:pt x="9548028" y="1750646"/>
                  <a:pt x="9536451" y="1755120"/>
                </a:cubicBezTo>
                <a:lnTo>
                  <a:pt x="9529385" y="1757515"/>
                </a:lnTo>
                <a:lnTo>
                  <a:pt x="9498527" y="1753117"/>
                </a:lnTo>
                <a:lnTo>
                  <a:pt x="9436642" y="1755478"/>
                </a:lnTo>
                <a:lnTo>
                  <a:pt x="9429748" y="1756317"/>
                </a:lnTo>
                <a:lnTo>
                  <a:pt x="9429748" y="1768745"/>
                </a:lnTo>
                <a:lnTo>
                  <a:pt x="9425802" y="1769273"/>
                </a:lnTo>
                <a:cubicBezTo>
                  <a:pt x="9390751" y="1773262"/>
                  <a:pt x="9371406" y="1773457"/>
                  <a:pt x="9349763" y="1776107"/>
                </a:cubicBezTo>
                <a:cubicBezTo>
                  <a:pt x="9314721" y="1782260"/>
                  <a:pt x="9277650" y="1796217"/>
                  <a:pt x="9256503" y="1800699"/>
                </a:cubicBezTo>
                <a:lnTo>
                  <a:pt x="9222873" y="1803003"/>
                </a:lnTo>
                <a:lnTo>
                  <a:pt x="9224095" y="1807355"/>
                </a:lnTo>
                <a:lnTo>
                  <a:pt x="9211603" y="1807675"/>
                </a:lnTo>
                <a:lnTo>
                  <a:pt x="9183719" y="1807781"/>
                </a:lnTo>
                <a:cubicBezTo>
                  <a:pt x="9166319" y="1808439"/>
                  <a:pt x="9117935" y="1807396"/>
                  <a:pt x="9100221" y="1808989"/>
                </a:cubicBezTo>
                <a:cubicBezTo>
                  <a:pt x="9095111" y="1813630"/>
                  <a:pt x="9087224" y="1816160"/>
                  <a:pt x="9077439" y="1817333"/>
                </a:cubicBezTo>
                <a:lnTo>
                  <a:pt x="9055889" y="1817464"/>
                </a:lnTo>
                <a:lnTo>
                  <a:pt x="8930912" y="1828648"/>
                </a:lnTo>
                <a:lnTo>
                  <a:pt x="8913729" y="1829483"/>
                </a:lnTo>
                <a:lnTo>
                  <a:pt x="8904423" y="1833234"/>
                </a:lnTo>
                <a:cubicBezTo>
                  <a:pt x="8897319" y="1833982"/>
                  <a:pt x="8876911" y="1833498"/>
                  <a:pt x="8871099" y="1833979"/>
                </a:cubicBezTo>
                <a:lnTo>
                  <a:pt x="8869557" y="1836113"/>
                </a:lnTo>
                <a:cubicBezTo>
                  <a:pt x="8851043" y="1839524"/>
                  <a:pt x="8781405" y="1850882"/>
                  <a:pt x="8760021" y="1854442"/>
                </a:cubicBezTo>
                <a:cubicBezTo>
                  <a:pt x="8755749" y="1851161"/>
                  <a:pt x="8746183" y="1856343"/>
                  <a:pt x="8741254" y="1857469"/>
                </a:cubicBezTo>
                <a:cubicBezTo>
                  <a:pt x="8740491" y="1855259"/>
                  <a:pt x="8728559" y="1854585"/>
                  <a:pt x="8725039" y="1856552"/>
                </a:cubicBezTo>
                <a:cubicBezTo>
                  <a:pt x="8641157" y="1867333"/>
                  <a:pt x="8683145" y="1845054"/>
                  <a:pt x="8635265" y="1859168"/>
                </a:cubicBezTo>
                <a:cubicBezTo>
                  <a:pt x="8626795" y="1860103"/>
                  <a:pt x="8619931" y="1859212"/>
                  <a:pt x="8613911" y="1857561"/>
                </a:cubicBezTo>
                <a:lnTo>
                  <a:pt x="8604931" y="1854170"/>
                </a:lnTo>
                <a:lnTo>
                  <a:pt x="8570171" y="1860579"/>
                </a:lnTo>
                <a:cubicBezTo>
                  <a:pt x="8553049" y="1862813"/>
                  <a:pt x="8535028" y="1864294"/>
                  <a:pt x="8516537" y="1864971"/>
                </a:cubicBezTo>
                <a:cubicBezTo>
                  <a:pt x="8512388" y="1860455"/>
                  <a:pt x="8497874" y="1866870"/>
                  <a:pt x="8491046" y="1868141"/>
                </a:cubicBezTo>
                <a:cubicBezTo>
                  <a:pt x="8490975" y="1865191"/>
                  <a:pt x="8475847" y="1863778"/>
                  <a:pt x="8470478" y="1866216"/>
                </a:cubicBezTo>
                <a:cubicBezTo>
                  <a:pt x="8357654" y="1876758"/>
                  <a:pt x="8421139" y="1849210"/>
                  <a:pt x="8353433" y="1865729"/>
                </a:cubicBezTo>
                <a:lnTo>
                  <a:pt x="8347675" y="1865075"/>
                </a:lnTo>
                <a:lnTo>
                  <a:pt x="8343939" y="1865677"/>
                </a:lnTo>
                <a:cubicBezTo>
                  <a:pt x="8309852" y="1870841"/>
                  <a:pt x="8272587" y="1875809"/>
                  <a:pt x="8221566" y="1881148"/>
                </a:cubicBezTo>
                <a:cubicBezTo>
                  <a:pt x="8158043" y="1892960"/>
                  <a:pt x="8095547" y="1914042"/>
                  <a:pt x="8066095" y="1919902"/>
                </a:cubicBezTo>
                <a:cubicBezTo>
                  <a:pt x="8058949" y="1919234"/>
                  <a:pt x="8051921" y="1917862"/>
                  <a:pt x="8044849" y="1916308"/>
                </a:cubicBezTo>
                <a:lnTo>
                  <a:pt x="8041142" y="1915506"/>
                </a:lnTo>
                <a:lnTo>
                  <a:pt x="8022159" y="1911521"/>
                </a:lnTo>
                <a:lnTo>
                  <a:pt x="7944932" y="1917265"/>
                </a:lnTo>
                <a:lnTo>
                  <a:pt x="7879011" y="1928570"/>
                </a:lnTo>
                <a:lnTo>
                  <a:pt x="7865529" y="1934399"/>
                </a:lnTo>
                <a:lnTo>
                  <a:pt x="7774801" y="1947969"/>
                </a:lnTo>
                <a:lnTo>
                  <a:pt x="7748398" y="1955982"/>
                </a:lnTo>
                <a:lnTo>
                  <a:pt x="7740684" y="1955717"/>
                </a:lnTo>
                <a:cubicBezTo>
                  <a:pt x="7728362" y="1958584"/>
                  <a:pt x="7714099" y="1968442"/>
                  <a:pt x="7712976" y="1960442"/>
                </a:cubicBezTo>
                <a:lnTo>
                  <a:pt x="7699956" y="1966104"/>
                </a:lnTo>
                <a:lnTo>
                  <a:pt x="7684158" y="1962927"/>
                </a:lnTo>
                <a:cubicBezTo>
                  <a:pt x="7674684" y="1962643"/>
                  <a:pt x="7652105" y="1963177"/>
                  <a:pt x="7643109" y="1964400"/>
                </a:cubicBezTo>
                <a:lnTo>
                  <a:pt x="7630180" y="1970266"/>
                </a:lnTo>
                <a:lnTo>
                  <a:pt x="7609131" y="1971774"/>
                </a:lnTo>
                <a:cubicBezTo>
                  <a:pt x="7596694" y="1971644"/>
                  <a:pt x="7570258" y="1969757"/>
                  <a:pt x="7555555" y="1969491"/>
                </a:cubicBezTo>
                <a:cubicBezTo>
                  <a:pt x="7541460" y="1966540"/>
                  <a:pt x="7530571" y="1964848"/>
                  <a:pt x="7520919" y="1970177"/>
                </a:cubicBezTo>
                <a:cubicBezTo>
                  <a:pt x="7500295" y="1966884"/>
                  <a:pt x="7480780" y="1949401"/>
                  <a:pt x="7456258" y="1960468"/>
                </a:cubicBezTo>
                <a:cubicBezTo>
                  <a:pt x="7434946" y="1957506"/>
                  <a:pt x="7435772" y="1952500"/>
                  <a:pt x="7393047" y="1952408"/>
                </a:cubicBezTo>
                <a:cubicBezTo>
                  <a:pt x="7356520" y="1952860"/>
                  <a:pt x="7236307" y="1958626"/>
                  <a:pt x="7199912" y="1959913"/>
                </a:cubicBezTo>
                <a:cubicBezTo>
                  <a:pt x="7176501" y="1959942"/>
                  <a:pt x="7160098" y="1958343"/>
                  <a:pt x="7146774" y="1956641"/>
                </a:cubicBezTo>
                <a:lnTo>
                  <a:pt x="7122244" y="1953891"/>
                </a:lnTo>
                <a:lnTo>
                  <a:pt x="7032241" y="1962723"/>
                </a:lnTo>
                <a:cubicBezTo>
                  <a:pt x="6997214" y="1965198"/>
                  <a:pt x="6963725" y="1968396"/>
                  <a:pt x="6941492" y="1976868"/>
                </a:cubicBezTo>
                <a:cubicBezTo>
                  <a:pt x="6947015" y="1970398"/>
                  <a:pt x="6923088" y="1965379"/>
                  <a:pt x="6906514" y="1968589"/>
                </a:cubicBezTo>
                <a:cubicBezTo>
                  <a:pt x="6925890" y="1943204"/>
                  <a:pt x="6840983" y="1991464"/>
                  <a:pt x="6826395" y="1974141"/>
                </a:cubicBezTo>
                <a:cubicBezTo>
                  <a:pt x="6825676" y="1990223"/>
                  <a:pt x="6751393" y="2017492"/>
                  <a:pt x="6716431" y="2004297"/>
                </a:cubicBezTo>
                <a:cubicBezTo>
                  <a:pt x="6663167" y="2007518"/>
                  <a:pt x="6625450" y="2020811"/>
                  <a:pt x="6569607" y="2015496"/>
                </a:cubicBezTo>
                <a:cubicBezTo>
                  <a:pt x="6567874" y="2017648"/>
                  <a:pt x="6565034" y="2019449"/>
                  <a:pt x="6561430" y="2020996"/>
                </a:cubicBezTo>
                <a:lnTo>
                  <a:pt x="6549371" y="2024747"/>
                </a:lnTo>
                <a:lnTo>
                  <a:pt x="6547040" y="2024474"/>
                </a:lnTo>
                <a:cubicBezTo>
                  <a:pt x="6537882" y="2024425"/>
                  <a:pt x="6533193" y="2025332"/>
                  <a:pt x="6530482" y="2026659"/>
                </a:cubicBezTo>
                <a:lnTo>
                  <a:pt x="6528565" y="2028600"/>
                </a:lnTo>
                <a:lnTo>
                  <a:pt x="6517741" y="2030558"/>
                </a:lnTo>
                <a:lnTo>
                  <a:pt x="6497855" y="2035650"/>
                </a:lnTo>
                <a:lnTo>
                  <a:pt x="6492785" y="2035444"/>
                </a:lnTo>
                <a:lnTo>
                  <a:pt x="6460692" y="2041321"/>
                </a:lnTo>
                <a:lnTo>
                  <a:pt x="6459609" y="2040851"/>
                </a:lnTo>
                <a:cubicBezTo>
                  <a:pt x="6456451" y="2039933"/>
                  <a:pt x="6452734" y="2039508"/>
                  <a:pt x="6447765" y="2040102"/>
                </a:cubicBezTo>
                <a:cubicBezTo>
                  <a:pt x="6446007" y="2031126"/>
                  <a:pt x="6441093" y="2037380"/>
                  <a:pt x="6426590" y="2039928"/>
                </a:cubicBezTo>
                <a:cubicBezTo>
                  <a:pt x="6423606" y="2033241"/>
                  <a:pt x="6413230" y="2032925"/>
                  <a:pt x="6401693" y="2033537"/>
                </a:cubicBezTo>
                <a:lnTo>
                  <a:pt x="6387141" y="2033161"/>
                </a:lnTo>
                <a:lnTo>
                  <a:pt x="6357846" y="2036782"/>
                </a:lnTo>
                <a:lnTo>
                  <a:pt x="6342914" y="2037585"/>
                </a:lnTo>
                <a:lnTo>
                  <a:pt x="6336300" y="2038781"/>
                </a:lnTo>
                <a:lnTo>
                  <a:pt x="6317178" y="2038968"/>
                </a:lnTo>
                <a:lnTo>
                  <a:pt x="6161427" y="2047338"/>
                </a:lnTo>
                <a:cubicBezTo>
                  <a:pt x="6147824" y="2057658"/>
                  <a:pt x="6118908" y="2077615"/>
                  <a:pt x="6097339" y="2082438"/>
                </a:cubicBezTo>
                <a:cubicBezTo>
                  <a:pt x="6090149" y="2084046"/>
                  <a:pt x="6083776" y="2083972"/>
                  <a:pt x="6079059" y="2081299"/>
                </a:cubicBezTo>
                <a:cubicBezTo>
                  <a:pt x="6063900" y="2082334"/>
                  <a:pt x="6011621" y="2084537"/>
                  <a:pt x="5998439" y="2070958"/>
                </a:cubicBezTo>
                <a:cubicBezTo>
                  <a:pt x="5976443" y="2071759"/>
                  <a:pt x="5925514" y="2069780"/>
                  <a:pt x="5904290" y="2070255"/>
                </a:cubicBezTo>
                <a:cubicBezTo>
                  <a:pt x="5871515" y="2066244"/>
                  <a:pt x="5843986" y="2088249"/>
                  <a:pt x="5814867" y="2079032"/>
                </a:cubicBezTo>
                <a:cubicBezTo>
                  <a:pt x="5792003" y="2070559"/>
                  <a:pt x="5750009" y="2076273"/>
                  <a:pt x="5725743" y="2070558"/>
                </a:cubicBezTo>
                <a:cubicBezTo>
                  <a:pt x="5716432" y="2058355"/>
                  <a:pt x="5667424" y="2047322"/>
                  <a:pt x="5650546" y="2052412"/>
                </a:cubicBezTo>
                <a:cubicBezTo>
                  <a:pt x="5614627" y="2046084"/>
                  <a:pt x="5608108" y="2028306"/>
                  <a:pt x="5581284" y="2023175"/>
                </a:cubicBezTo>
                <a:lnTo>
                  <a:pt x="5572593" y="2018391"/>
                </a:lnTo>
                <a:lnTo>
                  <a:pt x="5548580" y="2016951"/>
                </a:lnTo>
                <a:cubicBezTo>
                  <a:pt x="5523726" y="2017783"/>
                  <a:pt x="5498337" y="2019663"/>
                  <a:pt x="5471173" y="2018786"/>
                </a:cubicBezTo>
                <a:cubicBezTo>
                  <a:pt x="5447687" y="2003020"/>
                  <a:pt x="5353807" y="2022324"/>
                  <a:pt x="5340320" y="2037611"/>
                </a:cubicBezTo>
                <a:cubicBezTo>
                  <a:pt x="5340015" y="2024215"/>
                  <a:pt x="5271937" y="2042455"/>
                  <a:pt x="5254376" y="2042928"/>
                </a:cubicBezTo>
                <a:cubicBezTo>
                  <a:pt x="5248522" y="2043086"/>
                  <a:pt x="5248281" y="2041270"/>
                  <a:pt x="5258035" y="2035649"/>
                </a:cubicBezTo>
                <a:cubicBezTo>
                  <a:pt x="5239374" y="2037214"/>
                  <a:pt x="5220112" y="2030252"/>
                  <a:pt x="5230622" y="2024576"/>
                </a:cubicBezTo>
                <a:cubicBezTo>
                  <a:pt x="5173932" y="2036724"/>
                  <a:pt x="5090262" y="2024645"/>
                  <a:pt x="5026203" y="2030162"/>
                </a:cubicBezTo>
                <a:cubicBezTo>
                  <a:pt x="4991280" y="2016814"/>
                  <a:pt x="5010212" y="2029164"/>
                  <a:pt x="4973988" y="2026668"/>
                </a:cubicBezTo>
                <a:cubicBezTo>
                  <a:pt x="4983896" y="2038955"/>
                  <a:pt x="4930012" y="2019774"/>
                  <a:pt x="4928030" y="2033642"/>
                </a:cubicBezTo>
                <a:cubicBezTo>
                  <a:pt x="4921501" y="2032748"/>
                  <a:pt x="4915238" y="2031445"/>
                  <a:pt x="4908970" y="2030033"/>
                </a:cubicBezTo>
                <a:lnTo>
                  <a:pt x="4905679" y="2029300"/>
                </a:lnTo>
                <a:lnTo>
                  <a:pt x="4892525" y="2028768"/>
                </a:lnTo>
                <a:lnTo>
                  <a:pt x="4888818" y="2025619"/>
                </a:lnTo>
                <a:lnTo>
                  <a:pt x="4869018" y="2022668"/>
                </a:lnTo>
                <a:cubicBezTo>
                  <a:pt x="4861602" y="2022028"/>
                  <a:pt x="4853622" y="2021880"/>
                  <a:pt x="4844804" y="2022527"/>
                </a:cubicBezTo>
                <a:cubicBezTo>
                  <a:pt x="4823110" y="2028022"/>
                  <a:pt x="4789330" y="2021287"/>
                  <a:pt x="4758778" y="2021694"/>
                </a:cubicBezTo>
                <a:lnTo>
                  <a:pt x="4744748" y="2023396"/>
                </a:lnTo>
                <a:lnTo>
                  <a:pt x="4698956" y="2020558"/>
                </a:lnTo>
                <a:cubicBezTo>
                  <a:pt x="4685921" y="2020008"/>
                  <a:pt x="4672392" y="2019718"/>
                  <a:pt x="4658147" y="2019920"/>
                </a:cubicBezTo>
                <a:lnTo>
                  <a:pt x="4631706" y="2021274"/>
                </a:lnTo>
                <a:lnTo>
                  <a:pt x="4624776" y="2020152"/>
                </a:lnTo>
                <a:cubicBezTo>
                  <a:pt x="4612703" y="2020277"/>
                  <a:pt x="4596727" y="2024226"/>
                  <a:pt x="4598150" y="2019429"/>
                </a:cubicBezTo>
                <a:lnTo>
                  <a:pt x="4584588" y="2021092"/>
                </a:lnTo>
                <a:lnTo>
                  <a:pt x="4571203" y="2017263"/>
                </a:lnTo>
                <a:cubicBezTo>
                  <a:pt x="4569736" y="2016374"/>
                  <a:pt x="4568633" y="2015427"/>
                  <a:pt x="4567930" y="2014458"/>
                </a:cubicBezTo>
                <a:lnTo>
                  <a:pt x="4548984" y="2015717"/>
                </a:lnTo>
                <a:lnTo>
                  <a:pt x="4533451" y="2012976"/>
                </a:lnTo>
                <a:lnTo>
                  <a:pt x="4519910" y="2014768"/>
                </a:lnTo>
                <a:lnTo>
                  <a:pt x="4514290" y="2014364"/>
                </a:lnTo>
                <a:lnTo>
                  <a:pt x="4500320" y="2013007"/>
                </a:lnTo>
                <a:cubicBezTo>
                  <a:pt x="4493159" y="2012056"/>
                  <a:pt x="4485144" y="2010910"/>
                  <a:pt x="4476219" y="2009993"/>
                </a:cubicBezTo>
                <a:lnTo>
                  <a:pt x="4468701" y="2009574"/>
                </a:lnTo>
                <a:lnTo>
                  <a:pt x="4452333" y="2004964"/>
                </a:lnTo>
                <a:cubicBezTo>
                  <a:pt x="4440422" y="2001479"/>
                  <a:pt x="4431048" y="1999130"/>
                  <a:pt x="4420644" y="2001021"/>
                </a:cubicBezTo>
                <a:cubicBezTo>
                  <a:pt x="4402911" y="1996519"/>
                  <a:pt x="4390524" y="1983900"/>
                  <a:pt x="4364856" y="1987267"/>
                </a:cubicBezTo>
                <a:cubicBezTo>
                  <a:pt x="4372645" y="1981550"/>
                  <a:pt x="4336350" y="1986575"/>
                  <a:pt x="4332062" y="1980703"/>
                </a:cubicBezTo>
                <a:cubicBezTo>
                  <a:pt x="4330083" y="1975974"/>
                  <a:pt x="4318612" y="1976397"/>
                  <a:pt x="4309876" y="1974653"/>
                </a:cubicBezTo>
                <a:cubicBezTo>
                  <a:pt x="4303650" y="1969824"/>
                  <a:pt x="4259693" y="1965414"/>
                  <a:pt x="4244391" y="1966109"/>
                </a:cubicBezTo>
                <a:cubicBezTo>
                  <a:pt x="4201255" y="1970914"/>
                  <a:pt x="4166558" y="1951471"/>
                  <a:pt x="4132071" y="1954813"/>
                </a:cubicBezTo>
                <a:cubicBezTo>
                  <a:pt x="4123041" y="1954358"/>
                  <a:pt x="4115554" y="1953263"/>
                  <a:pt x="4109069" y="1951778"/>
                </a:cubicBezTo>
                <a:lnTo>
                  <a:pt x="4092908" y="1946662"/>
                </a:lnTo>
                <a:cubicBezTo>
                  <a:pt x="4092707" y="1945539"/>
                  <a:pt x="4092506" y="1944415"/>
                  <a:pt x="4092306" y="1943291"/>
                </a:cubicBezTo>
                <a:lnTo>
                  <a:pt x="4080234" y="1941219"/>
                </a:lnTo>
                <a:lnTo>
                  <a:pt x="4077778" y="1940145"/>
                </a:lnTo>
                <a:cubicBezTo>
                  <a:pt x="4073105" y="1938081"/>
                  <a:pt x="4068339" y="1936119"/>
                  <a:pt x="4062936" y="1934506"/>
                </a:cubicBezTo>
                <a:cubicBezTo>
                  <a:pt x="4048082" y="1947155"/>
                  <a:pt x="4014523" y="1922869"/>
                  <a:pt x="4012506" y="1935475"/>
                </a:cubicBezTo>
                <a:cubicBezTo>
                  <a:pt x="3980228" y="1928812"/>
                  <a:pt x="3986775" y="1942559"/>
                  <a:pt x="3965880" y="1925968"/>
                </a:cubicBezTo>
                <a:cubicBezTo>
                  <a:pt x="3899515" y="1923414"/>
                  <a:pt x="3830855" y="1902158"/>
                  <a:pt x="3765338" y="1906649"/>
                </a:cubicBezTo>
                <a:cubicBezTo>
                  <a:pt x="3780686" y="1902635"/>
                  <a:pt x="3768784" y="1893856"/>
                  <a:pt x="3749493" y="1893071"/>
                </a:cubicBezTo>
                <a:cubicBezTo>
                  <a:pt x="3807776" y="1876857"/>
                  <a:pt x="3656400" y="1898030"/>
                  <a:pt x="3672704" y="1881383"/>
                </a:cubicBezTo>
                <a:cubicBezTo>
                  <a:pt x="3645532" y="1893973"/>
                  <a:pt x="3537791" y="1900656"/>
                  <a:pt x="3530082" y="1883187"/>
                </a:cubicBezTo>
                <a:cubicBezTo>
                  <a:pt x="3479808" y="1875044"/>
                  <a:pt x="3426017" y="1877998"/>
                  <a:pt x="3387664" y="1862579"/>
                </a:cubicBezTo>
                <a:cubicBezTo>
                  <a:pt x="3382649" y="1863935"/>
                  <a:pt x="3377277" y="1864791"/>
                  <a:pt x="3371681" y="1865293"/>
                </a:cubicBezTo>
                <a:lnTo>
                  <a:pt x="3355305" y="1865842"/>
                </a:lnTo>
                <a:lnTo>
                  <a:pt x="3353790" y="1865158"/>
                </a:lnTo>
                <a:cubicBezTo>
                  <a:pt x="3346144" y="1863282"/>
                  <a:pt x="3340687" y="1863057"/>
                  <a:pt x="3336210" y="1863564"/>
                </a:cubicBezTo>
                <a:lnTo>
                  <a:pt x="3331381" y="1864716"/>
                </a:lnTo>
                <a:lnTo>
                  <a:pt x="3319012" y="1864093"/>
                </a:lnTo>
                <a:lnTo>
                  <a:pt x="3293818" y="1864135"/>
                </a:lnTo>
                <a:lnTo>
                  <a:pt x="3289881" y="1862954"/>
                </a:lnTo>
                <a:lnTo>
                  <a:pt x="3253090" y="1861164"/>
                </a:lnTo>
                <a:cubicBezTo>
                  <a:pt x="3253042" y="1860968"/>
                  <a:pt x="3252996" y="1860771"/>
                  <a:pt x="3252949" y="1860574"/>
                </a:cubicBezTo>
                <a:cubicBezTo>
                  <a:pt x="3251799" y="1859213"/>
                  <a:pt x="3249368" y="1858131"/>
                  <a:pt x="3244187" y="1857604"/>
                </a:cubicBezTo>
                <a:cubicBezTo>
                  <a:pt x="3250860" y="1853873"/>
                  <a:pt x="3250577" y="1852999"/>
                  <a:pt x="3246570" y="1852946"/>
                </a:cubicBezTo>
                <a:lnTo>
                  <a:pt x="3237810" y="1853064"/>
                </a:lnTo>
                <a:lnTo>
                  <a:pt x="3230822" y="1855474"/>
                </a:lnTo>
                <a:cubicBezTo>
                  <a:pt x="3206812" y="1862286"/>
                  <a:pt x="3176733" y="1868865"/>
                  <a:pt x="3136549" y="1874037"/>
                </a:cubicBezTo>
                <a:cubicBezTo>
                  <a:pt x="3081163" y="1880168"/>
                  <a:pt x="2902557" y="1900580"/>
                  <a:pt x="2845754" y="1910932"/>
                </a:cubicBezTo>
                <a:cubicBezTo>
                  <a:pt x="2860822" y="1944376"/>
                  <a:pt x="2813389" y="1905358"/>
                  <a:pt x="2786878" y="1917162"/>
                </a:cubicBezTo>
                <a:cubicBezTo>
                  <a:pt x="2766803" y="1917398"/>
                  <a:pt x="2741628" y="1915886"/>
                  <a:pt x="2725298" y="1912340"/>
                </a:cubicBezTo>
                <a:cubicBezTo>
                  <a:pt x="2716680" y="1911427"/>
                  <a:pt x="2707572" y="1911972"/>
                  <a:pt x="2697754" y="1914863"/>
                </a:cubicBezTo>
                <a:cubicBezTo>
                  <a:pt x="2667185" y="1939014"/>
                  <a:pt x="2622149" y="1926211"/>
                  <a:pt x="2568063" y="1936283"/>
                </a:cubicBezTo>
                <a:cubicBezTo>
                  <a:pt x="2552625" y="1932001"/>
                  <a:pt x="2502682" y="1953378"/>
                  <a:pt x="2489784" y="1943720"/>
                </a:cubicBezTo>
                <a:cubicBezTo>
                  <a:pt x="2478524" y="1943155"/>
                  <a:pt x="2467418" y="1949411"/>
                  <a:pt x="2458978" y="1938095"/>
                </a:cubicBezTo>
                <a:cubicBezTo>
                  <a:pt x="2417552" y="1934639"/>
                  <a:pt x="2366376" y="1931293"/>
                  <a:pt x="2318712" y="1934474"/>
                </a:cubicBezTo>
                <a:cubicBezTo>
                  <a:pt x="2296029" y="1936526"/>
                  <a:pt x="2282069" y="1938434"/>
                  <a:pt x="2268709" y="1940521"/>
                </a:cubicBezTo>
                <a:lnTo>
                  <a:pt x="2264080" y="1941232"/>
                </a:lnTo>
                <a:lnTo>
                  <a:pt x="2254684" y="1943524"/>
                </a:lnTo>
                <a:lnTo>
                  <a:pt x="2252523" y="1943004"/>
                </a:lnTo>
                <a:lnTo>
                  <a:pt x="2173350" y="1929202"/>
                </a:lnTo>
                <a:lnTo>
                  <a:pt x="2155266" y="1920267"/>
                </a:lnTo>
                <a:lnTo>
                  <a:pt x="2091013" y="1914631"/>
                </a:lnTo>
                <a:cubicBezTo>
                  <a:pt x="2033357" y="1920614"/>
                  <a:pt x="2070513" y="1905065"/>
                  <a:pt x="2030712" y="1897690"/>
                </a:cubicBezTo>
                <a:cubicBezTo>
                  <a:pt x="1994539" y="1893055"/>
                  <a:pt x="1958569" y="1883188"/>
                  <a:pt x="1908838" y="1892222"/>
                </a:cubicBezTo>
                <a:cubicBezTo>
                  <a:pt x="1897236" y="1896147"/>
                  <a:pt x="1883338" y="1892415"/>
                  <a:pt x="1877796" y="1883887"/>
                </a:cubicBezTo>
                <a:cubicBezTo>
                  <a:pt x="1876842" y="1882419"/>
                  <a:pt x="1876177" y="1880863"/>
                  <a:pt x="1875824" y="1879265"/>
                </a:cubicBezTo>
                <a:cubicBezTo>
                  <a:pt x="1843474" y="1887199"/>
                  <a:pt x="1841511" y="1873818"/>
                  <a:pt x="1823048" y="1881064"/>
                </a:cubicBezTo>
                <a:cubicBezTo>
                  <a:pt x="1792640" y="1872164"/>
                  <a:pt x="1782358" y="1850450"/>
                  <a:pt x="1765736" y="1856578"/>
                </a:cubicBezTo>
                <a:cubicBezTo>
                  <a:pt x="1753024" y="1849107"/>
                  <a:pt x="1745932" y="1828316"/>
                  <a:pt x="1725669" y="1833744"/>
                </a:cubicBezTo>
                <a:cubicBezTo>
                  <a:pt x="1727428" y="1831405"/>
                  <a:pt x="1726953" y="1830157"/>
                  <a:pt x="1725216" y="1829447"/>
                </a:cubicBezTo>
                <a:lnTo>
                  <a:pt x="1721485" y="1828960"/>
                </a:lnTo>
                <a:lnTo>
                  <a:pt x="1717786" y="1832224"/>
                </a:lnTo>
                <a:cubicBezTo>
                  <a:pt x="1703445" y="1843277"/>
                  <a:pt x="1706547" y="1827935"/>
                  <a:pt x="1689907" y="1825425"/>
                </a:cubicBezTo>
                <a:cubicBezTo>
                  <a:pt x="1682338" y="1823445"/>
                  <a:pt x="1685181" y="1820226"/>
                  <a:pt x="1688093" y="1817391"/>
                </a:cubicBezTo>
                <a:lnTo>
                  <a:pt x="1496789" y="1805297"/>
                </a:lnTo>
                <a:cubicBezTo>
                  <a:pt x="1463551" y="1793913"/>
                  <a:pt x="1426345" y="1786892"/>
                  <a:pt x="1392839" y="1758649"/>
                </a:cubicBezTo>
                <a:cubicBezTo>
                  <a:pt x="1386461" y="1750573"/>
                  <a:pt x="1374031" y="1756918"/>
                  <a:pt x="1360872" y="1752441"/>
                </a:cubicBezTo>
                <a:cubicBezTo>
                  <a:pt x="1347711" y="1747963"/>
                  <a:pt x="1332751" y="1735898"/>
                  <a:pt x="1313885" y="1731785"/>
                </a:cubicBezTo>
                <a:cubicBezTo>
                  <a:pt x="1281989" y="1726305"/>
                  <a:pt x="1256405" y="1739744"/>
                  <a:pt x="1247665" y="1727765"/>
                </a:cubicBezTo>
                <a:cubicBezTo>
                  <a:pt x="1231363" y="1728538"/>
                  <a:pt x="1209120" y="1742556"/>
                  <a:pt x="1196850" y="1729622"/>
                </a:cubicBezTo>
                <a:cubicBezTo>
                  <a:pt x="1195195" y="1740224"/>
                  <a:pt x="1178147" y="1721561"/>
                  <a:pt x="1168728" y="1728550"/>
                </a:cubicBezTo>
                <a:cubicBezTo>
                  <a:pt x="1152073" y="1727193"/>
                  <a:pt x="1122804" y="1725926"/>
                  <a:pt x="1096918" y="1721485"/>
                </a:cubicBezTo>
                <a:lnTo>
                  <a:pt x="1094082" y="1720113"/>
                </a:lnTo>
                <a:lnTo>
                  <a:pt x="1040782" y="1721762"/>
                </a:lnTo>
                <a:cubicBezTo>
                  <a:pt x="987172" y="1722352"/>
                  <a:pt x="1023272" y="1708707"/>
                  <a:pt x="955980" y="1719289"/>
                </a:cubicBezTo>
                <a:cubicBezTo>
                  <a:pt x="948995" y="1714208"/>
                  <a:pt x="940521" y="1713816"/>
                  <a:pt x="926108" y="1715917"/>
                </a:cubicBezTo>
                <a:cubicBezTo>
                  <a:pt x="900077" y="1715834"/>
                  <a:pt x="902688" y="1703436"/>
                  <a:pt x="876049" y="1710422"/>
                </a:cubicBezTo>
                <a:cubicBezTo>
                  <a:pt x="881084" y="1703830"/>
                  <a:pt x="826830" y="1706893"/>
                  <a:pt x="839194" y="1700176"/>
                </a:cubicBezTo>
                <a:cubicBezTo>
                  <a:pt x="822548" y="1693764"/>
                  <a:pt x="813674" y="1703628"/>
                  <a:pt x="797112" y="1698014"/>
                </a:cubicBezTo>
                <a:cubicBezTo>
                  <a:pt x="778195" y="1696418"/>
                  <a:pt x="807647" y="1705364"/>
                  <a:pt x="786610" y="1705455"/>
                </a:cubicBezTo>
                <a:cubicBezTo>
                  <a:pt x="761170" y="1704357"/>
                  <a:pt x="760599" y="1716610"/>
                  <a:pt x="741833" y="1700566"/>
                </a:cubicBezTo>
                <a:lnTo>
                  <a:pt x="673985" y="1692278"/>
                </a:lnTo>
                <a:cubicBezTo>
                  <a:pt x="658515" y="1695829"/>
                  <a:pt x="646395" y="1693620"/>
                  <a:pt x="634665" y="1689550"/>
                </a:cubicBezTo>
                <a:cubicBezTo>
                  <a:pt x="599149" y="1689690"/>
                  <a:pt x="567176" y="1683160"/>
                  <a:pt x="527471" y="1679869"/>
                </a:cubicBezTo>
                <a:cubicBezTo>
                  <a:pt x="484099" y="1683240"/>
                  <a:pt x="462693" y="1671949"/>
                  <a:pt x="420260" y="1668475"/>
                </a:cubicBezTo>
                <a:cubicBezTo>
                  <a:pt x="377482" y="1677390"/>
                  <a:pt x="393500" y="1652730"/>
                  <a:pt x="357630" y="1652142"/>
                </a:cubicBezTo>
                <a:cubicBezTo>
                  <a:pt x="298692" y="1659518"/>
                  <a:pt x="359631" y="1643849"/>
                  <a:pt x="269407" y="1643812"/>
                </a:cubicBezTo>
                <a:cubicBezTo>
                  <a:pt x="264204" y="1645215"/>
                  <a:pt x="253436" y="1643159"/>
                  <a:pt x="254769" y="1641013"/>
                </a:cubicBezTo>
                <a:cubicBezTo>
                  <a:pt x="234996" y="1641090"/>
                  <a:pt x="179093" y="1626583"/>
                  <a:pt x="150763" y="1628143"/>
                </a:cubicBezTo>
                <a:cubicBezTo>
                  <a:pt x="96232" y="1619954"/>
                  <a:pt x="68845" y="1629422"/>
                  <a:pt x="29133" y="1626172"/>
                </a:cubicBezTo>
                <a:lnTo>
                  <a:pt x="0" y="1619589"/>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94356DAC-4CFE-7C23-D111-6F13CF077640}"/>
              </a:ext>
            </a:extLst>
          </p:cNvPr>
          <p:cNvSpPr>
            <a:spLocks noGrp="1"/>
          </p:cNvSpPr>
          <p:nvPr>
            <p:ph type="title"/>
          </p:nvPr>
        </p:nvSpPr>
        <p:spPr>
          <a:xfrm>
            <a:off x="828675" y="494414"/>
            <a:ext cx="10534650" cy="817403"/>
          </a:xfrm>
        </p:spPr>
        <p:txBody>
          <a:bodyPr vert="horz" wrap="square" lIns="76200" tIns="45720" rIns="76200" bIns="45720" rtlCol="0" anchor="ctr">
            <a:normAutofit/>
          </a:bodyPr>
          <a:lstStyle/>
          <a:p>
            <a:pPr algn="ctr"/>
            <a:r>
              <a:rPr lang="en-US" sz="1600" b="1" kern="1200">
                <a:solidFill>
                  <a:srgbClr val="232323"/>
                </a:solidFill>
                <a:latin typeface="Aptos Display"/>
                <a:ea typeface="+mj-ea"/>
                <a:cs typeface="+mj-cs"/>
              </a:rPr>
              <a:t>Detektuojame triukšminius intervalus su elektrodų ir raumenų artefaktais(„mra“)</a:t>
            </a:r>
          </a:p>
        </p:txBody>
      </p:sp>
      <p:pic>
        <p:nvPicPr>
          <p:cNvPr id="7" name="Content Placeholder 6">
            <a:extLst>
              <a:ext uri="{FF2B5EF4-FFF2-40B4-BE49-F238E27FC236}">
                <a16:creationId xmlns:a16="http://schemas.microsoft.com/office/drawing/2014/main" id="{6664DDAE-B96B-43E2-57DC-88A22695128D}"/>
              </a:ext>
            </a:extLst>
          </p:cNvPr>
          <p:cNvPicPr>
            <a:picLocks noGrp="1" noChangeAspect="1"/>
          </p:cNvPicPr>
          <p:nvPr>
            <p:ph idx="1"/>
          </p:nvPr>
        </p:nvPicPr>
        <p:blipFill>
          <a:blip r:embed="rId3"/>
          <a:stretch>
            <a:fillRect/>
          </a:stretch>
        </p:blipFill>
        <p:spPr>
          <a:xfrm>
            <a:off x="838200" y="2234445"/>
            <a:ext cx="10515600" cy="3533697"/>
          </a:xfrm>
          <a:prstGeom prst="rect">
            <a:avLst/>
          </a:prstGeom>
        </p:spPr>
      </p:pic>
    </p:spTree>
    <p:extLst>
      <p:ext uri="{BB962C8B-B14F-4D97-AF65-F5344CB8AC3E}">
        <p14:creationId xmlns:p14="http://schemas.microsoft.com/office/powerpoint/2010/main" val="35694375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rgbClr val="F7F7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rgbClr val="EA76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6">
            <a:extLst>
              <a:ext uri="{FF2B5EF4-FFF2-40B4-BE49-F238E27FC236}">
                <a16:creationId xmlns:a16="http://schemas.microsoft.com/office/drawing/2014/main" id="{41DE63FB-6775-B26E-E3A5-D95AD35A13A2}"/>
              </a:ext>
            </a:extLst>
          </p:cNvPr>
          <p:cNvSpPr>
            <a:spLocks noGrp="1"/>
          </p:cNvSpPr>
          <p:nvPr>
            <p:ph type="title"/>
          </p:nvPr>
        </p:nvSpPr>
        <p:spPr>
          <a:xfrm>
            <a:off x="686834" y="1153572"/>
            <a:ext cx="3200400" cy="4461163"/>
          </a:xfrm>
        </p:spPr>
        <p:txBody>
          <a:bodyPr wrap="square" lIns="50800" tIns="50800" rIns="50800" bIns="50800" anchor="ctr">
            <a:normAutofit/>
          </a:bodyPr>
          <a:lstStyle/>
          <a:p>
            <a:pPr algn="l">
              <a:defRPr sz="2400" b="1">
                <a:solidFill>
                  <a:srgbClr val="FFFFFF"/>
                </a:solidFill>
                <a:latin typeface="Aptos Display"/>
              </a:defRPr>
            </a:pPr>
            <a:r>
              <a:t>Detektuotų</a:t>
            </a:r>
          </a:p>
          <a:p>
            <a:pPr algn="l">
              <a:defRPr sz="2400" b="1">
                <a:solidFill>
                  <a:srgbClr val="FFFFFF"/>
                </a:solidFill>
                <a:latin typeface="Aptos Display"/>
              </a:defRPr>
            </a:pPr>
            <a:r>
              <a:t>intervalų</a:t>
            </a:r>
          </a:p>
          <a:p>
            <a:pPr algn="l">
              <a:defRPr sz="2400" b="1">
                <a:solidFill>
                  <a:srgbClr val="FFFFFF"/>
                </a:solidFill>
                <a:latin typeface="Aptos Display"/>
              </a:defRPr>
            </a:pPr>
            <a:r>
              <a:t>korekcija</a:t>
            </a:r>
          </a:p>
        </p:txBody>
      </p:sp>
      <p:sp>
        <p:nvSpPr>
          <p:cNvPr id="17" name="Arc 16">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19" name="Content Placeholder 7">
            <a:extLst>
              <a:ext uri="{FF2B5EF4-FFF2-40B4-BE49-F238E27FC236}">
                <a16:creationId xmlns:a16="http://schemas.microsoft.com/office/drawing/2014/main" id="{66ADF6F3-5DFA-EB73-53E3-B07E335BB541}"/>
              </a:ext>
            </a:extLst>
          </p:cNvPr>
          <p:cNvSpPr>
            <a:spLocks noGrp="1"/>
          </p:cNvSpPr>
          <p:nvPr>
            <p:ph idx="1"/>
          </p:nvPr>
        </p:nvSpPr>
        <p:spPr>
          <a:xfrm>
            <a:off x="4447308" y="591344"/>
            <a:ext cx="6906491" cy="5585619"/>
          </a:xfrm>
        </p:spPr>
        <p:txBody>
          <a:bodyPr wrap="square" lIns="101600" tIns="50800" rIns="50800" bIns="50800" anchor="ctr">
            <a:normAutofit/>
          </a:bodyPr>
          <a:lstStyle/>
          <a:p>
            <a:pPr>
              <a:spcAft>
                <a:spcPts val="700"/>
              </a:spcAft>
              <a:defRPr sz="1800" b="0">
                <a:solidFill>
                  <a:srgbClr val="232323"/>
                </a:solidFill>
                <a:latin typeface="Aptos"/>
              </a:defRPr>
            </a:pPr>
            <a:r>
              <a:rPr dirty="0" err="1"/>
              <a:t>Apjungiami</a:t>
            </a:r>
            <a:r>
              <a:rPr dirty="0"/>
              <a:t> arti </a:t>
            </a:r>
            <a:r>
              <a:rPr dirty="0" err="1"/>
              <a:t>vienas</a:t>
            </a:r>
            <a:r>
              <a:rPr dirty="0"/>
              <a:t> </a:t>
            </a:r>
            <a:r>
              <a:rPr dirty="0" err="1"/>
              <a:t>kito</a:t>
            </a:r>
            <a:r>
              <a:rPr dirty="0"/>
              <a:t> </a:t>
            </a:r>
            <a:r>
              <a:rPr dirty="0" err="1"/>
              <a:t>arba</a:t>
            </a:r>
            <a:r>
              <a:rPr dirty="0"/>
              <a:t> arti </a:t>
            </a:r>
            <a:r>
              <a:rPr dirty="0" err="1"/>
              <a:t>sekų</a:t>
            </a:r>
            <a:r>
              <a:rPr dirty="0"/>
              <a:t> </a:t>
            </a:r>
            <a:r>
              <a:rPr dirty="0" err="1"/>
              <a:t>krašto</a:t>
            </a:r>
            <a:r>
              <a:rPr dirty="0"/>
              <a:t> </a:t>
            </a:r>
            <a:r>
              <a:rPr dirty="0" err="1"/>
              <a:t>esantys</a:t>
            </a:r>
            <a:r>
              <a:rPr dirty="0"/>
              <a:t> </a:t>
            </a:r>
            <a:r>
              <a:rPr dirty="0" err="1"/>
              <a:t>triukšmų</a:t>
            </a:r>
            <a:r>
              <a:rPr dirty="0"/>
              <a:t> </a:t>
            </a:r>
            <a:r>
              <a:rPr dirty="0" err="1"/>
              <a:t>intervalai</a:t>
            </a:r>
            <a:endParaRPr dirty="0"/>
          </a:p>
          <a:p>
            <a:pPr>
              <a:spcAft>
                <a:spcPts val="700"/>
              </a:spcAft>
              <a:defRPr sz="1800" b="0">
                <a:solidFill>
                  <a:srgbClr val="232323"/>
                </a:solidFill>
                <a:latin typeface="Aptos"/>
              </a:defRPr>
            </a:pPr>
            <a:r>
              <a:rPr dirty="0" err="1"/>
              <a:t>Atliekamas</a:t>
            </a:r>
            <a:r>
              <a:rPr dirty="0"/>
              <a:t> '</a:t>
            </a:r>
            <a:r>
              <a:rPr dirty="0" err="1"/>
              <a:t>minkštas</a:t>
            </a:r>
            <a:r>
              <a:rPr dirty="0"/>
              <a:t>' </a:t>
            </a:r>
            <a:r>
              <a:rPr dirty="0" err="1"/>
              <a:t>intervalų</a:t>
            </a:r>
            <a:r>
              <a:rPr dirty="0"/>
              <a:t> be </a:t>
            </a:r>
            <a:r>
              <a:rPr dirty="0" err="1"/>
              <a:t>triukšmų</a:t>
            </a:r>
            <a:r>
              <a:rPr dirty="0"/>
              <a:t> </a:t>
            </a:r>
            <a:r>
              <a:rPr dirty="0" err="1"/>
              <a:t>sujungimas</a:t>
            </a:r>
            <a:endParaRPr dirty="0"/>
          </a:p>
          <a:p>
            <a:pPr>
              <a:spcAft>
                <a:spcPts val="700"/>
              </a:spcAft>
              <a:defRPr sz="1800" b="0">
                <a:solidFill>
                  <a:srgbClr val="232323"/>
                </a:solidFill>
                <a:latin typeface="Aptos"/>
              </a:defRPr>
            </a:pPr>
            <a:r>
              <a:rPr dirty="0" err="1"/>
              <a:t>Sudaromos</a:t>
            </a:r>
            <a:r>
              <a:rPr dirty="0"/>
              <a:t> </a:t>
            </a:r>
            <a:r>
              <a:rPr dirty="0" err="1"/>
              <a:t>ir</a:t>
            </a:r>
            <a:r>
              <a:rPr dirty="0"/>
              <a:t> </a:t>
            </a:r>
            <a:r>
              <a:rPr dirty="0" err="1"/>
              <a:t>patikslinamos</a:t>
            </a:r>
            <a:r>
              <a:rPr dirty="0"/>
              <a:t> </a:t>
            </a:r>
            <a:r>
              <a:rPr dirty="0" err="1"/>
              <a:t>indeksų</a:t>
            </a:r>
            <a:r>
              <a:rPr dirty="0"/>
              <a:t> </a:t>
            </a:r>
            <a:r>
              <a:rPr dirty="0" err="1"/>
              <a:t>lentelės</a:t>
            </a:r>
            <a:r>
              <a:rPr dirty="0"/>
              <a:t>, </a:t>
            </a:r>
            <a:r>
              <a:rPr dirty="0" err="1"/>
              <a:t>leidžiančios</a:t>
            </a:r>
            <a:r>
              <a:rPr dirty="0"/>
              <a:t> </a:t>
            </a:r>
            <a:r>
              <a:rPr dirty="0" err="1"/>
              <a:t>atlikti</a:t>
            </a:r>
            <a:r>
              <a:rPr dirty="0"/>
              <a:t> </a:t>
            </a:r>
            <a:r>
              <a:rPr dirty="0" err="1"/>
              <a:t>atgalines</a:t>
            </a:r>
            <a:r>
              <a:rPr dirty="0"/>
              <a:t> </a:t>
            </a:r>
            <a:r>
              <a:rPr dirty="0" err="1"/>
              <a:t>indeksų</a:t>
            </a:r>
            <a:r>
              <a:rPr dirty="0"/>
              <a:t> </a:t>
            </a:r>
            <a:r>
              <a:rPr dirty="0" err="1"/>
              <a:t>projekcijas</a:t>
            </a:r>
            <a:endParaRPr dirty="0"/>
          </a:p>
        </p:txBody>
      </p:sp>
    </p:spTree>
    <p:extLst>
      <p:ext uri="{BB962C8B-B14F-4D97-AF65-F5344CB8AC3E}">
        <p14:creationId xmlns:p14="http://schemas.microsoft.com/office/powerpoint/2010/main" val="16315784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4" name="Rectangle 33">
            <a:extLst>
              <a:ext uri="{FF2B5EF4-FFF2-40B4-BE49-F238E27FC236}">
                <a16:creationId xmlns:a16="http://schemas.microsoft.com/office/drawing/2014/main" id="{0E91F5CA-B392-444C-88E3-BF5BAAEBDE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Freeform: Shape 35">
            <a:extLst>
              <a:ext uri="{FF2B5EF4-FFF2-40B4-BE49-F238E27FC236}">
                <a16:creationId xmlns:a16="http://schemas.microsoft.com/office/drawing/2014/main" id="{DFCA2118-59A2-4310-A4B2-F2CBA821E8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940492"/>
            <a:ext cx="12192000" cy="1924333"/>
          </a:xfrm>
          <a:custGeom>
            <a:avLst/>
            <a:gdLst>
              <a:gd name="connsiteX0" fmla="*/ 6189199 w 12192000"/>
              <a:gd name="connsiteY0" fmla="*/ 588 h 1924333"/>
              <a:gd name="connsiteX1" fmla="*/ 6207079 w 12192000"/>
              <a:gd name="connsiteY1" fmla="*/ 2850 h 1924333"/>
              <a:gd name="connsiteX2" fmla="*/ 6285610 w 12192000"/>
              <a:gd name="connsiteY2" fmla="*/ 18131 h 1924333"/>
              <a:gd name="connsiteX3" fmla="*/ 6378008 w 12192000"/>
              <a:gd name="connsiteY3" fmla="*/ 24625 h 1924333"/>
              <a:gd name="connsiteX4" fmla="*/ 6466340 w 12192000"/>
              <a:gd name="connsiteY4" fmla="*/ 21366 h 1924333"/>
              <a:gd name="connsiteX5" fmla="*/ 6553334 w 12192000"/>
              <a:gd name="connsiteY5" fmla="*/ 35307 h 1924333"/>
              <a:gd name="connsiteX6" fmla="*/ 6626068 w 12192000"/>
              <a:gd name="connsiteY6" fmla="*/ 58045 h 1924333"/>
              <a:gd name="connsiteX7" fmla="*/ 6692303 w 12192000"/>
              <a:gd name="connsiteY7" fmla="*/ 91487 h 1924333"/>
              <a:gd name="connsiteX8" fmla="*/ 6733670 w 12192000"/>
              <a:gd name="connsiteY8" fmla="*/ 118130 h 1924333"/>
              <a:gd name="connsiteX9" fmla="*/ 6798016 w 12192000"/>
              <a:gd name="connsiteY9" fmla="*/ 112271 h 1924333"/>
              <a:gd name="connsiteX10" fmla="*/ 6801081 w 12192000"/>
              <a:gd name="connsiteY10" fmla="*/ 114963 h 1924333"/>
              <a:gd name="connsiteX11" fmla="*/ 6819351 w 12192000"/>
              <a:gd name="connsiteY11" fmla="*/ 128825 h 1924333"/>
              <a:gd name="connsiteX12" fmla="*/ 6852732 w 12192000"/>
              <a:gd name="connsiteY12" fmla="*/ 123321 h 1924333"/>
              <a:gd name="connsiteX13" fmla="*/ 6865247 w 12192000"/>
              <a:gd name="connsiteY13" fmla="*/ 128836 h 1924333"/>
              <a:gd name="connsiteX14" fmla="*/ 6905517 w 12192000"/>
              <a:gd name="connsiteY14" fmla="*/ 129265 h 1924333"/>
              <a:gd name="connsiteX15" fmla="*/ 6950286 w 12192000"/>
              <a:gd name="connsiteY15" fmla="*/ 150104 h 1924333"/>
              <a:gd name="connsiteX16" fmla="*/ 7003442 w 12192000"/>
              <a:gd name="connsiteY16" fmla="*/ 136136 h 1924333"/>
              <a:gd name="connsiteX17" fmla="*/ 7160047 w 12192000"/>
              <a:gd name="connsiteY17" fmla="*/ 166721 h 1924333"/>
              <a:gd name="connsiteX18" fmla="*/ 7325604 w 12192000"/>
              <a:gd name="connsiteY18" fmla="*/ 215867 h 1924333"/>
              <a:gd name="connsiteX19" fmla="*/ 7540522 w 12192000"/>
              <a:gd name="connsiteY19" fmla="*/ 239374 h 1924333"/>
              <a:gd name="connsiteX20" fmla="*/ 7612071 w 12192000"/>
              <a:gd name="connsiteY20" fmla="*/ 229553 h 1924333"/>
              <a:gd name="connsiteX21" fmla="*/ 7651995 w 12192000"/>
              <a:gd name="connsiteY21" fmla="*/ 244567 h 1924333"/>
              <a:gd name="connsiteX22" fmla="*/ 7725761 w 12192000"/>
              <a:gd name="connsiteY22" fmla="*/ 258638 h 1924333"/>
              <a:gd name="connsiteX23" fmla="*/ 7823038 w 12192000"/>
              <a:gd name="connsiteY23" fmla="*/ 287078 h 1924333"/>
              <a:gd name="connsiteX24" fmla="*/ 7866405 w 12192000"/>
              <a:gd name="connsiteY24" fmla="*/ 287288 h 1924333"/>
              <a:gd name="connsiteX25" fmla="*/ 7875021 w 12192000"/>
              <a:gd name="connsiteY25" fmla="*/ 288224 h 1924333"/>
              <a:gd name="connsiteX26" fmla="*/ 7875146 w 12192000"/>
              <a:gd name="connsiteY26" fmla="*/ 288614 h 1924333"/>
              <a:gd name="connsiteX27" fmla="*/ 7907443 w 12192000"/>
              <a:gd name="connsiteY27" fmla="*/ 291752 h 1924333"/>
              <a:gd name="connsiteX28" fmla="*/ 7912892 w 12192000"/>
              <a:gd name="connsiteY28" fmla="*/ 294833 h 1924333"/>
              <a:gd name="connsiteX29" fmla="*/ 7946345 w 12192000"/>
              <a:gd name="connsiteY29" fmla="*/ 319359 h 1924333"/>
              <a:gd name="connsiteX30" fmla="*/ 8021238 w 12192000"/>
              <a:gd name="connsiteY30" fmla="*/ 315159 h 1924333"/>
              <a:gd name="connsiteX31" fmla="*/ 8094697 w 12192000"/>
              <a:gd name="connsiteY31" fmla="*/ 351819 h 1924333"/>
              <a:gd name="connsiteX32" fmla="*/ 8155208 w 12192000"/>
              <a:gd name="connsiteY32" fmla="*/ 371168 h 1924333"/>
              <a:gd name="connsiteX33" fmla="*/ 8248472 w 12192000"/>
              <a:gd name="connsiteY33" fmla="*/ 400489 h 1924333"/>
              <a:gd name="connsiteX34" fmla="*/ 8300068 w 12192000"/>
              <a:gd name="connsiteY34" fmla="*/ 405531 h 1924333"/>
              <a:gd name="connsiteX35" fmla="*/ 8356293 w 12192000"/>
              <a:gd name="connsiteY35" fmla="*/ 403328 h 1924333"/>
              <a:gd name="connsiteX36" fmla="*/ 8475838 w 12192000"/>
              <a:gd name="connsiteY36" fmla="*/ 435524 h 1924333"/>
              <a:gd name="connsiteX37" fmla="*/ 8575216 w 12192000"/>
              <a:gd name="connsiteY37" fmla="*/ 450198 h 1924333"/>
              <a:gd name="connsiteX38" fmla="*/ 8588650 w 12192000"/>
              <a:gd name="connsiteY38" fmla="*/ 447070 h 1924333"/>
              <a:gd name="connsiteX39" fmla="*/ 8612184 w 12192000"/>
              <a:gd name="connsiteY39" fmla="*/ 439577 h 1924333"/>
              <a:gd name="connsiteX40" fmla="*/ 8630713 w 12192000"/>
              <a:gd name="connsiteY40" fmla="*/ 433015 h 1924333"/>
              <a:gd name="connsiteX41" fmla="*/ 8704240 w 12192000"/>
              <a:gd name="connsiteY41" fmla="*/ 422865 h 1924333"/>
              <a:gd name="connsiteX42" fmla="*/ 8829513 w 12192000"/>
              <a:gd name="connsiteY42" fmla="*/ 429389 h 1924333"/>
              <a:gd name="connsiteX43" fmla="*/ 9083651 w 12192000"/>
              <a:gd name="connsiteY43" fmla="*/ 390744 h 1924333"/>
              <a:gd name="connsiteX44" fmla="*/ 9371402 w 12192000"/>
              <a:gd name="connsiteY44" fmla="*/ 371809 h 1924333"/>
              <a:gd name="connsiteX45" fmla="*/ 9429586 w 12192000"/>
              <a:gd name="connsiteY45" fmla="*/ 369213 h 1924333"/>
              <a:gd name="connsiteX46" fmla="*/ 9489757 w 12192000"/>
              <a:gd name="connsiteY46" fmla="*/ 377814 h 1924333"/>
              <a:gd name="connsiteX47" fmla="*/ 9516954 w 12192000"/>
              <a:gd name="connsiteY47" fmla="*/ 376991 h 1924333"/>
              <a:gd name="connsiteX48" fmla="*/ 9645588 w 12192000"/>
              <a:gd name="connsiteY48" fmla="*/ 363590 h 1924333"/>
              <a:gd name="connsiteX49" fmla="*/ 9722896 w 12192000"/>
              <a:gd name="connsiteY49" fmla="*/ 360983 h 1924333"/>
              <a:gd name="connsiteX50" fmla="*/ 9752803 w 12192000"/>
              <a:gd name="connsiteY50" fmla="*/ 368492 h 1924333"/>
              <a:gd name="connsiteX51" fmla="*/ 9890305 w 12192000"/>
              <a:gd name="connsiteY51" fmla="*/ 380736 h 1924333"/>
              <a:gd name="connsiteX52" fmla="*/ 9939767 w 12192000"/>
              <a:gd name="connsiteY52" fmla="*/ 377776 h 1924333"/>
              <a:gd name="connsiteX53" fmla="*/ 9944355 w 12192000"/>
              <a:gd name="connsiteY53" fmla="*/ 377352 h 1924333"/>
              <a:gd name="connsiteX54" fmla="*/ 9953719 w 12192000"/>
              <a:gd name="connsiteY54" fmla="*/ 375642 h 1924333"/>
              <a:gd name="connsiteX55" fmla="*/ 9955809 w 12192000"/>
              <a:gd name="connsiteY55" fmla="*/ 376294 h 1924333"/>
              <a:gd name="connsiteX56" fmla="*/ 10032710 w 12192000"/>
              <a:gd name="connsiteY56" fmla="*/ 394940 h 1924333"/>
              <a:gd name="connsiteX57" fmla="*/ 10049925 w 12192000"/>
              <a:gd name="connsiteY57" fmla="*/ 404971 h 1924333"/>
              <a:gd name="connsiteX58" fmla="*/ 10112671 w 12192000"/>
              <a:gd name="connsiteY58" fmla="*/ 414549 h 1924333"/>
              <a:gd name="connsiteX59" fmla="*/ 10170853 w 12192000"/>
              <a:gd name="connsiteY59" fmla="*/ 435168 h 1924333"/>
              <a:gd name="connsiteX60" fmla="*/ 10290184 w 12192000"/>
              <a:gd name="connsiteY60" fmla="*/ 448123 h 1924333"/>
              <a:gd name="connsiteX61" fmla="*/ 10320158 w 12192000"/>
              <a:gd name="connsiteY61" fmla="*/ 458352 h 1924333"/>
              <a:gd name="connsiteX62" fmla="*/ 10321815 w 12192000"/>
              <a:gd name="connsiteY62" fmla="*/ 463087 h 1924333"/>
              <a:gd name="connsiteX63" fmla="*/ 10373742 w 12192000"/>
              <a:gd name="connsiteY63" fmla="*/ 464538 h 1924333"/>
              <a:gd name="connsiteX64" fmla="*/ 10428532 w 12192000"/>
              <a:gd name="connsiteY64" fmla="*/ 492504 h 1924333"/>
              <a:gd name="connsiteX65" fmla="*/ 10466490 w 12192000"/>
              <a:gd name="connsiteY65" fmla="*/ 517759 h 1924333"/>
              <a:gd name="connsiteX66" fmla="*/ 10466675 w 12192000"/>
              <a:gd name="connsiteY66" fmla="*/ 522076 h 1924333"/>
              <a:gd name="connsiteX67" fmla="*/ 10470309 w 12192000"/>
              <a:gd name="connsiteY67" fmla="*/ 522792 h 1924333"/>
              <a:gd name="connsiteX68" fmla="*/ 10474138 w 12192000"/>
              <a:gd name="connsiteY68" fmla="*/ 519761 h 1924333"/>
              <a:gd name="connsiteX69" fmla="*/ 10501100 w 12192000"/>
              <a:gd name="connsiteY69" fmla="*/ 528263 h 1924333"/>
              <a:gd name="connsiteX70" fmla="*/ 10502395 w 12192000"/>
              <a:gd name="connsiteY70" fmla="*/ 536393 h 1924333"/>
              <a:gd name="connsiteX71" fmla="*/ 10689496 w 12192000"/>
              <a:gd name="connsiteY71" fmla="*/ 560233 h 1924333"/>
              <a:gd name="connsiteX72" fmla="*/ 10788736 w 12192000"/>
              <a:gd name="connsiteY72" fmla="*/ 613188 h 1924333"/>
              <a:gd name="connsiteX73" fmla="*/ 10819747 w 12192000"/>
              <a:gd name="connsiteY73" fmla="*/ 621351 h 1924333"/>
              <a:gd name="connsiteX74" fmla="*/ 10864632 w 12192000"/>
              <a:gd name="connsiteY74" fmla="*/ 644858 h 1924333"/>
              <a:gd name="connsiteX75" fmla="*/ 10929407 w 12192000"/>
              <a:gd name="connsiteY75" fmla="*/ 652945 h 1924333"/>
              <a:gd name="connsiteX76" fmla="*/ 10979412 w 12192000"/>
              <a:gd name="connsiteY76" fmla="*/ 654217 h 1924333"/>
              <a:gd name="connsiteX77" fmla="*/ 11006959 w 12192000"/>
              <a:gd name="connsiteY77" fmla="*/ 657017 h 1924333"/>
              <a:gd name="connsiteX78" fmla="*/ 11077038 w 12192000"/>
              <a:gd name="connsiteY78" fmla="*/ 668487 h 1924333"/>
              <a:gd name="connsiteX79" fmla="*/ 11157850 w 12192000"/>
              <a:gd name="connsiteY79" fmla="*/ 693164 h 1924333"/>
              <a:gd name="connsiteX80" fmla="*/ 11175276 w 12192000"/>
              <a:gd name="connsiteY80" fmla="*/ 697243 h 1924333"/>
              <a:gd name="connsiteX81" fmla="*/ 11191131 w 12192000"/>
              <a:gd name="connsiteY81" fmla="*/ 696085 h 1924333"/>
              <a:gd name="connsiteX82" fmla="*/ 11195573 w 12192000"/>
              <a:gd name="connsiteY82" fmla="*/ 691751 h 1924333"/>
              <a:gd name="connsiteX83" fmla="*/ 11205299 w 12192000"/>
              <a:gd name="connsiteY83" fmla="*/ 693247 h 1924333"/>
              <a:gd name="connsiteX84" fmla="*/ 11223770 w 12192000"/>
              <a:gd name="connsiteY84" fmla="*/ 690335 h 1924333"/>
              <a:gd name="connsiteX85" fmla="*/ 11292119 w 12192000"/>
              <a:gd name="connsiteY85" fmla="*/ 713311 h 1924333"/>
              <a:gd name="connsiteX86" fmla="*/ 11435379 w 12192000"/>
              <a:gd name="connsiteY86" fmla="*/ 758519 h 1924333"/>
              <a:gd name="connsiteX87" fmla="*/ 11604406 w 12192000"/>
              <a:gd name="connsiteY87" fmla="*/ 810476 h 1924333"/>
              <a:gd name="connsiteX88" fmla="*/ 11652155 w 12192000"/>
              <a:gd name="connsiteY88" fmla="*/ 825109 h 1924333"/>
              <a:gd name="connsiteX89" fmla="*/ 11654192 w 12192000"/>
              <a:gd name="connsiteY89" fmla="*/ 827301 h 1924333"/>
              <a:gd name="connsiteX90" fmla="*/ 11676599 w 12192000"/>
              <a:gd name="connsiteY90" fmla="*/ 846628 h 1924333"/>
              <a:gd name="connsiteX91" fmla="*/ 11775168 w 12192000"/>
              <a:gd name="connsiteY91" fmla="*/ 890664 h 1924333"/>
              <a:gd name="connsiteX92" fmla="*/ 11826341 w 12192000"/>
              <a:gd name="connsiteY92" fmla="*/ 877558 h 1924333"/>
              <a:gd name="connsiteX93" fmla="*/ 11879068 w 12192000"/>
              <a:gd name="connsiteY93" fmla="*/ 874038 h 1924333"/>
              <a:gd name="connsiteX94" fmla="*/ 11889563 w 12192000"/>
              <a:gd name="connsiteY94" fmla="*/ 878619 h 1924333"/>
              <a:gd name="connsiteX95" fmla="*/ 12016613 w 12192000"/>
              <a:gd name="connsiteY95" fmla="*/ 886111 h 1924333"/>
              <a:gd name="connsiteX96" fmla="*/ 12108292 w 12192000"/>
              <a:gd name="connsiteY96" fmla="*/ 868500 h 1924333"/>
              <a:gd name="connsiteX97" fmla="*/ 12182910 w 12192000"/>
              <a:gd name="connsiteY97" fmla="*/ 882003 h 1924333"/>
              <a:gd name="connsiteX98" fmla="*/ 12192000 w 12192000"/>
              <a:gd name="connsiteY98" fmla="*/ 884778 h 1924333"/>
              <a:gd name="connsiteX99" fmla="*/ 12192000 w 12192000"/>
              <a:gd name="connsiteY99" fmla="*/ 1610315 h 1924333"/>
              <a:gd name="connsiteX100" fmla="*/ 12191998 w 12192000"/>
              <a:gd name="connsiteY100" fmla="*/ 1610315 h 1924333"/>
              <a:gd name="connsiteX101" fmla="*/ 12191998 w 12192000"/>
              <a:gd name="connsiteY101" fmla="*/ 1924333 h 1924333"/>
              <a:gd name="connsiteX102" fmla="*/ 0 w 12192000"/>
              <a:gd name="connsiteY102" fmla="*/ 1924333 h 1924333"/>
              <a:gd name="connsiteX103" fmla="*/ 0 w 12192000"/>
              <a:gd name="connsiteY103" fmla="*/ 505159 h 1924333"/>
              <a:gd name="connsiteX104" fmla="*/ 5722 w 12192000"/>
              <a:gd name="connsiteY104" fmla="*/ 508889 h 1924333"/>
              <a:gd name="connsiteX105" fmla="*/ 38476 w 12192000"/>
              <a:gd name="connsiteY105" fmla="*/ 524137 h 1924333"/>
              <a:gd name="connsiteX106" fmla="*/ 192883 w 12192000"/>
              <a:gd name="connsiteY106" fmla="*/ 545272 h 1924333"/>
              <a:gd name="connsiteX107" fmla="*/ 343710 w 12192000"/>
              <a:gd name="connsiteY107" fmla="*/ 565029 h 1924333"/>
              <a:gd name="connsiteX108" fmla="*/ 471066 w 12192000"/>
              <a:gd name="connsiteY108" fmla="*/ 549837 h 1924333"/>
              <a:gd name="connsiteX109" fmla="*/ 617333 w 12192000"/>
              <a:gd name="connsiteY109" fmla="*/ 526428 h 1924333"/>
              <a:gd name="connsiteX110" fmla="*/ 725203 w 12192000"/>
              <a:gd name="connsiteY110" fmla="*/ 523793 h 1924333"/>
              <a:gd name="connsiteX111" fmla="*/ 788494 w 12192000"/>
              <a:gd name="connsiteY111" fmla="*/ 505799 h 1924333"/>
              <a:gd name="connsiteX112" fmla="*/ 885977 w 12192000"/>
              <a:gd name="connsiteY112" fmla="*/ 526585 h 1924333"/>
              <a:gd name="connsiteX113" fmla="*/ 932142 w 12192000"/>
              <a:gd name="connsiteY113" fmla="*/ 528005 h 1924333"/>
              <a:gd name="connsiteX114" fmla="*/ 1090404 w 12192000"/>
              <a:gd name="connsiteY114" fmla="*/ 498299 h 1924333"/>
              <a:gd name="connsiteX115" fmla="*/ 1188628 w 12192000"/>
              <a:gd name="connsiteY115" fmla="*/ 483151 h 1924333"/>
              <a:gd name="connsiteX116" fmla="*/ 1316247 w 12192000"/>
              <a:gd name="connsiteY116" fmla="*/ 425979 h 1924333"/>
              <a:gd name="connsiteX117" fmla="*/ 1357712 w 12192000"/>
              <a:gd name="connsiteY117" fmla="*/ 416549 h 1924333"/>
              <a:gd name="connsiteX118" fmla="*/ 1425921 w 12192000"/>
              <a:gd name="connsiteY118" fmla="*/ 413953 h 1924333"/>
              <a:gd name="connsiteX119" fmla="*/ 1503817 w 12192000"/>
              <a:gd name="connsiteY119" fmla="*/ 380457 h 1924333"/>
              <a:gd name="connsiteX120" fmla="*/ 1639196 w 12192000"/>
              <a:gd name="connsiteY120" fmla="*/ 372785 h 1924333"/>
              <a:gd name="connsiteX121" fmla="*/ 1705606 w 12192000"/>
              <a:gd name="connsiteY121" fmla="*/ 359023 h 1924333"/>
              <a:gd name="connsiteX122" fmla="*/ 1813011 w 12192000"/>
              <a:gd name="connsiteY122" fmla="*/ 331023 h 1924333"/>
              <a:gd name="connsiteX123" fmla="*/ 1831380 w 12192000"/>
              <a:gd name="connsiteY123" fmla="*/ 341307 h 1924333"/>
              <a:gd name="connsiteX124" fmla="*/ 1858612 w 12192000"/>
              <a:gd name="connsiteY124" fmla="*/ 326777 h 1924333"/>
              <a:gd name="connsiteX125" fmla="*/ 1880661 w 12192000"/>
              <a:gd name="connsiteY125" fmla="*/ 335987 h 1924333"/>
              <a:gd name="connsiteX126" fmla="*/ 1941495 w 12192000"/>
              <a:gd name="connsiteY126" fmla="*/ 310792 h 1924333"/>
              <a:gd name="connsiteX127" fmla="*/ 1995402 w 12192000"/>
              <a:gd name="connsiteY127" fmla="*/ 305480 h 1924333"/>
              <a:gd name="connsiteX128" fmla="*/ 2223864 w 12192000"/>
              <a:gd name="connsiteY128" fmla="*/ 266118 h 1924333"/>
              <a:gd name="connsiteX129" fmla="*/ 2418043 w 12192000"/>
              <a:gd name="connsiteY129" fmla="*/ 215314 h 1924333"/>
              <a:gd name="connsiteX130" fmla="*/ 2558461 w 12192000"/>
              <a:gd name="connsiteY130" fmla="*/ 168193 h 1924333"/>
              <a:gd name="connsiteX131" fmla="*/ 2595535 w 12192000"/>
              <a:gd name="connsiteY131" fmla="*/ 158548 h 1924333"/>
              <a:gd name="connsiteX132" fmla="*/ 2626942 w 12192000"/>
              <a:gd name="connsiteY132" fmla="*/ 130400 h 1924333"/>
              <a:gd name="connsiteX133" fmla="*/ 2632225 w 12192000"/>
              <a:gd name="connsiteY133" fmla="*/ 130446 h 1924333"/>
              <a:gd name="connsiteX134" fmla="*/ 2696856 w 12192000"/>
              <a:gd name="connsiteY134" fmla="*/ 128498 h 1924333"/>
              <a:gd name="connsiteX135" fmla="*/ 2759767 w 12192000"/>
              <a:gd name="connsiteY135" fmla="*/ 127784 h 1924333"/>
              <a:gd name="connsiteX136" fmla="*/ 2792685 w 12192000"/>
              <a:gd name="connsiteY136" fmla="*/ 115710 h 1924333"/>
              <a:gd name="connsiteX137" fmla="*/ 2799767 w 12192000"/>
              <a:gd name="connsiteY137" fmla="*/ 113754 h 1924333"/>
              <a:gd name="connsiteX138" fmla="*/ 2829799 w 12192000"/>
              <a:gd name="connsiteY138" fmla="*/ 120042 h 1924333"/>
              <a:gd name="connsiteX139" fmla="*/ 2890704 w 12192000"/>
              <a:gd name="connsiteY139" fmla="*/ 121493 h 1924333"/>
              <a:gd name="connsiteX140" fmla="*/ 3042646 w 12192000"/>
              <a:gd name="connsiteY140" fmla="*/ 112273 h 1924333"/>
              <a:gd name="connsiteX141" fmla="*/ 3146630 w 12192000"/>
              <a:gd name="connsiteY141" fmla="*/ 100898 h 1924333"/>
              <a:gd name="connsiteX142" fmla="*/ 3233163 w 12192000"/>
              <a:gd name="connsiteY142" fmla="*/ 120200 h 1924333"/>
              <a:gd name="connsiteX143" fmla="*/ 3372699 w 12192000"/>
              <a:gd name="connsiteY143" fmla="*/ 129394 h 1924333"/>
              <a:gd name="connsiteX144" fmla="*/ 3394352 w 12192000"/>
              <a:gd name="connsiteY144" fmla="*/ 131671 h 1924333"/>
              <a:gd name="connsiteX145" fmla="*/ 3448218 w 12192000"/>
              <a:gd name="connsiteY145" fmla="*/ 118229 h 1924333"/>
              <a:gd name="connsiteX146" fmla="*/ 3505047 w 12192000"/>
              <a:gd name="connsiteY146" fmla="*/ 115412 h 1924333"/>
              <a:gd name="connsiteX147" fmla="*/ 3521767 w 12192000"/>
              <a:gd name="connsiteY147" fmla="*/ 111071 h 1924333"/>
              <a:gd name="connsiteX148" fmla="*/ 3585137 w 12192000"/>
              <a:gd name="connsiteY148" fmla="*/ 114371 h 1924333"/>
              <a:gd name="connsiteX149" fmla="*/ 3690293 w 12192000"/>
              <a:gd name="connsiteY149" fmla="*/ 98301 h 1924333"/>
              <a:gd name="connsiteX150" fmla="*/ 3867818 w 12192000"/>
              <a:gd name="connsiteY150" fmla="*/ 88985 h 1924333"/>
              <a:gd name="connsiteX151" fmla="*/ 4091337 w 12192000"/>
              <a:gd name="connsiteY151" fmla="*/ 70813 h 1924333"/>
              <a:gd name="connsiteX152" fmla="*/ 4246332 w 12192000"/>
              <a:gd name="connsiteY152" fmla="*/ 41697 h 1924333"/>
              <a:gd name="connsiteX153" fmla="*/ 4266975 w 12192000"/>
              <a:gd name="connsiteY153" fmla="*/ 46592 h 1924333"/>
              <a:gd name="connsiteX154" fmla="*/ 4270566 w 12192000"/>
              <a:gd name="connsiteY154" fmla="*/ 47620 h 1924333"/>
              <a:gd name="connsiteX155" fmla="*/ 4288964 w 12192000"/>
              <a:gd name="connsiteY155" fmla="*/ 52766 h 1924333"/>
              <a:gd name="connsiteX156" fmla="*/ 4365137 w 12192000"/>
              <a:gd name="connsiteY156" fmla="*/ 51783 h 1924333"/>
              <a:gd name="connsiteX157" fmla="*/ 4430546 w 12192000"/>
              <a:gd name="connsiteY157" fmla="*/ 44555 h 1924333"/>
              <a:gd name="connsiteX158" fmla="*/ 4444136 w 12192000"/>
              <a:gd name="connsiteY158" fmla="*/ 39567 h 1924333"/>
              <a:gd name="connsiteX159" fmla="*/ 4534039 w 12192000"/>
              <a:gd name="connsiteY159" fmla="*/ 31604 h 1924333"/>
              <a:gd name="connsiteX160" fmla="*/ 4560448 w 12192000"/>
              <a:gd name="connsiteY160" fmla="*/ 25231 h 1924333"/>
              <a:gd name="connsiteX161" fmla="*/ 4568006 w 12192000"/>
              <a:gd name="connsiteY161" fmla="*/ 25970 h 1924333"/>
              <a:gd name="connsiteX162" fmla="*/ 4595497 w 12192000"/>
              <a:gd name="connsiteY162" fmla="*/ 22958 h 1924333"/>
              <a:gd name="connsiteX163" fmla="*/ 4608623 w 12192000"/>
              <a:gd name="connsiteY163" fmla="*/ 18108 h 1924333"/>
              <a:gd name="connsiteX164" fmla="*/ 4623942 w 12192000"/>
              <a:gd name="connsiteY164" fmla="*/ 22251 h 1924333"/>
              <a:gd name="connsiteX165" fmla="*/ 4664336 w 12192000"/>
              <a:gd name="connsiteY165" fmla="*/ 23306 h 1924333"/>
              <a:gd name="connsiteX166" fmla="*/ 4677385 w 12192000"/>
              <a:gd name="connsiteY166" fmla="*/ 18246 h 1924333"/>
              <a:gd name="connsiteX167" fmla="*/ 4698143 w 12192000"/>
              <a:gd name="connsiteY167" fmla="*/ 18036 h 1924333"/>
              <a:gd name="connsiteX168" fmla="*/ 4750609 w 12192000"/>
              <a:gd name="connsiteY168" fmla="*/ 23611 h 1924333"/>
              <a:gd name="connsiteX169" fmla="*/ 4784658 w 12192000"/>
              <a:gd name="connsiteY169" fmla="*/ 25057 h 1924333"/>
              <a:gd name="connsiteX170" fmla="*/ 4847558 w 12192000"/>
              <a:gd name="connsiteY170" fmla="*/ 38726 h 1924333"/>
              <a:gd name="connsiteX171" fmla="*/ 4909134 w 12192000"/>
              <a:gd name="connsiteY171" fmla="*/ 50659 h 1924333"/>
              <a:gd name="connsiteX172" fmla="*/ 5099219 w 12192000"/>
              <a:gd name="connsiteY172" fmla="*/ 55050 h 1924333"/>
              <a:gd name="connsiteX173" fmla="*/ 5184992 w 12192000"/>
              <a:gd name="connsiteY173" fmla="*/ 67596 h 1924333"/>
              <a:gd name="connsiteX174" fmla="*/ 5229637 w 12192000"/>
              <a:gd name="connsiteY174" fmla="*/ 67789 h 1924333"/>
              <a:gd name="connsiteX175" fmla="*/ 5389346 w 12192000"/>
              <a:gd name="connsiteY175" fmla="*/ 80211 h 1924333"/>
              <a:gd name="connsiteX176" fmla="*/ 5494414 w 12192000"/>
              <a:gd name="connsiteY176" fmla="*/ 75926 h 1924333"/>
              <a:gd name="connsiteX177" fmla="*/ 5528443 w 12192000"/>
              <a:gd name="connsiteY177" fmla="*/ 77206 h 1924333"/>
              <a:gd name="connsiteX178" fmla="*/ 5684939 w 12192000"/>
              <a:gd name="connsiteY178" fmla="*/ 50269 h 1924333"/>
              <a:gd name="connsiteX179" fmla="*/ 5765146 w 12192000"/>
              <a:gd name="connsiteY179" fmla="*/ 50414 h 1924333"/>
              <a:gd name="connsiteX180" fmla="*/ 5848655 w 12192000"/>
              <a:gd name="connsiteY180" fmla="*/ 35257 h 1924333"/>
              <a:gd name="connsiteX181" fmla="*/ 5930656 w 12192000"/>
              <a:gd name="connsiteY181" fmla="*/ 30131 h 1924333"/>
              <a:gd name="connsiteX182" fmla="*/ 6124150 w 12192000"/>
              <a:gd name="connsiteY182" fmla="*/ 31679 h 1924333"/>
              <a:gd name="connsiteX183" fmla="*/ 6189199 w 12192000"/>
              <a:gd name="connsiteY183" fmla="*/ 588 h 1924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Lst>
            <a:rect l="l" t="t" r="r" b="b"/>
            <a:pathLst>
              <a:path w="12192000" h="1924333">
                <a:moveTo>
                  <a:pt x="6189199" y="588"/>
                </a:moveTo>
                <a:cubicBezTo>
                  <a:pt x="6196356" y="-574"/>
                  <a:pt x="6202609" y="-108"/>
                  <a:pt x="6207079" y="2850"/>
                </a:cubicBezTo>
                <a:cubicBezTo>
                  <a:pt x="6222026" y="2749"/>
                  <a:pt x="6273489" y="3767"/>
                  <a:pt x="6285610" y="18131"/>
                </a:cubicBezTo>
                <a:cubicBezTo>
                  <a:pt x="6307255" y="18685"/>
                  <a:pt x="6357141" y="23793"/>
                  <a:pt x="6378008" y="24625"/>
                </a:cubicBezTo>
                <a:cubicBezTo>
                  <a:pt x="6409946" y="30645"/>
                  <a:pt x="6438307" y="10375"/>
                  <a:pt x="6466340" y="21366"/>
                </a:cubicBezTo>
                <a:cubicBezTo>
                  <a:pt x="6488276" y="31229"/>
                  <a:pt x="6529854" y="28110"/>
                  <a:pt x="6553334" y="35307"/>
                </a:cubicBezTo>
                <a:cubicBezTo>
                  <a:pt x="6561737" y="48059"/>
                  <a:pt x="6609188" y="62087"/>
                  <a:pt x="6626068" y="58045"/>
                </a:cubicBezTo>
                <a:cubicBezTo>
                  <a:pt x="6660952" y="66570"/>
                  <a:pt x="6666277" y="84716"/>
                  <a:pt x="6692303" y="91487"/>
                </a:cubicBezTo>
                <a:lnTo>
                  <a:pt x="6733670" y="118130"/>
                </a:lnTo>
                <a:lnTo>
                  <a:pt x="6798016" y="112271"/>
                </a:lnTo>
                <a:lnTo>
                  <a:pt x="6801081" y="114963"/>
                </a:lnTo>
                <a:cubicBezTo>
                  <a:pt x="6806919" y="120140"/>
                  <a:pt x="6812832" y="125016"/>
                  <a:pt x="6819351" y="128825"/>
                </a:cubicBezTo>
                <a:cubicBezTo>
                  <a:pt x="6825742" y="109997"/>
                  <a:pt x="6840132" y="116541"/>
                  <a:pt x="6852732" y="123321"/>
                </a:cubicBezTo>
                <a:lnTo>
                  <a:pt x="6865247" y="128836"/>
                </a:lnTo>
                <a:lnTo>
                  <a:pt x="6905517" y="129265"/>
                </a:lnTo>
                <a:cubicBezTo>
                  <a:pt x="6934052" y="140042"/>
                  <a:pt x="6939773" y="141556"/>
                  <a:pt x="6950286" y="150104"/>
                </a:cubicBezTo>
                <a:lnTo>
                  <a:pt x="7003442" y="136136"/>
                </a:lnTo>
                <a:lnTo>
                  <a:pt x="7160047" y="166721"/>
                </a:lnTo>
                <a:cubicBezTo>
                  <a:pt x="7207281" y="179911"/>
                  <a:pt x="7280644" y="210197"/>
                  <a:pt x="7325604" y="215867"/>
                </a:cubicBezTo>
                <a:cubicBezTo>
                  <a:pt x="7460113" y="233904"/>
                  <a:pt x="7393081" y="242880"/>
                  <a:pt x="7540522" y="239374"/>
                </a:cubicBezTo>
                <a:cubicBezTo>
                  <a:pt x="7545714" y="234872"/>
                  <a:pt x="7605972" y="231727"/>
                  <a:pt x="7612071" y="229553"/>
                </a:cubicBezTo>
                <a:lnTo>
                  <a:pt x="7651995" y="244567"/>
                </a:lnTo>
                <a:lnTo>
                  <a:pt x="7725761" y="258638"/>
                </a:lnTo>
                <a:lnTo>
                  <a:pt x="7823038" y="287078"/>
                </a:lnTo>
                <a:cubicBezTo>
                  <a:pt x="7837080" y="286482"/>
                  <a:pt x="7851647" y="286498"/>
                  <a:pt x="7866405" y="287288"/>
                </a:cubicBezTo>
                <a:lnTo>
                  <a:pt x="7875021" y="288224"/>
                </a:lnTo>
                <a:cubicBezTo>
                  <a:pt x="7875062" y="288354"/>
                  <a:pt x="7875105" y="288483"/>
                  <a:pt x="7875146" y="288614"/>
                </a:cubicBezTo>
                <a:cubicBezTo>
                  <a:pt x="7880550" y="289202"/>
                  <a:pt x="7901153" y="290716"/>
                  <a:pt x="7907443" y="291752"/>
                </a:cubicBezTo>
                <a:lnTo>
                  <a:pt x="7912892" y="294833"/>
                </a:lnTo>
                <a:lnTo>
                  <a:pt x="7946345" y="319359"/>
                </a:lnTo>
                <a:cubicBezTo>
                  <a:pt x="7958657" y="312776"/>
                  <a:pt x="7996513" y="309749"/>
                  <a:pt x="8021238" y="315159"/>
                </a:cubicBezTo>
                <a:cubicBezTo>
                  <a:pt x="8045964" y="320570"/>
                  <a:pt x="8058169" y="340462"/>
                  <a:pt x="8094697" y="351819"/>
                </a:cubicBezTo>
                <a:cubicBezTo>
                  <a:pt x="8129587" y="361154"/>
                  <a:pt x="8116181" y="360544"/>
                  <a:pt x="8155208" y="371168"/>
                </a:cubicBezTo>
                <a:cubicBezTo>
                  <a:pt x="8196217" y="383300"/>
                  <a:pt x="8205468" y="391801"/>
                  <a:pt x="8248472" y="400489"/>
                </a:cubicBezTo>
                <a:cubicBezTo>
                  <a:pt x="8283932" y="419791"/>
                  <a:pt x="8278617" y="392031"/>
                  <a:pt x="8300068" y="405531"/>
                </a:cubicBezTo>
                <a:lnTo>
                  <a:pt x="8356293" y="403328"/>
                </a:lnTo>
                <a:cubicBezTo>
                  <a:pt x="8377247" y="404463"/>
                  <a:pt x="8438442" y="433194"/>
                  <a:pt x="8475838" y="435524"/>
                </a:cubicBezTo>
                <a:cubicBezTo>
                  <a:pt x="8510241" y="438037"/>
                  <a:pt x="8545511" y="449840"/>
                  <a:pt x="8575216" y="450198"/>
                </a:cubicBezTo>
                <a:lnTo>
                  <a:pt x="8588650" y="447070"/>
                </a:lnTo>
                <a:lnTo>
                  <a:pt x="8612184" y="439577"/>
                </a:lnTo>
                <a:lnTo>
                  <a:pt x="8630713" y="433015"/>
                </a:lnTo>
                <a:cubicBezTo>
                  <a:pt x="8635870" y="429519"/>
                  <a:pt x="8700685" y="428411"/>
                  <a:pt x="8704240" y="422865"/>
                </a:cubicBezTo>
                <a:cubicBezTo>
                  <a:pt x="8761777" y="429549"/>
                  <a:pt x="8768302" y="427178"/>
                  <a:pt x="8829513" y="429389"/>
                </a:cubicBezTo>
                <a:cubicBezTo>
                  <a:pt x="8922895" y="444672"/>
                  <a:pt x="8924579" y="401507"/>
                  <a:pt x="9083651" y="390744"/>
                </a:cubicBezTo>
                <a:cubicBezTo>
                  <a:pt x="9138403" y="388032"/>
                  <a:pt x="9315003" y="378647"/>
                  <a:pt x="9371402" y="371809"/>
                </a:cubicBezTo>
                <a:cubicBezTo>
                  <a:pt x="9358632" y="337502"/>
                  <a:pt x="9402842" y="379364"/>
                  <a:pt x="9429586" y="369213"/>
                </a:cubicBezTo>
                <a:cubicBezTo>
                  <a:pt x="9449312" y="370213"/>
                  <a:pt x="9473938" y="373270"/>
                  <a:pt x="9489757" y="377814"/>
                </a:cubicBezTo>
                <a:cubicBezTo>
                  <a:pt x="9498164" y="379256"/>
                  <a:pt x="9507139" y="379272"/>
                  <a:pt x="9516954" y="376991"/>
                </a:cubicBezTo>
                <a:cubicBezTo>
                  <a:pt x="9548430" y="354766"/>
                  <a:pt x="9591874" y="370315"/>
                  <a:pt x="9645588" y="363590"/>
                </a:cubicBezTo>
                <a:cubicBezTo>
                  <a:pt x="9660487" y="368814"/>
                  <a:pt x="9710817" y="350550"/>
                  <a:pt x="9722896" y="360983"/>
                </a:cubicBezTo>
                <a:cubicBezTo>
                  <a:pt x="9733918" y="362239"/>
                  <a:pt x="9745201" y="356679"/>
                  <a:pt x="9752803" y="368492"/>
                </a:cubicBezTo>
                <a:cubicBezTo>
                  <a:pt x="9793268" y="374490"/>
                  <a:pt x="9843313" y="380978"/>
                  <a:pt x="9890305" y="380736"/>
                </a:cubicBezTo>
                <a:cubicBezTo>
                  <a:pt x="9912701" y="380083"/>
                  <a:pt x="9926523" y="379037"/>
                  <a:pt x="9939767" y="377776"/>
                </a:cubicBezTo>
                <a:lnTo>
                  <a:pt x="9944355" y="377352"/>
                </a:lnTo>
                <a:lnTo>
                  <a:pt x="9953719" y="375642"/>
                </a:lnTo>
                <a:lnTo>
                  <a:pt x="9955809" y="376294"/>
                </a:lnTo>
                <a:lnTo>
                  <a:pt x="10032710" y="394940"/>
                </a:lnTo>
                <a:lnTo>
                  <a:pt x="10049925" y="404971"/>
                </a:lnTo>
                <a:lnTo>
                  <a:pt x="10112671" y="414549"/>
                </a:lnTo>
                <a:cubicBezTo>
                  <a:pt x="10169643" y="412125"/>
                  <a:pt x="10132220" y="425358"/>
                  <a:pt x="10170853" y="435168"/>
                </a:cubicBezTo>
                <a:cubicBezTo>
                  <a:pt x="10206088" y="442020"/>
                  <a:pt x="10240809" y="454081"/>
                  <a:pt x="10290184" y="448123"/>
                </a:cubicBezTo>
                <a:cubicBezTo>
                  <a:pt x="10301813" y="444919"/>
                  <a:pt x="10315233" y="449499"/>
                  <a:pt x="10320158" y="458352"/>
                </a:cubicBezTo>
                <a:cubicBezTo>
                  <a:pt x="10321006" y="459876"/>
                  <a:pt x="10321565" y="461470"/>
                  <a:pt x="10321815" y="463087"/>
                </a:cubicBezTo>
                <a:cubicBezTo>
                  <a:pt x="10354058" y="457158"/>
                  <a:pt x="10355176" y="470634"/>
                  <a:pt x="10373742" y="464538"/>
                </a:cubicBezTo>
                <a:cubicBezTo>
                  <a:pt x="10403060" y="475292"/>
                  <a:pt x="10411841" y="497597"/>
                  <a:pt x="10428532" y="492504"/>
                </a:cubicBezTo>
                <a:cubicBezTo>
                  <a:pt x="10440561" y="500742"/>
                  <a:pt x="10446267" y="521930"/>
                  <a:pt x="10466490" y="517759"/>
                </a:cubicBezTo>
                <a:cubicBezTo>
                  <a:pt x="10464622" y="519986"/>
                  <a:pt x="10465013" y="521261"/>
                  <a:pt x="10466675" y="522076"/>
                </a:cubicBezTo>
                <a:lnTo>
                  <a:pt x="10470309" y="522792"/>
                </a:lnTo>
                <a:lnTo>
                  <a:pt x="10474138" y="519761"/>
                </a:lnTo>
                <a:cubicBezTo>
                  <a:pt x="10488888" y="509612"/>
                  <a:pt x="10484914" y="524734"/>
                  <a:pt x="10501100" y="528263"/>
                </a:cubicBezTo>
                <a:cubicBezTo>
                  <a:pt x="10508412" y="530705"/>
                  <a:pt x="10505426" y="533743"/>
                  <a:pt x="10502395" y="536393"/>
                </a:cubicBezTo>
                <a:lnTo>
                  <a:pt x="10689496" y="560233"/>
                </a:lnTo>
                <a:cubicBezTo>
                  <a:pt x="10721441" y="573640"/>
                  <a:pt x="10757547" y="582937"/>
                  <a:pt x="10788736" y="613188"/>
                </a:cubicBezTo>
                <a:cubicBezTo>
                  <a:pt x="10794510" y="621641"/>
                  <a:pt x="10807098" y="616073"/>
                  <a:pt x="10819747" y="621351"/>
                </a:cubicBezTo>
                <a:cubicBezTo>
                  <a:pt x="10832398" y="626630"/>
                  <a:pt x="10846356" y="639592"/>
                  <a:pt x="10864632" y="644858"/>
                </a:cubicBezTo>
                <a:cubicBezTo>
                  <a:pt x="10895617" y="652290"/>
                  <a:pt x="10921550" y="640451"/>
                  <a:pt x="10929407" y="652945"/>
                </a:cubicBezTo>
                <a:cubicBezTo>
                  <a:pt x="10945460" y="653176"/>
                  <a:pt x="10968148" y="640553"/>
                  <a:pt x="10979412" y="654217"/>
                </a:cubicBezTo>
                <a:cubicBezTo>
                  <a:pt x="10981679" y="643737"/>
                  <a:pt x="10997287" y="663414"/>
                  <a:pt x="11006959" y="657017"/>
                </a:cubicBezTo>
                <a:cubicBezTo>
                  <a:pt x="11023230" y="659396"/>
                  <a:pt x="11051890" y="662462"/>
                  <a:pt x="11077038" y="668487"/>
                </a:cubicBezTo>
                <a:cubicBezTo>
                  <a:pt x="11097000" y="690299"/>
                  <a:pt x="11141286" y="676399"/>
                  <a:pt x="11157850" y="693164"/>
                </a:cubicBezTo>
                <a:cubicBezTo>
                  <a:pt x="11163800" y="695757"/>
                  <a:pt x="11169599" y="696942"/>
                  <a:pt x="11175276" y="697243"/>
                </a:cubicBezTo>
                <a:lnTo>
                  <a:pt x="11191131" y="696085"/>
                </a:lnTo>
                <a:lnTo>
                  <a:pt x="11195573" y="691751"/>
                </a:lnTo>
                <a:lnTo>
                  <a:pt x="11205299" y="693247"/>
                </a:lnTo>
                <a:lnTo>
                  <a:pt x="11223770" y="690335"/>
                </a:lnTo>
                <a:cubicBezTo>
                  <a:pt x="11237778" y="693777"/>
                  <a:pt x="11256852" y="701947"/>
                  <a:pt x="11292119" y="713311"/>
                </a:cubicBezTo>
                <a:cubicBezTo>
                  <a:pt x="11334878" y="733451"/>
                  <a:pt x="11401662" y="729175"/>
                  <a:pt x="11435379" y="758519"/>
                </a:cubicBezTo>
                <a:lnTo>
                  <a:pt x="11604406" y="810476"/>
                </a:lnTo>
                <a:lnTo>
                  <a:pt x="11652155" y="825109"/>
                </a:lnTo>
                <a:lnTo>
                  <a:pt x="11654192" y="827301"/>
                </a:lnTo>
                <a:cubicBezTo>
                  <a:pt x="11661650" y="834729"/>
                  <a:pt x="11669215" y="841480"/>
                  <a:pt x="11676599" y="846628"/>
                </a:cubicBezTo>
                <a:cubicBezTo>
                  <a:pt x="11688258" y="861760"/>
                  <a:pt x="11752266" y="896888"/>
                  <a:pt x="11775168" y="890664"/>
                </a:cubicBezTo>
                <a:cubicBezTo>
                  <a:pt x="11790977" y="883819"/>
                  <a:pt x="11808364" y="879901"/>
                  <a:pt x="11826341" y="877558"/>
                </a:cubicBezTo>
                <a:lnTo>
                  <a:pt x="11879068" y="874038"/>
                </a:lnTo>
                <a:lnTo>
                  <a:pt x="11889563" y="878619"/>
                </a:lnTo>
                <a:lnTo>
                  <a:pt x="12016613" y="886111"/>
                </a:lnTo>
                <a:lnTo>
                  <a:pt x="12108292" y="868500"/>
                </a:lnTo>
                <a:cubicBezTo>
                  <a:pt x="12129725" y="867311"/>
                  <a:pt x="12157891" y="874537"/>
                  <a:pt x="12182910" y="882003"/>
                </a:cubicBezTo>
                <a:lnTo>
                  <a:pt x="12192000" y="884778"/>
                </a:lnTo>
                <a:lnTo>
                  <a:pt x="12192000" y="1610315"/>
                </a:lnTo>
                <a:lnTo>
                  <a:pt x="12191998" y="1610315"/>
                </a:lnTo>
                <a:lnTo>
                  <a:pt x="12191998" y="1924333"/>
                </a:lnTo>
                <a:lnTo>
                  <a:pt x="0" y="1924333"/>
                </a:lnTo>
                <a:lnTo>
                  <a:pt x="0" y="505159"/>
                </a:lnTo>
                <a:lnTo>
                  <a:pt x="5722" y="508889"/>
                </a:lnTo>
                <a:cubicBezTo>
                  <a:pt x="21614" y="518548"/>
                  <a:pt x="33814" y="524781"/>
                  <a:pt x="38476" y="524137"/>
                </a:cubicBezTo>
                <a:cubicBezTo>
                  <a:pt x="99229" y="544180"/>
                  <a:pt x="142010" y="538457"/>
                  <a:pt x="192883" y="545272"/>
                </a:cubicBezTo>
                <a:cubicBezTo>
                  <a:pt x="277629" y="525210"/>
                  <a:pt x="293434" y="558443"/>
                  <a:pt x="343710" y="565029"/>
                </a:cubicBezTo>
                <a:cubicBezTo>
                  <a:pt x="383094" y="555729"/>
                  <a:pt x="425462" y="556271"/>
                  <a:pt x="471066" y="549837"/>
                </a:cubicBezTo>
                <a:cubicBezTo>
                  <a:pt x="513583" y="544428"/>
                  <a:pt x="569194" y="531004"/>
                  <a:pt x="617333" y="526428"/>
                </a:cubicBezTo>
                <a:cubicBezTo>
                  <a:pt x="660031" y="520760"/>
                  <a:pt x="696675" y="523882"/>
                  <a:pt x="725203" y="523793"/>
                </a:cubicBezTo>
                <a:cubicBezTo>
                  <a:pt x="736650" y="521695"/>
                  <a:pt x="780513" y="502146"/>
                  <a:pt x="788494" y="505799"/>
                </a:cubicBezTo>
                <a:lnTo>
                  <a:pt x="885977" y="526585"/>
                </a:lnTo>
                <a:cubicBezTo>
                  <a:pt x="906140" y="522837"/>
                  <a:pt x="917203" y="532232"/>
                  <a:pt x="932142" y="528005"/>
                </a:cubicBezTo>
                <a:cubicBezTo>
                  <a:pt x="963701" y="524128"/>
                  <a:pt x="1061555" y="499582"/>
                  <a:pt x="1090404" y="498299"/>
                </a:cubicBezTo>
                <a:cubicBezTo>
                  <a:pt x="1132840" y="494057"/>
                  <a:pt x="1148476" y="496041"/>
                  <a:pt x="1188628" y="483151"/>
                </a:cubicBezTo>
                <a:cubicBezTo>
                  <a:pt x="1230397" y="468408"/>
                  <a:pt x="1278711" y="457638"/>
                  <a:pt x="1316247" y="425979"/>
                </a:cubicBezTo>
                <a:cubicBezTo>
                  <a:pt x="1322662" y="417251"/>
                  <a:pt x="1339433" y="418553"/>
                  <a:pt x="1357712" y="416549"/>
                </a:cubicBezTo>
                <a:cubicBezTo>
                  <a:pt x="1375991" y="414544"/>
                  <a:pt x="1423507" y="412949"/>
                  <a:pt x="1425921" y="413953"/>
                </a:cubicBezTo>
                <a:cubicBezTo>
                  <a:pt x="1450272" y="407937"/>
                  <a:pt x="1458223" y="388156"/>
                  <a:pt x="1503817" y="380457"/>
                </a:cubicBezTo>
                <a:cubicBezTo>
                  <a:pt x="1541095" y="377398"/>
                  <a:pt x="1605565" y="376357"/>
                  <a:pt x="1639196" y="372785"/>
                </a:cubicBezTo>
                <a:cubicBezTo>
                  <a:pt x="1653280" y="376736"/>
                  <a:pt x="1695289" y="365766"/>
                  <a:pt x="1705606" y="359023"/>
                </a:cubicBezTo>
                <a:cubicBezTo>
                  <a:pt x="1729169" y="336295"/>
                  <a:pt x="1793207" y="348537"/>
                  <a:pt x="1813011" y="331023"/>
                </a:cubicBezTo>
                <a:cubicBezTo>
                  <a:pt x="1820772" y="328179"/>
                  <a:pt x="1823566" y="341833"/>
                  <a:pt x="1831380" y="341307"/>
                </a:cubicBezTo>
                <a:lnTo>
                  <a:pt x="1858612" y="326777"/>
                </a:lnTo>
                <a:lnTo>
                  <a:pt x="1880661" y="335987"/>
                </a:lnTo>
                <a:lnTo>
                  <a:pt x="1941495" y="310792"/>
                </a:lnTo>
                <a:cubicBezTo>
                  <a:pt x="1978970" y="307223"/>
                  <a:pt x="1947391" y="291714"/>
                  <a:pt x="1995402" y="305480"/>
                </a:cubicBezTo>
                <a:cubicBezTo>
                  <a:pt x="2042464" y="298034"/>
                  <a:pt x="2153424" y="281146"/>
                  <a:pt x="2223864" y="266118"/>
                </a:cubicBezTo>
                <a:cubicBezTo>
                  <a:pt x="2261296" y="256300"/>
                  <a:pt x="2360518" y="238323"/>
                  <a:pt x="2418043" y="215314"/>
                </a:cubicBezTo>
                <a:cubicBezTo>
                  <a:pt x="2472088" y="206823"/>
                  <a:pt x="2499422" y="162612"/>
                  <a:pt x="2558461" y="168193"/>
                </a:cubicBezTo>
                <a:cubicBezTo>
                  <a:pt x="2559660" y="164506"/>
                  <a:pt x="2592244" y="161337"/>
                  <a:pt x="2595535" y="158548"/>
                </a:cubicBezTo>
                <a:lnTo>
                  <a:pt x="2626942" y="130400"/>
                </a:lnTo>
                <a:lnTo>
                  <a:pt x="2632225" y="130446"/>
                </a:lnTo>
                <a:lnTo>
                  <a:pt x="2696856" y="128498"/>
                </a:lnTo>
                <a:lnTo>
                  <a:pt x="2759767" y="127784"/>
                </a:lnTo>
                <a:cubicBezTo>
                  <a:pt x="2770024" y="123546"/>
                  <a:pt x="2781047" y="119463"/>
                  <a:pt x="2792685" y="115710"/>
                </a:cubicBezTo>
                <a:lnTo>
                  <a:pt x="2799767" y="113754"/>
                </a:lnTo>
                <a:lnTo>
                  <a:pt x="2829799" y="120042"/>
                </a:lnTo>
                <a:lnTo>
                  <a:pt x="2890704" y="121493"/>
                </a:lnTo>
                <a:cubicBezTo>
                  <a:pt x="2935390" y="121035"/>
                  <a:pt x="2990780" y="113193"/>
                  <a:pt x="3042646" y="112273"/>
                </a:cubicBezTo>
                <a:cubicBezTo>
                  <a:pt x="3077119" y="111474"/>
                  <a:pt x="3124089" y="100414"/>
                  <a:pt x="3146630" y="100898"/>
                </a:cubicBezTo>
                <a:cubicBezTo>
                  <a:pt x="3169381" y="117699"/>
                  <a:pt x="3224695" y="125864"/>
                  <a:pt x="3233163" y="120200"/>
                </a:cubicBezTo>
                <a:lnTo>
                  <a:pt x="3372699" y="129394"/>
                </a:lnTo>
                <a:cubicBezTo>
                  <a:pt x="3389020" y="126586"/>
                  <a:pt x="3397563" y="116804"/>
                  <a:pt x="3394352" y="131671"/>
                </a:cubicBezTo>
                <a:cubicBezTo>
                  <a:pt x="3406102" y="131485"/>
                  <a:pt x="3429770" y="120938"/>
                  <a:pt x="3448218" y="118229"/>
                </a:cubicBezTo>
                <a:lnTo>
                  <a:pt x="3505047" y="115412"/>
                </a:lnTo>
                <a:lnTo>
                  <a:pt x="3521767" y="111071"/>
                </a:lnTo>
                <a:cubicBezTo>
                  <a:pt x="3526335" y="108877"/>
                  <a:pt x="3582156" y="117732"/>
                  <a:pt x="3585137" y="114371"/>
                </a:cubicBezTo>
                <a:cubicBezTo>
                  <a:pt x="3638265" y="102098"/>
                  <a:pt x="3633789" y="98565"/>
                  <a:pt x="3690293" y="98301"/>
                </a:cubicBezTo>
                <a:cubicBezTo>
                  <a:pt x="3782197" y="112746"/>
                  <a:pt x="3826738" y="92943"/>
                  <a:pt x="3867818" y="88985"/>
                </a:cubicBezTo>
                <a:cubicBezTo>
                  <a:pt x="3943777" y="81477"/>
                  <a:pt x="3990501" y="75194"/>
                  <a:pt x="4091337" y="70813"/>
                </a:cubicBezTo>
                <a:cubicBezTo>
                  <a:pt x="4154422" y="62932"/>
                  <a:pt x="4217060" y="45734"/>
                  <a:pt x="4246332" y="41697"/>
                </a:cubicBezTo>
                <a:cubicBezTo>
                  <a:pt x="4253308" y="42804"/>
                  <a:pt x="4260125" y="44606"/>
                  <a:pt x="4266975" y="46592"/>
                </a:cubicBezTo>
                <a:lnTo>
                  <a:pt x="4270566" y="47620"/>
                </a:lnTo>
                <a:lnTo>
                  <a:pt x="4288964" y="52766"/>
                </a:lnTo>
                <a:lnTo>
                  <a:pt x="4365137" y="51783"/>
                </a:lnTo>
                <a:lnTo>
                  <a:pt x="4430546" y="44555"/>
                </a:lnTo>
                <a:lnTo>
                  <a:pt x="4444136" y="39567"/>
                </a:lnTo>
                <a:lnTo>
                  <a:pt x="4534039" y="31604"/>
                </a:lnTo>
                <a:lnTo>
                  <a:pt x="4560448" y="25231"/>
                </a:lnTo>
                <a:lnTo>
                  <a:pt x="4568006" y="25970"/>
                </a:lnTo>
                <a:cubicBezTo>
                  <a:pt x="4580278" y="23866"/>
                  <a:pt x="4594878" y="14904"/>
                  <a:pt x="4595497" y="22958"/>
                </a:cubicBezTo>
                <a:lnTo>
                  <a:pt x="4608623" y="18108"/>
                </a:lnTo>
                <a:lnTo>
                  <a:pt x="4623942" y="22251"/>
                </a:lnTo>
                <a:cubicBezTo>
                  <a:pt x="4633227" y="23117"/>
                  <a:pt x="4655429" y="23973"/>
                  <a:pt x="4664336" y="23306"/>
                </a:cubicBezTo>
                <a:lnTo>
                  <a:pt x="4677385" y="18246"/>
                </a:lnTo>
                <a:lnTo>
                  <a:pt x="4698143" y="18036"/>
                </a:lnTo>
                <a:cubicBezTo>
                  <a:pt x="4710347" y="18931"/>
                  <a:pt x="4736189" y="22441"/>
                  <a:pt x="4750609" y="23611"/>
                </a:cubicBezTo>
                <a:cubicBezTo>
                  <a:pt x="4764270" y="27424"/>
                  <a:pt x="4774858" y="29782"/>
                  <a:pt x="4784658" y="25057"/>
                </a:cubicBezTo>
                <a:cubicBezTo>
                  <a:pt x="4804708" y="29613"/>
                  <a:pt x="4822811" y="48263"/>
                  <a:pt x="4847558" y="38726"/>
                </a:cubicBezTo>
                <a:cubicBezTo>
                  <a:pt x="4868304" y="42993"/>
                  <a:pt x="4867190" y="47939"/>
                  <a:pt x="4909134" y="50659"/>
                </a:cubicBezTo>
                <a:cubicBezTo>
                  <a:pt x="4945026" y="52455"/>
                  <a:pt x="5063406" y="54096"/>
                  <a:pt x="5099219" y="55050"/>
                </a:cubicBezTo>
                <a:cubicBezTo>
                  <a:pt x="5145195" y="57873"/>
                  <a:pt x="5163254" y="65473"/>
                  <a:pt x="5184992" y="67596"/>
                </a:cubicBezTo>
                <a:cubicBezTo>
                  <a:pt x="5206728" y="69720"/>
                  <a:pt x="5195578" y="65687"/>
                  <a:pt x="5229637" y="67789"/>
                </a:cubicBezTo>
                <a:cubicBezTo>
                  <a:pt x="5263695" y="69892"/>
                  <a:pt x="5345217" y="78854"/>
                  <a:pt x="5389346" y="80211"/>
                </a:cubicBezTo>
                <a:cubicBezTo>
                  <a:pt x="5425889" y="83191"/>
                  <a:pt x="5461943" y="84751"/>
                  <a:pt x="5494414" y="75926"/>
                </a:cubicBezTo>
                <a:lnTo>
                  <a:pt x="5528443" y="77206"/>
                </a:lnTo>
                <a:cubicBezTo>
                  <a:pt x="5582723" y="71370"/>
                  <a:pt x="5638917" y="68385"/>
                  <a:pt x="5684939" y="50269"/>
                </a:cubicBezTo>
                <a:cubicBezTo>
                  <a:pt x="5724389" y="45804"/>
                  <a:pt x="5737860" y="52916"/>
                  <a:pt x="5765146" y="50414"/>
                </a:cubicBezTo>
                <a:cubicBezTo>
                  <a:pt x="5792695" y="43060"/>
                  <a:pt x="5827352" y="38097"/>
                  <a:pt x="5848655" y="35257"/>
                </a:cubicBezTo>
                <a:lnTo>
                  <a:pt x="5930656" y="30131"/>
                </a:lnTo>
                <a:lnTo>
                  <a:pt x="6124150" y="31679"/>
                </a:lnTo>
                <a:cubicBezTo>
                  <a:pt x="6138131" y="22216"/>
                  <a:pt x="6167730" y="4075"/>
                  <a:pt x="6189199" y="588"/>
                </a:cubicBez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00FAC3B-2441-DC35-89A1-3BA39EA31E06}"/>
              </a:ext>
            </a:extLst>
          </p:cNvPr>
          <p:cNvSpPr>
            <a:spLocks noGrp="1"/>
          </p:cNvSpPr>
          <p:nvPr>
            <p:ph type="title"/>
          </p:nvPr>
        </p:nvSpPr>
        <p:spPr>
          <a:xfrm>
            <a:off x="1255060" y="5279511"/>
            <a:ext cx="9681882" cy="739880"/>
          </a:xfrm>
        </p:spPr>
        <p:txBody>
          <a:bodyPr vert="horz" wrap="square" lIns="76200" tIns="45720" rIns="76200" bIns="45720" rtlCol="0" anchor="ctr">
            <a:normAutofit/>
          </a:bodyPr>
          <a:lstStyle/>
          <a:p>
            <a:pPr algn="l"/>
            <a:r>
              <a:rPr lang="en-US" sz="1800" b="1" kern="1200">
                <a:solidFill>
                  <a:srgbClr val="232323"/>
                </a:solidFill>
                <a:latin typeface="Aptos Display"/>
                <a:ea typeface="+mj-ea"/>
                <a:cs typeface="+mj-cs"/>
              </a:rPr>
              <a:t>„Kieto“ ir „minkšto“apjungimo iliustracija</a:t>
            </a:r>
          </a:p>
        </p:txBody>
      </p:sp>
      <p:pic>
        <p:nvPicPr>
          <p:cNvPr id="11" name="Content Placeholder 10">
            <a:extLst>
              <a:ext uri="{FF2B5EF4-FFF2-40B4-BE49-F238E27FC236}">
                <a16:creationId xmlns:a16="http://schemas.microsoft.com/office/drawing/2014/main" id="{E1301966-5D6A-4ED1-A7F4-70FD6120E888}"/>
              </a:ext>
            </a:extLst>
          </p:cNvPr>
          <p:cNvPicPr>
            <a:picLocks noGrp="1" noChangeAspect="1"/>
          </p:cNvPicPr>
          <p:nvPr>
            <p:ph idx="1"/>
          </p:nvPr>
        </p:nvPicPr>
        <p:blipFill>
          <a:blip r:embed="rId3"/>
          <a:stretch>
            <a:fillRect/>
          </a:stretch>
        </p:blipFill>
        <p:spPr>
          <a:xfrm>
            <a:off x="1715357" y="589154"/>
            <a:ext cx="8035571" cy="4351338"/>
          </a:xfrm>
          <a:prstGeom prst="rect">
            <a:avLst/>
          </a:prstGeom>
        </p:spPr>
      </p:pic>
    </p:spTree>
    <p:extLst>
      <p:ext uri="{BB962C8B-B14F-4D97-AF65-F5344CB8AC3E}">
        <p14:creationId xmlns:p14="http://schemas.microsoft.com/office/powerpoint/2010/main" val="16919586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E91F5CA-B392-444C-88E3-BF5BAAEBDE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DFCA2118-59A2-4310-A4B2-F2CBA821E8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940492"/>
            <a:ext cx="12192000" cy="1924333"/>
          </a:xfrm>
          <a:custGeom>
            <a:avLst/>
            <a:gdLst>
              <a:gd name="connsiteX0" fmla="*/ 6189199 w 12192000"/>
              <a:gd name="connsiteY0" fmla="*/ 588 h 1924333"/>
              <a:gd name="connsiteX1" fmla="*/ 6207079 w 12192000"/>
              <a:gd name="connsiteY1" fmla="*/ 2850 h 1924333"/>
              <a:gd name="connsiteX2" fmla="*/ 6285610 w 12192000"/>
              <a:gd name="connsiteY2" fmla="*/ 18131 h 1924333"/>
              <a:gd name="connsiteX3" fmla="*/ 6378008 w 12192000"/>
              <a:gd name="connsiteY3" fmla="*/ 24625 h 1924333"/>
              <a:gd name="connsiteX4" fmla="*/ 6466340 w 12192000"/>
              <a:gd name="connsiteY4" fmla="*/ 21366 h 1924333"/>
              <a:gd name="connsiteX5" fmla="*/ 6553334 w 12192000"/>
              <a:gd name="connsiteY5" fmla="*/ 35307 h 1924333"/>
              <a:gd name="connsiteX6" fmla="*/ 6626068 w 12192000"/>
              <a:gd name="connsiteY6" fmla="*/ 58045 h 1924333"/>
              <a:gd name="connsiteX7" fmla="*/ 6692303 w 12192000"/>
              <a:gd name="connsiteY7" fmla="*/ 91487 h 1924333"/>
              <a:gd name="connsiteX8" fmla="*/ 6733670 w 12192000"/>
              <a:gd name="connsiteY8" fmla="*/ 118130 h 1924333"/>
              <a:gd name="connsiteX9" fmla="*/ 6798016 w 12192000"/>
              <a:gd name="connsiteY9" fmla="*/ 112271 h 1924333"/>
              <a:gd name="connsiteX10" fmla="*/ 6801081 w 12192000"/>
              <a:gd name="connsiteY10" fmla="*/ 114963 h 1924333"/>
              <a:gd name="connsiteX11" fmla="*/ 6819351 w 12192000"/>
              <a:gd name="connsiteY11" fmla="*/ 128825 h 1924333"/>
              <a:gd name="connsiteX12" fmla="*/ 6852732 w 12192000"/>
              <a:gd name="connsiteY12" fmla="*/ 123321 h 1924333"/>
              <a:gd name="connsiteX13" fmla="*/ 6865247 w 12192000"/>
              <a:gd name="connsiteY13" fmla="*/ 128836 h 1924333"/>
              <a:gd name="connsiteX14" fmla="*/ 6905517 w 12192000"/>
              <a:gd name="connsiteY14" fmla="*/ 129265 h 1924333"/>
              <a:gd name="connsiteX15" fmla="*/ 6950286 w 12192000"/>
              <a:gd name="connsiteY15" fmla="*/ 150104 h 1924333"/>
              <a:gd name="connsiteX16" fmla="*/ 7003442 w 12192000"/>
              <a:gd name="connsiteY16" fmla="*/ 136136 h 1924333"/>
              <a:gd name="connsiteX17" fmla="*/ 7160047 w 12192000"/>
              <a:gd name="connsiteY17" fmla="*/ 166721 h 1924333"/>
              <a:gd name="connsiteX18" fmla="*/ 7325604 w 12192000"/>
              <a:gd name="connsiteY18" fmla="*/ 215867 h 1924333"/>
              <a:gd name="connsiteX19" fmla="*/ 7540522 w 12192000"/>
              <a:gd name="connsiteY19" fmla="*/ 239374 h 1924333"/>
              <a:gd name="connsiteX20" fmla="*/ 7612071 w 12192000"/>
              <a:gd name="connsiteY20" fmla="*/ 229553 h 1924333"/>
              <a:gd name="connsiteX21" fmla="*/ 7651995 w 12192000"/>
              <a:gd name="connsiteY21" fmla="*/ 244567 h 1924333"/>
              <a:gd name="connsiteX22" fmla="*/ 7725761 w 12192000"/>
              <a:gd name="connsiteY22" fmla="*/ 258638 h 1924333"/>
              <a:gd name="connsiteX23" fmla="*/ 7823038 w 12192000"/>
              <a:gd name="connsiteY23" fmla="*/ 287078 h 1924333"/>
              <a:gd name="connsiteX24" fmla="*/ 7866405 w 12192000"/>
              <a:gd name="connsiteY24" fmla="*/ 287288 h 1924333"/>
              <a:gd name="connsiteX25" fmla="*/ 7875021 w 12192000"/>
              <a:gd name="connsiteY25" fmla="*/ 288224 h 1924333"/>
              <a:gd name="connsiteX26" fmla="*/ 7875146 w 12192000"/>
              <a:gd name="connsiteY26" fmla="*/ 288614 h 1924333"/>
              <a:gd name="connsiteX27" fmla="*/ 7907443 w 12192000"/>
              <a:gd name="connsiteY27" fmla="*/ 291752 h 1924333"/>
              <a:gd name="connsiteX28" fmla="*/ 7912892 w 12192000"/>
              <a:gd name="connsiteY28" fmla="*/ 294833 h 1924333"/>
              <a:gd name="connsiteX29" fmla="*/ 7946345 w 12192000"/>
              <a:gd name="connsiteY29" fmla="*/ 319359 h 1924333"/>
              <a:gd name="connsiteX30" fmla="*/ 8021238 w 12192000"/>
              <a:gd name="connsiteY30" fmla="*/ 315159 h 1924333"/>
              <a:gd name="connsiteX31" fmla="*/ 8094697 w 12192000"/>
              <a:gd name="connsiteY31" fmla="*/ 351819 h 1924333"/>
              <a:gd name="connsiteX32" fmla="*/ 8155208 w 12192000"/>
              <a:gd name="connsiteY32" fmla="*/ 371168 h 1924333"/>
              <a:gd name="connsiteX33" fmla="*/ 8248472 w 12192000"/>
              <a:gd name="connsiteY33" fmla="*/ 400489 h 1924333"/>
              <a:gd name="connsiteX34" fmla="*/ 8300068 w 12192000"/>
              <a:gd name="connsiteY34" fmla="*/ 405531 h 1924333"/>
              <a:gd name="connsiteX35" fmla="*/ 8356293 w 12192000"/>
              <a:gd name="connsiteY35" fmla="*/ 403328 h 1924333"/>
              <a:gd name="connsiteX36" fmla="*/ 8475838 w 12192000"/>
              <a:gd name="connsiteY36" fmla="*/ 435524 h 1924333"/>
              <a:gd name="connsiteX37" fmla="*/ 8575216 w 12192000"/>
              <a:gd name="connsiteY37" fmla="*/ 450198 h 1924333"/>
              <a:gd name="connsiteX38" fmla="*/ 8588650 w 12192000"/>
              <a:gd name="connsiteY38" fmla="*/ 447070 h 1924333"/>
              <a:gd name="connsiteX39" fmla="*/ 8612184 w 12192000"/>
              <a:gd name="connsiteY39" fmla="*/ 439577 h 1924333"/>
              <a:gd name="connsiteX40" fmla="*/ 8630713 w 12192000"/>
              <a:gd name="connsiteY40" fmla="*/ 433015 h 1924333"/>
              <a:gd name="connsiteX41" fmla="*/ 8704240 w 12192000"/>
              <a:gd name="connsiteY41" fmla="*/ 422865 h 1924333"/>
              <a:gd name="connsiteX42" fmla="*/ 8829513 w 12192000"/>
              <a:gd name="connsiteY42" fmla="*/ 429389 h 1924333"/>
              <a:gd name="connsiteX43" fmla="*/ 9083651 w 12192000"/>
              <a:gd name="connsiteY43" fmla="*/ 390744 h 1924333"/>
              <a:gd name="connsiteX44" fmla="*/ 9371402 w 12192000"/>
              <a:gd name="connsiteY44" fmla="*/ 371809 h 1924333"/>
              <a:gd name="connsiteX45" fmla="*/ 9429586 w 12192000"/>
              <a:gd name="connsiteY45" fmla="*/ 369213 h 1924333"/>
              <a:gd name="connsiteX46" fmla="*/ 9489757 w 12192000"/>
              <a:gd name="connsiteY46" fmla="*/ 377814 h 1924333"/>
              <a:gd name="connsiteX47" fmla="*/ 9516954 w 12192000"/>
              <a:gd name="connsiteY47" fmla="*/ 376991 h 1924333"/>
              <a:gd name="connsiteX48" fmla="*/ 9645588 w 12192000"/>
              <a:gd name="connsiteY48" fmla="*/ 363590 h 1924333"/>
              <a:gd name="connsiteX49" fmla="*/ 9722896 w 12192000"/>
              <a:gd name="connsiteY49" fmla="*/ 360983 h 1924333"/>
              <a:gd name="connsiteX50" fmla="*/ 9752803 w 12192000"/>
              <a:gd name="connsiteY50" fmla="*/ 368492 h 1924333"/>
              <a:gd name="connsiteX51" fmla="*/ 9890305 w 12192000"/>
              <a:gd name="connsiteY51" fmla="*/ 380736 h 1924333"/>
              <a:gd name="connsiteX52" fmla="*/ 9939767 w 12192000"/>
              <a:gd name="connsiteY52" fmla="*/ 377776 h 1924333"/>
              <a:gd name="connsiteX53" fmla="*/ 9944355 w 12192000"/>
              <a:gd name="connsiteY53" fmla="*/ 377352 h 1924333"/>
              <a:gd name="connsiteX54" fmla="*/ 9953719 w 12192000"/>
              <a:gd name="connsiteY54" fmla="*/ 375642 h 1924333"/>
              <a:gd name="connsiteX55" fmla="*/ 9955809 w 12192000"/>
              <a:gd name="connsiteY55" fmla="*/ 376294 h 1924333"/>
              <a:gd name="connsiteX56" fmla="*/ 10032710 w 12192000"/>
              <a:gd name="connsiteY56" fmla="*/ 394940 h 1924333"/>
              <a:gd name="connsiteX57" fmla="*/ 10049925 w 12192000"/>
              <a:gd name="connsiteY57" fmla="*/ 404971 h 1924333"/>
              <a:gd name="connsiteX58" fmla="*/ 10112671 w 12192000"/>
              <a:gd name="connsiteY58" fmla="*/ 414549 h 1924333"/>
              <a:gd name="connsiteX59" fmla="*/ 10170853 w 12192000"/>
              <a:gd name="connsiteY59" fmla="*/ 435168 h 1924333"/>
              <a:gd name="connsiteX60" fmla="*/ 10290184 w 12192000"/>
              <a:gd name="connsiteY60" fmla="*/ 448123 h 1924333"/>
              <a:gd name="connsiteX61" fmla="*/ 10320158 w 12192000"/>
              <a:gd name="connsiteY61" fmla="*/ 458352 h 1924333"/>
              <a:gd name="connsiteX62" fmla="*/ 10321815 w 12192000"/>
              <a:gd name="connsiteY62" fmla="*/ 463087 h 1924333"/>
              <a:gd name="connsiteX63" fmla="*/ 10373742 w 12192000"/>
              <a:gd name="connsiteY63" fmla="*/ 464538 h 1924333"/>
              <a:gd name="connsiteX64" fmla="*/ 10428532 w 12192000"/>
              <a:gd name="connsiteY64" fmla="*/ 492504 h 1924333"/>
              <a:gd name="connsiteX65" fmla="*/ 10466490 w 12192000"/>
              <a:gd name="connsiteY65" fmla="*/ 517759 h 1924333"/>
              <a:gd name="connsiteX66" fmla="*/ 10466675 w 12192000"/>
              <a:gd name="connsiteY66" fmla="*/ 522076 h 1924333"/>
              <a:gd name="connsiteX67" fmla="*/ 10470309 w 12192000"/>
              <a:gd name="connsiteY67" fmla="*/ 522792 h 1924333"/>
              <a:gd name="connsiteX68" fmla="*/ 10474138 w 12192000"/>
              <a:gd name="connsiteY68" fmla="*/ 519761 h 1924333"/>
              <a:gd name="connsiteX69" fmla="*/ 10501100 w 12192000"/>
              <a:gd name="connsiteY69" fmla="*/ 528263 h 1924333"/>
              <a:gd name="connsiteX70" fmla="*/ 10502395 w 12192000"/>
              <a:gd name="connsiteY70" fmla="*/ 536393 h 1924333"/>
              <a:gd name="connsiteX71" fmla="*/ 10689496 w 12192000"/>
              <a:gd name="connsiteY71" fmla="*/ 560233 h 1924333"/>
              <a:gd name="connsiteX72" fmla="*/ 10788736 w 12192000"/>
              <a:gd name="connsiteY72" fmla="*/ 613188 h 1924333"/>
              <a:gd name="connsiteX73" fmla="*/ 10819747 w 12192000"/>
              <a:gd name="connsiteY73" fmla="*/ 621351 h 1924333"/>
              <a:gd name="connsiteX74" fmla="*/ 10864632 w 12192000"/>
              <a:gd name="connsiteY74" fmla="*/ 644858 h 1924333"/>
              <a:gd name="connsiteX75" fmla="*/ 10929407 w 12192000"/>
              <a:gd name="connsiteY75" fmla="*/ 652945 h 1924333"/>
              <a:gd name="connsiteX76" fmla="*/ 10979412 w 12192000"/>
              <a:gd name="connsiteY76" fmla="*/ 654217 h 1924333"/>
              <a:gd name="connsiteX77" fmla="*/ 11006959 w 12192000"/>
              <a:gd name="connsiteY77" fmla="*/ 657017 h 1924333"/>
              <a:gd name="connsiteX78" fmla="*/ 11077038 w 12192000"/>
              <a:gd name="connsiteY78" fmla="*/ 668487 h 1924333"/>
              <a:gd name="connsiteX79" fmla="*/ 11157850 w 12192000"/>
              <a:gd name="connsiteY79" fmla="*/ 693164 h 1924333"/>
              <a:gd name="connsiteX80" fmla="*/ 11175276 w 12192000"/>
              <a:gd name="connsiteY80" fmla="*/ 697243 h 1924333"/>
              <a:gd name="connsiteX81" fmla="*/ 11191131 w 12192000"/>
              <a:gd name="connsiteY81" fmla="*/ 696085 h 1924333"/>
              <a:gd name="connsiteX82" fmla="*/ 11195573 w 12192000"/>
              <a:gd name="connsiteY82" fmla="*/ 691751 h 1924333"/>
              <a:gd name="connsiteX83" fmla="*/ 11205299 w 12192000"/>
              <a:gd name="connsiteY83" fmla="*/ 693247 h 1924333"/>
              <a:gd name="connsiteX84" fmla="*/ 11223770 w 12192000"/>
              <a:gd name="connsiteY84" fmla="*/ 690335 h 1924333"/>
              <a:gd name="connsiteX85" fmla="*/ 11292119 w 12192000"/>
              <a:gd name="connsiteY85" fmla="*/ 713311 h 1924333"/>
              <a:gd name="connsiteX86" fmla="*/ 11435379 w 12192000"/>
              <a:gd name="connsiteY86" fmla="*/ 758519 h 1924333"/>
              <a:gd name="connsiteX87" fmla="*/ 11604406 w 12192000"/>
              <a:gd name="connsiteY87" fmla="*/ 810476 h 1924333"/>
              <a:gd name="connsiteX88" fmla="*/ 11652155 w 12192000"/>
              <a:gd name="connsiteY88" fmla="*/ 825109 h 1924333"/>
              <a:gd name="connsiteX89" fmla="*/ 11654192 w 12192000"/>
              <a:gd name="connsiteY89" fmla="*/ 827301 h 1924333"/>
              <a:gd name="connsiteX90" fmla="*/ 11676599 w 12192000"/>
              <a:gd name="connsiteY90" fmla="*/ 846628 h 1924333"/>
              <a:gd name="connsiteX91" fmla="*/ 11775168 w 12192000"/>
              <a:gd name="connsiteY91" fmla="*/ 890664 h 1924333"/>
              <a:gd name="connsiteX92" fmla="*/ 11826341 w 12192000"/>
              <a:gd name="connsiteY92" fmla="*/ 877558 h 1924333"/>
              <a:gd name="connsiteX93" fmla="*/ 11879068 w 12192000"/>
              <a:gd name="connsiteY93" fmla="*/ 874038 h 1924333"/>
              <a:gd name="connsiteX94" fmla="*/ 11889563 w 12192000"/>
              <a:gd name="connsiteY94" fmla="*/ 878619 h 1924333"/>
              <a:gd name="connsiteX95" fmla="*/ 12016613 w 12192000"/>
              <a:gd name="connsiteY95" fmla="*/ 886111 h 1924333"/>
              <a:gd name="connsiteX96" fmla="*/ 12108292 w 12192000"/>
              <a:gd name="connsiteY96" fmla="*/ 868500 h 1924333"/>
              <a:gd name="connsiteX97" fmla="*/ 12182910 w 12192000"/>
              <a:gd name="connsiteY97" fmla="*/ 882003 h 1924333"/>
              <a:gd name="connsiteX98" fmla="*/ 12192000 w 12192000"/>
              <a:gd name="connsiteY98" fmla="*/ 884778 h 1924333"/>
              <a:gd name="connsiteX99" fmla="*/ 12192000 w 12192000"/>
              <a:gd name="connsiteY99" fmla="*/ 1610315 h 1924333"/>
              <a:gd name="connsiteX100" fmla="*/ 12191998 w 12192000"/>
              <a:gd name="connsiteY100" fmla="*/ 1610315 h 1924333"/>
              <a:gd name="connsiteX101" fmla="*/ 12191998 w 12192000"/>
              <a:gd name="connsiteY101" fmla="*/ 1924333 h 1924333"/>
              <a:gd name="connsiteX102" fmla="*/ 0 w 12192000"/>
              <a:gd name="connsiteY102" fmla="*/ 1924333 h 1924333"/>
              <a:gd name="connsiteX103" fmla="*/ 0 w 12192000"/>
              <a:gd name="connsiteY103" fmla="*/ 505159 h 1924333"/>
              <a:gd name="connsiteX104" fmla="*/ 5722 w 12192000"/>
              <a:gd name="connsiteY104" fmla="*/ 508889 h 1924333"/>
              <a:gd name="connsiteX105" fmla="*/ 38476 w 12192000"/>
              <a:gd name="connsiteY105" fmla="*/ 524137 h 1924333"/>
              <a:gd name="connsiteX106" fmla="*/ 192883 w 12192000"/>
              <a:gd name="connsiteY106" fmla="*/ 545272 h 1924333"/>
              <a:gd name="connsiteX107" fmla="*/ 343710 w 12192000"/>
              <a:gd name="connsiteY107" fmla="*/ 565029 h 1924333"/>
              <a:gd name="connsiteX108" fmla="*/ 471066 w 12192000"/>
              <a:gd name="connsiteY108" fmla="*/ 549837 h 1924333"/>
              <a:gd name="connsiteX109" fmla="*/ 617333 w 12192000"/>
              <a:gd name="connsiteY109" fmla="*/ 526428 h 1924333"/>
              <a:gd name="connsiteX110" fmla="*/ 725203 w 12192000"/>
              <a:gd name="connsiteY110" fmla="*/ 523793 h 1924333"/>
              <a:gd name="connsiteX111" fmla="*/ 788494 w 12192000"/>
              <a:gd name="connsiteY111" fmla="*/ 505799 h 1924333"/>
              <a:gd name="connsiteX112" fmla="*/ 885977 w 12192000"/>
              <a:gd name="connsiteY112" fmla="*/ 526585 h 1924333"/>
              <a:gd name="connsiteX113" fmla="*/ 932142 w 12192000"/>
              <a:gd name="connsiteY113" fmla="*/ 528005 h 1924333"/>
              <a:gd name="connsiteX114" fmla="*/ 1090404 w 12192000"/>
              <a:gd name="connsiteY114" fmla="*/ 498299 h 1924333"/>
              <a:gd name="connsiteX115" fmla="*/ 1188628 w 12192000"/>
              <a:gd name="connsiteY115" fmla="*/ 483151 h 1924333"/>
              <a:gd name="connsiteX116" fmla="*/ 1316247 w 12192000"/>
              <a:gd name="connsiteY116" fmla="*/ 425979 h 1924333"/>
              <a:gd name="connsiteX117" fmla="*/ 1357712 w 12192000"/>
              <a:gd name="connsiteY117" fmla="*/ 416549 h 1924333"/>
              <a:gd name="connsiteX118" fmla="*/ 1425921 w 12192000"/>
              <a:gd name="connsiteY118" fmla="*/ 413953 h 1924333"/>
              <a:gd name="connsiteX119" fmla="*/ 1503817 w 12192000"/>
              <a:gd name="connsiteY119" fmla="*/ 380457 h 1924333"/>
              <a:gd name="connsiteX120" fmla="*/ 1639196 w 12192000"/>
              <a:gd name="connsiteY120" fmla="*/ 372785 h 1924333"/>
              <a:gd name="connsiteX121" fmla="*/ 1705606 w 12192000"/>
              <a:gd name="connsiteY121" fmla="*/ 359023 h 1924333"/>
              <a:gd name="connsiteX122" fmla="*/ 1813011 w 12192000"/>
              <a:gd name="connsiteY122" fmla="*/ 331023 h 1924333"/>
              <a:gd name="connsiteX123" fmla="*/ 1831380 w 12192000"/>
              <a:gd name="connsiteY123" fmla="*/ 341307 h 1924333"/>
              <a:gd name="connsiteX124" fmla="*/ 1858612 w 12192000"/>
              <a:gd name="connsiteY124" fmla="*/ 326777 h 1924333"/>
              <a:gd name="connsiteX125" fmla="*/ 1880661 w 12192000"/>
              <a:gd name="connsiteY125" fmla="*/ 335987 h 1924333"/>
              <a:gd name="connsiteX126" fmla="*/ 1941495 w 12192000"/>
              <a:gd name="connsiteY126" fmla="*/ 310792 h 1924333"/>
              <a:gd name="connsiteX127" fmla="*/ 1995402 w 12192000"/>
              <a:gd name="connsiteY127" fmla="*/ 305480 h 1924333"/>
              <a:gd name="connsiteX128" fmla="*/ 2223864 w 12192000"/>
              <a:gd name="connsiteY128" fmla="*/ 266118 h 1924333"/>
              <a:gd name="connsiteX129" fmla="*/ 2418043 w 12192000"/>
              <a:gd name="connsiteY129" fmla="*/ 215314 h 1924333"/>
              <a:gd name="connsiteX130" fmla="*/ 2558461 w 12192000"/>
              <a:gd name="connsiteY130" fmla="*/ 168193 h 1924333"/>
              <a:gd name="connsiteX131" fmla="*/ 2595535 w 12192000"/>
              <a:gd name="connsiteY131" fmla="*/ 158548 h 1924333"/>
              <a:gd name="connsiteX132" fmla="*/ 2626942 w 12192000"/>
              <a:gd name="connsiteY132" fmla="*/ 130400 h 1924333"/>
              <a:gd name="connsiteX133" fmla="*/ 2632225 w 12192000"/>
              <a:gd name="connsiteY133" fmla="*/ 130446 h 1924333"/>
              <a:gd name="connsiteX134" fmla="*/ 2696856 w 12192000"/>
              <a:gd name="connsiteY134" fmla="*/ 128498 h 1924333"/>
              <a:gd name="connsiteX135" fmla="*/ 2759767 w 12192000"/>
              <a:gd name="connsiteY135" fmla="*/ 127784 h 1924333"/>
              <a:gd name="connsiteX136" fmla="*/ 2792685 w 12192000"/>
              <a:gd name="connsiteY136" fmla="*/ 115710 h 1924333"/>
              <a:gd name="connsiteX137" fmla="*/ 2799767 w 12192000"/>
              <a:gd name="connsiteY137" fmla="*/ 113754 h 1924333"/>
              <a:gd name="connsiteX138" fmla="*/ 2829799 w 12192000"/>
              <a:gd name="connsiteY138" fmla="*/ 120042 h 1924333"/>
              <a:gd name="connsiteX139" fmla="*/ 2890704 w 12192000"/>
              <a:gd name="connsiteY139" fmla="*/ 121493 h 1924333"/>
              <a:gd name="connsiteX140" fmla="*/ 3042646 w 12192000"/>
              <a:gd name="connsiteY140" fmla="*/ 112273 h 1924333"/>
              <a:gd name="connsiteX141" fmla="*/ 3146630 w 12192000"/>
              <a:gd name="connsiteY141" fmla="*/ 100898 h 1924333"/>
              <a:gd name="connsiteX142" fmla="*/ 3233163 w 12192000"/>
              <a:gd name="connsiteY142" fmla="*/ 120200 h 1924333"/>
              <a:gd name="connsiteX143" fmla="*/ 3372699 w 12192000"/>
              <a:gd name="connsiteY143" fmla="*/ 129394 h 1924333"/>
              <a:gd name="connsiteX144" fmla="*/ 3394352 w 12192000"/>
              <a:gd name="connsiteY144" fmla="*/ 131671 h 1924333"/>
              <a:gd name="connsiteX145" fmla="*/ 3448218 w 12192000"/>
              <a:gd name="connsiteY145" fmla="*/ 118229 h 1924333"/>
              <a:gd name="connsiteX146" fmla="*/ 3505047 w 12192000"/>
              <a:gd name="connsiteY146" fmla="*/ 115412 h 1924333"/>
              <a:gd name="connsiteX147" fmla="*/ 3521767 w 12192000"/>
              <a:gd name="connsiteY147" fmla="*/ 111071 h 1924333"/>
              <a:gd name="connsiteX148" fmla="*/ 3585137 w 12192000"/>
              <a:gd name="connsiteY148" fmla="*/ 114371 h 1924333"/>
              <a:gd name="connsiteX149" fmla="*/ 3690293 w 12192000"/>
              <a:gd name="connsiteY149" fmla="*/ 98301 h 1924333"/>
              <a:gd name="connsiteX150" fmla="*/ 3867818 w 12192000"/>
              <a:gd name="connsiteY150" fmla="*/ 88985 h 1924333"/>
              <a:gd name="connsiteX151" fmla="*/ 4091337 w 12192000"/>
              <a:gd name="connsiteY151" fmla="*/ 70813 h 1924333"/>
              <a:gd name="connsiteX152" fmla="*/ 4246332 w 12192000"/>
              <a:gd name="connsiteY152" fmla="*/ 41697 h 1924333"/>
              <a:gd name="connsiteX153" fmla="*/ 4266975 w 12192000"/>
              <a:gd name="connsiteY153" fmla="*/ 46592 h 1924333"/>
              <a:gd name="connsiteX154" fmla="*/ 4270566 w 12192000"/>
              <a:gd name="connsiteY154" fmla="*/ 47620 h 1924333"/>
              <a:gd name="connsiteX155" fmla="*/ 4288964 w 12192000"/>
              <a:gd name="connsiteY155" fmla="*/ 52766 h 1924333"/>
              <a:gd name="connsiteX156" fmla="*/ 4365137 w 12192000"/>
              <a:gd name="connsiteY156" fmla="*/ 51783 h 1924333"/>
              <a:gd name="connsiteX157" fmla="*/ 4430546 w 12192000"/>
              <a:gd name="connsiteY157" fmla="*/ 44555 h 1924333"/>
              <a:gd name="connsiteX158" fmla="*/ 4444136 w 12192000"/>
              <a:gd name="connsiteY158" fmla="*/ 39567 h 1924333"/>
              <a:gd name="connsiteX159" fmla="*/ 4534039 w 12192000"/>
              <a:gd name="connsiteY159" fmla="*/ 31604 h 1924333"/>
              <a:gd name="connsiteX160" fmla="*/ 4560448 w 12192000"/>
              <a:gd name="connsiteY160" fmla="*/ 25231 h 1924333"/>
              <a:gd name="connsiteX161" fmla="*/ 4568006 w 12192000"/>
              <a:gd name="connsiteY161" fmla="*/ 25970 h 1924333"/>
              <a:gd name="connsiteX162" fmla="*/ 4595497 w 12192000"/>
              <a:gd name="connsiteY162" fmla="*/ 22958 h 1924333"/>
              <a:gd name="connsiteX163" fmla="*/ 4608623 w 12192000"/>
              <a:gd name="connsiteY163" fmla="*/ 18108 h 1924333"/>
              <a:gd name="connsiteX164" fmla="*/ 4623942 w 12192000"/>
              <a:gd name="connsiteY164" fmla="*/ 22251 h 1924333"/>
              <a:gd name="connsiteX165" fmla="*/ 4664336 w 12192000"/>
              <a:gd name="connsiteY165" fmla="*/ 23306 h 1924333"/>
              <a:gd name="connsiteX166" fmla="*/ 4677385 w 12192000"/>
              <a:gd name="connsiteY166" fmla="*/ 18246 h 1924333"/>
              <a:gd name="connsiteX167" fmla="*/ 4698143 w 12192000"/>
              <a:gd name="connsiteY167" fmla="*/ 18036 h 1924333"/>
              <a:gd name="connsiteX168" fmla="*/ 4750609 w 12192000"/>
              <a:gd name="connsiteY168" fmla="*/ 23611 h 1924333"/>
              <a:gd name="connsiteX169" fmla="*/ 4784658 w 12192000"/>
              <a:gd name="connsiteY169" fmla="*/ 25057 h 1924333"/>
              <a:gd name="connsiteX170" fmla="*/ 4847558 w 12192000"/>
              <a:gd name="connsiteY170" fmla="*/ 38726 h 1924333"/>
              <a:gd name="connsiteX171" fmla="*/ 4909134 w 12192000"/>
              <a:gd name="connsiteY171" fmla="*/ 50659 h 1924333"/>
              <a:gd name="connsiteX172" fmla="*/ 5099219 w 12192000"/>
              <a:gd name="connsiteY172" fmla="*/ 55050 h 1924333"/>
              <a:gd name="connsiteX173" fmla="*/ 5184992 w 12192000"/>
              <a:gd name="connsiteY173" fmla="*/ 67596 h 1924333"/>
              <a:gd name="connsiteX174" fmla="*/ 5229637 w 12192000"/>
              <a:gd name="connsiteY174" fmla="*/ 67789 h 1924333"/>
              <a:gd name="connsiteX175" fmla="*/ 5389346 w 12192000"/>
              <a:gd name="connsiteY175" fmla="*/ 80211 h 1924333"/>
              <a:gd name="connsiteX176" fmla="*/ 5494414 w 12192000"/>
              <a:gd name="connsiteY176" fmla="*/ 75926 h 1924333"/>
              <a:gd name="connsiteX177" fmla="*/ 5528443 w 12192000"/>
              <a:gd name="connsiteY177" fmla="*/ 77206 h 1924333"/>
              <a:gd name="connsiteX178" fmla="*/ 5684939 w 12192000"/>
              <a:gd name="connsiteY178" fmla="*/ 50269 h 1924333"/>
              <a:gd name="connsiteX179" fmla="*/ 5765146 w 12192000"/>
              <a:gd name="connsiteY179" fmla="*/ 50414 h 1924333"/>
              <a:gd name="connsiteX180" fmla="*/ 5848655 w 12192000"/>
              <a:gd name="connsiteY180" fmla="*/ 35257 h 1924333"/>
              <a:gd name="connsiteX181" fmla="*/ 5930656 w 12192000"/>
              <a:gd name="connsiteY181" fmla="*/ 30131 h 1924333"/>
              <a:gd name="connsiteX182" fmla="*/ 6124150 w 12192000"/>
              <a:gd name="connsiteY182" fmla="*/ 31679 h 1924333"/>
              <a:gd name="connsiteX183" fmla="*/ 6189199 w 12192000"/>
              <a:gd name="connsiteY183" fmla="*/ 588 h 1924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Lst>
            <a:rect l="l" t="t" r="r" b="b"/>
            <a:pathLst>
              <a:path w="12192000" h="1924333">
                <a:moveTo>
                  <a:pt x="6189199" y="588"/>
                </a:moveTo>
                <a:cubicBezTo>
                  <a:pt x="6196356" y="-574"/>
                  <a:pt x="6202609" y="-108"/>
                  <a:pt x="6207079" y="2850"/>
                </a:cubicBezTo>
                <a:cubicBezTo>
                  <a:pt x="6222026" y="2749"/>
                  <a:pt x="6273489" y="3767"/>
                  <a:pt x="6285610" y="18131"/>
                </a:cubicBezTo>
                <a:cubicBezTo>
                  <a:pt x="6307255" y="18685"/>
                  <a:pt x="6357141" y="23793"/>
                  <a:pt x="6378008" y="24625"/>
                </a:cubicBezTo>
                <a:cubicBezTo>
                  <a:pt x="6409946" y="30645"/>
                  <a:pt x="6438307" y="10375"/>
                  <a:pt x="6466340" y="21366"/>
                </a:cubicBezTo>
                <a:cubicBezTo>
                  <a:pt x="6488276" y="31229"/>
                  <a:pt x="6529854" y="28110"/>
                  <a:pt x="6553334" y="35307"/>
                </a:cubicBezTo>
                <a:cubicBezTo>
                  <a:pt x="6561737" y="48059"/>
                  <a:pt x="6609188" y="62087"/>
                  <a:pt x="6626068" y="58045"/>
                </a:cubicBezTo>
                <a:cubicBezTo>
                  <a:pt x="6660952" y="66570"/>
                  <a:pt x="6666277" y="84716"/>
                  <a:pt x="6692303" y="91487"/>
                </a:cubicBezTo>
                <a:lnTo>
                  <a:pt x="6733670" y="118130"/>
                </a:lnTo>
                <a:lnTo>
                  <a:pt x="6798016" y="112271"/>
                </a:lnTo>
                <a:lnTo>
                  <a:pt x="6801081" y="114963"/>
                </a:lnTo>
                <a:cubicBezTo>
                  <a:pt x="6806919" y="120140"/>
                  <a:pt x="6812832" y="125016"/>
                  <a:pt x="6819351" y="128825"/>
                </a:cubicBezTo>
                <a:cubicBezTo>
                  <a:pt x="6825742" y="109997"/>
                  <a:pt x="6840132" y="116541"/>
                  <a:pt x="6852732" y="123321"/>
                </a:cubicBezTo>
                <a:lnTo>
                  <a:pt x="6865247" y="128836"/>
                </a:lnTo>
                <a:lnTo>
                  <a:pt x="6905517" y="129265"/>
                </a:lnTo>
                <a:cubicBezTo>
                  <a:pt x="6934052" y="140042"/>
                  <a:pt x="6939773" y="141556"/>
                  <a:pt x="6950286" y="150104"/>
                </a:cubicBezTo>
                <a:lnTo>
                  <a:pt x="7003442" y="136136"/>
                </a:lnTo>
                <a:lnTo>
                  <a:pt x="7160047" y="166721"/>
                </a:lnTo>
                <a:cubicBezTo>
                  <a:pt x="7207281" y="179911"/>
                  <a:pt x="7280644" y="210197"/>
                  <a:pt x="7325604" y="215867"/>
                </a:cubicBezTo>
                <a:cubicBezTo>
                  <a:pt x="7460113" y="233904"/>
                  <a:pt x="7393081" y="242880"/>
                  <a:pt x="7540522" y="239374"/>
                </a:cubicBezTo>
                <a:cubicBezTo>
                  <a:pt x="7545714" y="234872"/>
                  <a:pt x="7605972" y="231727"/>
                  <a:pt x="7612071" y="229553"/>
                </a:cubicBezTo>
                <a:lnTo>
                  <a:pt x="7651995" y="244567"/>
                </a:lnTo>
                <a:lnTo>
                  <a:pt x="7725761" y="258638"/>
                </a:lnTo>
                <a:lnTo>
                  <a:pt x="7823038" y="287078"/>
                </a:lnTo>
                <a:cubicBezTo>
                  <a:pt x="7837080" y="286482"/>
                  <a:pt x="7851647" y="286498"/>
                  <a:pt x="7866405" y="287288"/>
                </a:cubicBezTo>
                <a:lnTo>
                  <a:pt x="7875021" y="288224"/>
                </a:lnTo>
                <a:cubicBezTo>
                  <a:pt x="7875062" y="288354"/>
                  <a:pt x="7875105" y="288483"/>
                  <a:pt x="7875146" y="288614"/>
                </a:cubicBezTo>
                <a:cubicBezTo>
                  <a:pt x="7880550" y="289202"/>
                  <a:pt x="7901153" y="290716"/>
                  <a:pt x="7907443" y="291752"/>
                </a:cubicBezTo>
                <a:lnTo>
                  <a:pt x="7912892" y="294833"/>
                </a:lnTo>
                <a:lnTo>
                  <a:pt x="7946345" y="319359"/>
                </a:lnTo>
                <a:cubicBezTo>
                  <a:pt x="7958657" y="312776"/>
                  <a:pt x="7996513" y="309749"/>
                  <a:pt x="8021238" y="315159"/>
                </a:cubicBezTo>
                <a:cubicBezTo>
                  <a:pt x="8045964" y="320570"/>
                  <a:pt x="8058169" y="340462"/>
                  <a:pt x="8094697" y="351819"/>
                </a:cubicBezTo>
                <a:cubicBezTo>
                  <a:pt x="8129587" y="361154"/>
                  <a:pt x="8116181" y="360544"/>
                  <a:pt x="8155208" y="371168"/>
                </a:cubicBezTo>
                <a:cubicBezTo>
                  <a:pt x="8196217" y="383300"/>
                  <a:pt x="8205468" y="391801"/>
                  <a:pt x="8248472" y="400489"/>
                </a:cubicBezTo>
                <a:cubicBezTo>
                  <a:pt x="8283932" y="419791"/>
                  <a:pt x="8278617" y="392031"/>
                  <a:pt x="8300068" y="405531"/>
                </a:cubicBezTo>
                <a:lnTo>
                  <a:pt x="8356293" y="403328"/>
                </a:lnTo>
                <a:cubicBezTo>
                  <a:pt x="8377247" y="404463"/>
                  <a:pt x="8438442" y="433194"/>
                  <a:pt x="8475838" y="435524"/>
                </a:cubicBezTo>
                <a:cubicBezTo>
                  <a:pt x="8510241" y="438037"/>
                  <a:pt x="8545511" y="449840"/>
                  <a:pt x="8575216" y="450198"/>
                </a:cubicBezTo>
                <a:lnTo>
                  <a:pt x="8588650" y="447070"/>
                </a:lnTo>
                <a:lnTo>
                  <a:pt x="8612184" y="439577"/>
                </a:lnTo>
                <a:lnTo>
                  <a:pt x="8630713" y="433015"/>
                </a:lnTo>
                <a:cubicBezTo>
                  <a:pt x="8635870" y="429519"/>
                  <a:pt x="8700685" y="428411"/>
                  <a:pt x="8704240" y="422865"/>
                </a:cubicBezTo>
                <a:cubicBezTo>
                  <a:pt x="8761777" y="429549"/>
                  <a:pt x="8768302" y="427178"/>
                  <a:pt x="8829513" y="429389"/>
                </a:cubicBezTo>
                <a:cubicBezTo>
                  <a:pt x="8922895" y="444672"/>
                  <a:pt x="8924579" y="401507"/>
                  <a:pt x="9083651" y="390744"/>
                </a:cubicBezTo>
                <a:cubicBezTo>
                  <a:pt x="9138403" y="388032"/>
                  <a:pt x="9315003" y="378647"/>
                  <a:pt x="9371402" y="371809"/>
                </a:cubicBezTo>
                <a:cubicBezTo>
                  <a:pt x="9358632" y="337502"/>
                  <a:pt x="9402842" y="379364"/>
                  <a:pt x="9429586" y="369213"/>
                </a:cubicBezTo>
                <a:cubicBezTo>
                  <a:pt x="9449312" y="370213"/>
                  <a:pt x="9473938" y="373270"/>
                  <a:pt x="9489757" y="377814"/>
                </a:cubicBezTo>
                <a:cubicBezTo>
                  <a:pt x="9498164" y="379256"/>
                  <a:pt x="9507139" y="379272"/>
                  <a:pt x="9516954" y="376991"/>
                </a:cubicBezTo>
                <a:cubicBezTo>
                  <a:pt x="9548430" y="354766"/>
                  <a:pt x="9591874" y="370315"/>
                  <a:pt x="9645588" y="363590"/>
                </a:cubicBezTo>
                <a:cubicBezTo>
                  <a:pt x="9660487" y="368814"/>
                  <a:pt x="9710817" y="350550"/>
                  <a:pt x="9722896" y="360983"/>
                </a:cubicBezTo>
                <a:cubicBezTo>
                  <a:pt x="9733918" y="362239"/>
                  <a:pt x="9745201" y="356679"/>
                  <a:pt x="9752803" y="368492"/>
                </a:cubicBezTo>
                <a:cubicBezTo>
                  <a:pt x="9793268" y="374490"/>
                  <a:pt x="9843313" y="380978"/>
                  <a:pt x="9890305" y="380736"/>
                </a:cubicBezTo>
                <a:cubicBezTo>
                  <a:pt x="9912701" y="380083"/>
                  <a:pt x="9926523" y="379037"/>
                  <a:pt x="9939767" y="377776"/>
                </a:cubicBezTo>
                <a:lnTo>
                  <a:pt x="9944355" y="377352"/>
                </a:lnTo>
                <a:lnTo>
                  <a:pt x="9953719" y="375642"/>
                </a:lnTo>
                <a:lnTo>
                  <a:pt x="9955809" y="376294"/>
                </a:lnTo>
                <a:lnTo>
                  <a:pt x="10032710" y="394940"/>
                </a:lnTo>
                <a:lnTo>
                  <a:pt x="10049925" y="404971"/>
                </a:lnTo>
                <a:lnTo>
                  <a:pt x="10112671" y="414549"/>
                </a:lnTo>
                <a:cubicBezTo>
                  <a:pt x="10169643" y="412125"/>
                  <a:pt x="10132220" y="425358"/>
                  <a:pt x="10170853" y="435168"/>
                </a:cubicBezTo>
                <a:cubicBezTo>
                  <a:pt x="10206088" y="442020"/>
                  <a:pt x="10240809" y="454081"/>
                  <a:pt x="10290184" y="448123"/>
                </a:cubicBezTo>
                <a:cubicBezTo>
                  <a:pt x="10301813" y="444919"/>
                  <a:pt x="10315233" y="449499"/>
                  <a:pt x="10320158" y="458352"/>
                </a:cubicBezTo>
                <a:cubicBezTo>
                  <a:pt x="10321006" y="459876"/>
                  <a:pt x="10321565" y="461470"/>
                  <a:pt x="10321815" y="463087"/>
                </a:cubicBezTo>
                <a:cubicBezTo>
                  <a:pt x="10354058" y="457158"/>
                  <a:pt x="10355176" y="470634"/>
                  <a:pt x="10373742" y="464538"/>
                </a:cubicBezTo>
                <a:cubicBezTo>
                  <a:pt x="10403060" y="475292"/>
                  <a:pt x="10411841" y="497597"/>
                  <a:pt x="10428532" y="492504"/>
                </a:cubicBezTo>
                <a:cubicBezTo>
                  <a:pt x="10440561" y="500742"/>
                  <a:pt x="10446267" y="521930"/>
                  <a:pt x="10466490" y="517759"/>
                </a:cubicBezTo>
                <a:cubicBezTo>
                  <a:pt x="10464622" y="519986"/>
                  <a:pt x="10465013" y="521261"/>
                  <a:pt x="10466675" y="522076"/>
                </a:cubicBezTo>
                <a:lnTo>
                  <a:pt x="10470309" y="522792"/>
                </a:lnTo>
                <a:lnTo>
                  <a:pt x="10474138" y="519761"/>
                </a:lnTo>
                <a:cubicBezTo>
                  <a:pt x="10488888" y="509612"/>
                  <a:pt x="10484914" y="524734"/>
                  <a:pt x="10501100" y="528263"/>
                </a:cubicBezTo>
                <a:cubicBezTo>
                  <a:pt x="10508412" y="530705"/>
                  <a:pt x="10505426" y="533743"/>
                  <a:pt x="10502395" y="536393"/>
                </a:cubicBezTo>
                <a:lnTo>
                  <a:pt x="10689496" y="560233"/>
                </a:lnTo>
                <a:cubicBezTo>
                  <a:pt x="10721441" y="573640"/>
                  <a:pt x="10757547" y="582937"/>
                  <a:pt x="10788736" y="613188"/>
                </a:cubicBezTo>
                <a:cubicBezTo>
                  <a:pt x="10794510" y="621641"/>
                  <a:pt x="10807098" y="616073"/>
                  <a:pt x="10819747" y="621351"/>
                </a:cubicBezTo>
                <a:cubicBezTo>
                  <a:pt x="10832398" y="626630"/>
                  <a:pt x="10846356" y="639592"/>
                  <a:pt x="10864632" y="644858"/>
                </a:cubicBezTo>
                <a:cubicBezTo>
                  <a:pt x="10895617" y="652290"/>
                  <a:pt x="10921550" y="640451"/>
                  <a:pt x="10929407" y="652945"/>
                </a:cubicBezTo>
                <a:cubicBezTo>
                  <a:pt x="10945460" y="653176"/>
                  <a:pt x="10968148" y="640553"/>
                  <a:pt x="10979412" y="654217"/>
                </a:cubicBezTo>
                <a:cubicBezTo>
                  <a:pt x="10981679" y="643737"/>
                  <a:pt x="10997287" y="663414"/>
                  <a:pt x="11006959" y="657017"/>
                </a:cubicBezTo>
                <a:cubicBezTo>
                  <a:pt x="11023230" y="659396"/>
                  <a:pt x="11051890" y="662462"/>
                  <a:pt x="11077038" y="668487"/>
                </a:cubicBezTo>
                <a:cubicBezTo>
                  <a:pt x="11097000" y="690299"/>
                  <a:pt x="11141286" y="676399"/>
                  <a:pt x="11157850" y="693164"/>
                </a:cubicBezTo>
                <a:cubicBezTo>
                  <a:pt x="11163800" y="695757"/>
                  <a:pt x="11169599" y="696942"/>
                  <a:pt x="11175276" y="697243"/>
                </a:cubicBezTo>
                <a:lnTo>
                  <a:pt x="11191131" y="696085"/>
                </a:lnTo>
                <a:lnTo>
                  <a:pt x="11195573" y="691751"/>
                </a:lnTo>
                <a:lnTo>
                  <a:pt x="11205299" y="693247"/>
                </a:lnTo>
                <a:lnTo>
                  <a:pt x="11223770" y="690335"/>
                </a:lnTo>
                <a:cubicBezTo>
                  <a:pt x="11237778" y="693777"/>
                  <a:pt x="11256852" y="701947"/>
                  <a:pt x="11292119" y="713311"/>
                </a:cubicBezTo>
                <a:cubicBezTo>
                  <a:pt x="11334878" y="733451"/>
                  <a:pt x="11401662" y="729175"/>
                  <a:pt x="11435379" y="758519"/>
                </a:cubicBezTo>
                <a:lnTo>
                  <a:pt x="11604406" y="810476"/>
                </a:lnTo>
                <a:lnTo>
                  <a:pt x="11652155" y="825109"/>
                </a:lnTo>
                <a:lnTo>
                  <a:pt x="11654192" y="827301"/>
                </a:lnTo>
                <a:cubicBezTo>
                  <a:pt x="11661650" y="834729"/>
                  <a:pt x="11669215" y="841480"/>
                  <a:pt x="11676599" y="846628"/>
                </a:cubicBezTo>
                <a:cubicBezTo>
                  <a:pt x="11688258" y="861760"/>
                  <a:pt x="11752266" y="896888"/>
                  <a:pt x="11775168" y="890664"/>
                </a:cubicBezTo>
                <a:cubicBezTo>
                  <a:pt x="11790977" y="883819"/>
                  <a:pt x="11808364" y="879901"/>
                  <a:pt x="11826341" y="877558"/>
                </a:cubicBezTo>
                <a:lnTo>
                  <a:pt x="11879068" y="874038"/>
                </a:lnTo>
                <a:lnTo>
                  <a:pt x="11889563" y="878619"/>
                </a:lnTo>
                <a:lnTo>
                  <a:pt x="12016613" y="886111"/>
                </a:lnTo>
                <a:lnTo>
                  <a:pt x="12108292" y="868500"/>
                </a:lnTo>
                <a:cubicBezTo>
                  <a:pt x="12129725" y="867311"/>
                  <a:pt x="12157891" y="874537"/>
                  <a:pt x="12182910" y="882003"/>
                </a:cubicBezTo>
                <a:lnTo>
                  <a:pt x="12192000" y="884778"/>
                </a:lnTo>
                <a:lnTo>
                  <a:pt x="12192000" y="1610315"/>
                </a:lnTo>
                <a:lnTo>
                  <a:pt x="12191998" y="1610315"/>
                </a:lnTo>
                <a:lnTo>
                  <a:pt x="12191998" y="1924333"/>
                </a:lnTo>
                <a:lnTo>
                  <a:pt x="0" y="1924333"/>
                </a:lnTo>
                <a:lnTo>
                  <a:pt x="0" y="505159"/>
                </a:lnTo>
                <a:lnTo>
                  <a:pt x="5722" y="508889"/>
                </a:lnTo>
                <a:cubicBezTo>
                  <a:pt x="21614" y="518548"/>
                  <a:pt x="33814" y="524781"/>
                  <a:pt x="38476" y="524137"/>
                </a:cubicBezTo>
                <a:cubicBezTo>
                  <a:pt x="99229" y="544180"/>
                  <a:pt x="142010" y="538457"/>
                  <a:pt x="192883" y="545272"/>
                </a:cubicBezTo>
                <a:cubicBezTo>
                  <a:pt x="277629" y="525210"/>
                  <a:pt x="293434" y="558443"/>
                  <a:pt x="343710" y="565029"/>
                </a:cubicBezTo>
                <a:cubicBezTo>
                  <a:pt x="383094" y="555729"/>
                  <a:pt x="425462" y="556271"/>
                  <a:pt x="471066" y="549837"/>
                </a:cubicBezTo>
                <a:cubicBezTo>
                  <a:pt x="513583" y="544428"/>
                  <a:pt x="569194" y="531004"/>
                  <a:pt x="617333" y="526428"/>
                </a:cubicBezTo>
                <a:cubicBezTo>
                  <a:pt x="660031" y="520760"/>
                  <a:pt x="696675" y="523882"/>
                  <a:pt x="725203" y="523793"/>
                </a:cubicBezTo>
                <a:cubicBezTo>
                  <a:pt x="736650" y="521695"/>
                  <a:pt x="780513" y="502146"/>
                  <a:pt x="788494" y="505799"/>
                </a:cubicBezTo>
                <a:lnTo>
                  <a:pt x="885977" y="526585"/>
                </a:lnTo>
                <a:cubicBezTo>
                  <a:pt x="906140" y="522837"/>
                  <a:pt x="917203" y="532232"/>
                  <a:pt x="932142" y="528005"/>
                </a:cubicBezTo>
                <a:cubicBezTo>
                  <a:pt x="963701" y="524128"/>
                  <a:pt x="1061555" y="499582"/>
                  <a:pt x="1090404" y="498299"/>
                </a:cubicBezTo>
                <a:cubicBezTo>
                  <a:pt x="1132840" y="494057"/>
                  <a:pt x="1148476" y="496041"/>
                  <a:pt x="1188628" y="483151"/>
                </a:cubicBezTo>
                <a:cubicBezTo>
                  <a:pt x="1230397" y="468408"/>
                  <a:pt x="1278711" y="457638"/>
                  <a:pt x="1316247" y="425979"/>
                </a:cubicBezTo>
                <a:cubicBezTo>
                  <a:pt x="1322662" y="417251"/>
                  <a:pt x="1339433" y="418553"/>
                  <a:pt x="1357712" y="416549"/>
                </a:cubicBezTo>
                <a:cubicBezTo>
                  <a:pt x="1375991" y="414544"/>
                  <a:pt x="1423507" y="412949"/>
                  <a:pt x="1425921" y="413953"/>
                </a:cubicBezTo>
                <a:cubicBezTo>
                  <a:pt x="1450272" y="407937"/>
                  <a:pt x="1458223" y="388156"/>
                  <a:pt x="1503817" y="380457"/>
                </a:cubicBezTo>
                <a:cubicBezTo>
                  <a:pt x="1541095" y="377398"/>
                  <a:pt x="1605565" y="376357"/>
                  <a:pt x="1639196" y="372785"/>
                </a:cubicBezTo>
                <a:cubicBezTo>
                  <a:pt x="1653280" y="376736"/>
                  <a:pt x="1695289" y="365766"/>
                  <a:pt x="1705606" y="359023"/>
                </a:cubicBezTo>
                <a:cubicBezTo>
                  <a:pt x="1729169" y="336295"/>
                  <a:pt x="1793207" y="348537"/>
                  <a:pt x="1813011" y="331023"/>
                </a:cubicBezTo>
                <a:cubicBezTo>
                  <a:pt x="1820772" y="328179"/>
                  <a:pt x="1823566" y="341833"/>
                  <a:pt x="1831380" y="341307"/>
                </a:cubicBezTo>
                <a:lnTo>
                  <a:pt x="1858612" y="326777"/>
                </a:lnTo>
                <a:lnTo>
                  <a:pt x="1880661" y="335987"/>
                </a:lnTo>
                <a:lnTo>
                  <a:pt x="1941495" y="310792"/>
                </a:lnTo>
                <a:cubicBezTo>
                  <a:pt x="1978970" y="307223"/>
                  <a:pt x="1947391" y="291714"/>
                  <a:pt x="1995402" y="305480"/>
                </a:cubicBezTo>
                <a:cubicBezTo>
                  <a:pt x="2042464" y="298034"/>
                  <a:pt x="2153424" y="281146"/>
                  <a:pt x="2223864" y="266118"/>
                </a:cubicBezTo>
                <a:cubicBezTo>
                  <a:pt x="2261296" y="256300"/>
                  <a:pt x="2360518" y="238323"/>
                  <a:pt x="2418043" y="215314"/>
                </a:cubicBezTo>
                <a:cubicBezTo>
                  <a:pt x="2472088" y="206823"/>
                  <a:pt x="2499422" y="162612"/>
                  <a:pt x="2558461" y="168193"/>
                </a:cubicBezTo>
                <a:cubicBezTo>
                  <a:pt x="2559660" y="164506"/>
                  <a:pt x="2592244" y="161337"/>
                  <a:pt x="2595535" y="158548"/>
                </a:cubicBezTo>
                <a:lnTo>
                  <a:pt x="2626942" y="130400"/>
                </a:lnTo>
                <a:lnTo>
                  <a:pt x="2632225" y="130446"/>
                </a:lnTo>
                <a:lnTo>
                  <a:pt x="2696856" y="128498"/>
                </a:lnTo>
                <a:lnTo>
                  <a:pt x="2759767" y="127784"/>
                </a:lnTo>
                <a:cubicBezTo>
                  <a:pt x="2770024" y="123546"/>
                  <a:pt x="2781047" y="119463"/>
                  <a:pt x="2792685" y="115710"/>
                </a:cubicBezTo>
                <a:lnTo>
                  <a:pt x="2799767" y="113754"/>
                </a:lnTo>
                <a:lnTo>
                  <a:pt x="2829799" y="120042"/>
                </a:lnTo>
                <a:lnTo>
                  <a:pt x="2890704" y="121493"/>
                </a:lnTo>
                <a:cubicBezTo>
                  <a:pt x="2935390" y="121035"/>
                  <a:pt x="2990780" y="113193"/>
                  <a:pt x="3042646" y="112273"/>
                </a:cubicBezTo>
                <a:cubicBezTo>
                  <a:pt x="3077119" y="111474"/>
                  <a:pt x="3124089" y="100414"/>
                  <a:pt x="3146630" y="100898"/>
                </a:cubicBezTo>
                <a:cubicBezTo>
                  <a:pt x="3169381" y="117699"/>
                  <a:pt x="3224695" y="125864"/>
                  <a:pt x="3233163" y="120200"/>
                </a:cubicBezTo>
                <a:lnTo>
                  <a:pt x="3372699" y="129394"/>
                </a:lnTo>
                <a:cubicBezTo>
                  <a:pt x="3389020" y="126586"/>
                  <a:pt x="3397563" y="116804"/>
                  <a:pt x="3394352" y="131671"/>
                </a:cubicBezTo>
                <a:cubicBezTo>
                  <a:pt x="3406102" y="131485"/>
                  <a:pt x="3429770" y="120938"/>
                  <a:pt x="3448218" y="118229"/>
                </a:cubicBezTo>
                <a:lnTo>
                  <a:pt x="3505047" y="115412"/>
                </a:lnTo>
                <a:lnTo>
                  <a:pt x="3521767" y="111071"/>
                </a:lnTo>
                <a:cubicBezTo>
                  <a:pt x="3526335" y="108877"/>
                  <a:pt x="3582156" y="117732"/>
                  <a:pt x="3585137" y="114371"/>
                </a:cubicBezTo>
                <a:cubicBezTo>
                  <a:pt x="3638265" y="102098"/>
                  <a:pt x="3633789" y="98565"/>
                  <a:pt x="3690293" y="98301"/>
                </a:cubicBezTo>
                <a:cubicBezTo>
                  <a:pt x="3782197" y="112746"/>
                  <a:pt x="3826738" y="92943"/>
                  <a:pt x="3867818" y="88985"/>
                </a:cubicBezTo>
                <a:cubicBezTo>
                  <a:pt x="3943777" y="81477"/>
                  <a:pt x="3990501" y="75194"/>
                  <a:pt x="4091337" y="70813"/>
                </a:cubicBezTo>
                <a:cubicBezTo>
                  <a:pt x="4154422" y="62932"/>
                  <a:pt x="4217060" y="45734"/>
                  <a:pt x="4246332" y="41697"/>
                </a:cubicBezTo>
                <a:cubicBezTo>
                  <a:pt x="4253308" y="42804"/>
                  <a:pt x="4260125" y="44606"/>
                  <a:pt x="4266975" y="46592"/>
                </a:cubicBezTo>
                <a:lnTo>
                  <a:pt x="4270566" y="47620"/>
                </a:lnTo>
                <a:lnTo>
                  <a:pt x="4288964" y="52766"/>
                </a:lnTo>
                <a:lnTo>
                  <a:pt x="4365137" y="51783"/>
                </a:lnTo>
                <a:lnTo>
                  <a:pt x="4430546" y="44555"/>
                </a:lnTo>
                <a:lnTo>
                  <a:pt x="4444136" y="39567"/>
                </a:lnTo>
                <a:lnTo>
                  <a:pt x="4534039" y="31604"/>
                </a:lnTo>
                <a:lnTo>
                  <a:pt x="4560448" y="25231"/>
                </a:lnTo>
                <a:lnTo>
                  <a:pt x="4568006" y="25970"/>
                </a:lnTo>
                <a:cubicBezTo>
                  <a:pt x="4580278" y="23866"/>
                  <a:pt x="4594878" y="14904"/>
                  <a:pt x="4595497" y="22958"/>
                </a:cubicBezTo>
                <a:lnTo>
                  <a:pt x="4608623" y="18108"/>
                </a:lnTo>
                <a:lnTo>
                  <a:pt x="4623942" y="22251"/>
                </a:lnTo>
                <a:cubicBezTo>
                  <a:pt x="4633227" y="23117"/>
                  <a:pt x="4655429" y="23973"/>
                  <a:pt x="4664336" y="23306"/>
                </a:cubicBezTo>
                <a:lnTo>
                  <a:pt x="4677385" y="18246"/>
                </a:lnTo>
                <a:lnTo>
                  <a:pt x="4698143" y="18036"/>
                </a:lnTo>
                <a:cubicBezTo>
                  <a:pt x="4710347" y="18931"/>
                  <a:pt x="4736189" y="22441"/>
                  <a:pt x="4750609" y="23611"/>
                </a:cubicBezTo>
                <a:cubicBezTo>
                  <a:pt x="4764270" y="27424"/>
                  <a:pt x="4774858" y="29782"/>
                  <a:pt x="4784658" y="25057"/>
                </a:cubicBezTo>
                <a:cubicBezTo>
                  <a:pt x="4804708" y="29613"/>
                  <a:pt x="4822811" y="48263"/>
                  <a:pt x="4847558" y="38726"/>
                </a:cubicBezTo>
                <a:cubicBezTo>
                  <a:pt x="4868304" y="42993"/>
                  <a:pt x="4867190" y="47939"/>
                  <a:pt x="4909134" y="50659"/>
                </a:cubicBezTo>
                <a:cubicBezTo>
                  <a:pt x="4945026" y="52455"/>
                  <a:pt x="5063406" y="54096"/>
                  <a:pt x="5099219" y="55050"/>
                </a:cubicBezTo>
                <a:cubicBezTo>
                  <a:pt x="5145195" y="57873"/>
                  <a:pt x="5163254" y="65473"/>
                  <a:pt x="5184992" y="67596"/>
                </a:cubicBezTo>
                <a:cubicBezTo>
                  <a:pt x="5206728" y="69720"/>
                  <a:pt x="5195578" y="65687"/>
                  <a:pt x="5229637" y="67789"/>
                </a:cubicBezTo>
                <a:cubicBezTo>
                  <a:pt x="5263695" y="69892"/>
                  <a:pt x="5345217" y="78854"/>
                  <a:pt x="5389346" y="80211"/>
                </a:cubicBezTo>
                <a:cubicBezTo>
                  <a:pt x="5425889" y="83191"/>
                  <a:pt x="5461943" y="84751"/>
                  <a:pt x="5494414" y="75926"/>
                </a:cubicBezTo>
                <a:lnTo>
                  <a:pt x="5528443" y="77206"/>
                </a:lnTo>
                <a:cubicBezTo>
                  <a:pt x="5582723" y="71370"/>
                  <a:pt x="5638917" y="68385"/>
                  <a:pt x="5684939" y="50269"/>
                </a:cubicBezTo>
                <a:cubicBezTo>
                  <a:pt x="5724389" y="45804"/>
                  <a:pt x="5737860" y="52916"/>
                  <a:pt x="5765146" y="50414"/>
                </a:cubicBezTo>
                <a:cubicBezTo>
                  <a:pt x="5792695" y="43060"/>
                  <a:pt x="5827352" y="38097"/>
                  <a:pt x="5848655" y="35257"/>
                </a:cubicBezTo>
                <a:lnTo>
                  <a:pt x="5930656" y="30131"/>
                </a:lnTo>
                <a:lnTo>
                  <a:pt x="6124150" y="31679"/>
                </a:lnTo>
                <a:cubicBezTo>
                  <a:pt x="6138131" y="22216"/>
                  <a:pt x="6167730" y="4075"/>
                  <a:pt x="6189199" y="588"/>
                </a:cubicBez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F459AB9-02DE-C598-A8C1-A91171F253D2}"/>
              </a:ext>
            </a:extLst>
          </p:cNvPr>
          <p:cNvSpPr>
            <a:spLocks noGrp="1"/>
          </p:cNvSpPr>
          <p:nvPr>
            <p:ph type="title"/>
          </p:nvPr>
        </p:nvSpPr>
        <p:spPr>
          <a:xfrm>
            <a:off x="1255060" y="5279511"/>
            <a:ext cx="9681882" cy="739880"/>
          </a:xfrm>
        </p:spPr>
        <p:txBody>
          <a:bodyPr vert="horz" wrap="square" lIns="76200" tIns="45720" rIns="76200" bIns="45720" rtlCol="0" anchor="ctr">
            <a:normAutofit/>
          </a:bodyPr>
          <a:lstStyle/>
          <a:p>
            <a:pPr algn="l"/>
            <a:r>
              <a:rPr lang="en-US" sz="1800" b="1" kern="1200">
                <a:solidFill>
                  <a:srgbClr val="232323"/>
                </a:solidFill>
                <a:latin typeface="Aptos Display"/>
                <a:ea typeface="+mj-ea"/>
                <a:cs typeface="+mj-cs"/>
              </a:rPr>
              <a:t>„Kietas“ apjungimas</a:t>
            </a:r>
          </a:p>
        </p:txBody>
      </p:sp>
      <p:pic>
        <p:nvPicPr>
          <p:cNvPr id="5" name="Content Placeholder 4">
            <a:extLst>
              <a:ext uri="{FF2B5EF4-FFF2-40B4-BE49-F238E27FC236}">
                <a16:creationId xmlns:a16="http://schemas.microsoft.com/office/drawing/2014/main" id="{7CB2A4AD-5B90-1E78-1F9F-AAAAC599B9FE}"/>
              </a:ext>
            </a:extLst>
          </p:cNvPr>
          <p:cNvPicPr>
            <a:picLocks noGrp="1" noChangeAspect="1"/>
          </p:cNvPicPr>
          <p:nvPr>
            <p:ph idx="1"/>
          </p:nvPr>
        </p:nvPicPr>
        <p:blipFill>
          <a:blip r:embed="rId2"/>
          <a:stretch>
            <a:fillRect/>
          </a:stretch>
        </p:blipFill>
        <p:spPr>
          <a:xfrm>
            <a:off x="623087" y="639378"/>
            <a:ext cx="10945825" cy="4104682"/>
          </a:xfrm>
          <a:prstGeom prst="rect">
            <a:avLst/>
          </a:prstGeom>
        </p:spPr>
      </p:pic>
    </p:spTree>
    <p:extLst>
      <p:ext uri="{BB962C8B-B14F-4D97-AF65-F5344CB8AC3E}">
        <p14:creationId xmlns:p14="http://schemas.microsoft.com/office/powerpoint/2010/main" val="9858635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E91F5CA-B392-444C-88E3-BF5BAAEBDE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DFCA2118-59A2-4310-A4B2-F2CBA821E8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940492"/>
            <a:ext cx="12192000" cy="1924333"/>
          </a:xfrm>
          <a:custGeom>
            <a:avLst/>
            <a:gdLst>
              <a:gd name="connsiteX0" fmla="*/ 6189199 w 12192000"/>
              <a:gd name="connsiteY0" fmla="*/ 588 h 1924333"/>
              <a:gd name="connsiteX1" fmla="*/ 6207079 w 12192000"/>
              <a:gd name="connsiteY1" fmla="*/ 2850 h 1924333"/>
              <a:gd name="connsiteX2" fmla="*/ 6285610 w 12192000"/>
              <a:gd name="connsiteY2" fmla="*/ 18131 h 1924333"/>
              <a:gd name="connsiteX3" fmla="*/ 6378008 w 12192000"/>
              <a:gd name="connsiteY3" fmla="*/ 24625 h 1924333"/>
              <a:gd name="connsiteX4" fmla="*/ 6466340 w 12192000"/>
              <a:gd name="connsiteY4" fmla="*/ 21366 h 1924333"/>
              <a:gd name="connsiteX5" fmla="*/ 6553334 w 12192000"/>
              <a:gd name="connsiteY5" fmla="*/ 35307 h 1924333"/>
              <a:gd name="connsiteX6" fmla="*/ 6626068 w 12192000"/>
              <a:gd name="connsiteY6" fmla="*/ 58045 h 1924333"/>
              <a:gd name="connsiteX7" fmla="*/ 6692303 w 12192000"/>
              <a:gd name="connsiteY7" fmla="*/ 91487 h 1924333"/>
              <a:gd name="connsiteX8" fmla="*/ 6733670 w 12192000"/>
              <a:gd name="connsiteY8" fmla="*/ 118130 h 1924333"/>
              <a:gd name="connsiteX9" fmla="*/ 6798016 w 12192000"/>
              <a:gd name="connsiteY9" fmla="*/ 112271 h 1924333"/>
              <a:gd name="connsiteX10" fmla="*/ 6801081 w 12192000"/>
              <a:gd name="connsiteY10" fmla="*/ 114963 h 1924333"/>
              <a:gd name="connsiteX11" fmla="*/ 6819351 w 12192000"/>
              <a:gd name="connsiteY11" fmla="*/ 128825 h 1924333"/>
              <a:gd name="connsiteX12" fmla="*/ 6852732 w 12192000"/>
              <a:gd name="connsiteY12" fmla="*/ 123321 h 1924333"/>
              <a:gd name="connsiteX13" fmla="*/ 6865247 w 12192000"/>
              <a:gd name="connsiteY13" fmla="*/ 128836 h 1924333"/>
              <a:gd name="connsiteX14" fmla="*/ 6905517 w 12192000"/>
              <a:gd name="connsiteY14" fmla="*/ 129265 h 1924333"/>
              <a:gd name="connsiteX15" fmla="*/ 6950286 w 12192000"/>
              <a:gd name="connsiteY15" fmla="*/ 150104 h 1924333"/>
              <a:gd name="connsiteX16" fmla="*/ 7003442 w 12192000"/>
              <a:gd name="connsiteY16" fmla="*/ 136136 h 1924333"/>
              <a:gd name="connsiteX17" fmla="*/ 7160047 w 12192000"/>
              <a:gd name="connsiteY17" fmla="*/ 166721 h 1924333"/>
              <a:gd name="connsiteX18" fmla="*/ 7325604 w 12192000"/>
              <a:gd name="connsiteY18" fmla="*/ 215867 h 1924333"/>
              <a:gd name="connsiteX19" fmla="*/ 7540522 w 12192000"/>
              <a:gd name="connsiteY19" fmla="*/ 239374 h 1924333"/>
              <a:gd name="connsiteX20" fmla="*/ 7612071 w 12192000"/>
              <a:gd name="connsiteY20" fmla="*/ 229553 h 1924333"/>
              <a:gd name="connsiteX21" fmla="*/ 7651995 w 12192000"/>
              <a:gd name="connsiteY21" fmla="*/ 244567 h 1924333"/>
              <a:gd name="connsiteX22" fmla="*/ 7725761 w 12192000"/>
              <a:gd name="connsiteY22" fmla="*/ 258638 h 1924333"/>
              <a:gd name="connsiteX23" fmla="*/ 7823038 w 12192000"/>
              <a:gd name="connsiteY23" fmla="*/ 287078 h 1924333"/>
              <a:gd name="connsiteX24" fmla="*/ 7866405 w 12192000"/>
              <a:gd name="connsiteY24" fmla="*/ 287288 h 1924333"/>
              <a:gd name="connsiteX25" fmla="*/ 7875021 w 12192000"/>
              <a:gd name="connsiteY25" fmla="*/ 288224 h 1924333"/>
              <a:gd name="connsiteX26" fmla="*/ 7875146 w 12192000"/>
              <a:gd name="connsiteY26" fmla="*/ 288614 h 1924333"/>
              <a:gd name="connsiteX27" fmla="*/ 7907443 w 12192000"/>
              <a:gd name="connsiteY27" fmla="*/ 291752 h 1924333"/>
              <a:gd name="connsiteX28" fmla="*/ 7912892 w 12192000"/>
              <a:gd name="connsiteY28" fmla="*/ 294833 h 1924333"/>
              <a:gd name="connsiteX29" fmla="*/ 7946345 w 12192000"/>
              <a:gd name="connsiteY29" fmla="*/ 319359 h 1924333"/>
              <a:gd name="connsiteX30" fmla="*/ 8021238 w 12192000"/>
              <a:gd name="connsiteY30" fmla="*/ 315159 h 1924333"/>
              <a:gd name="connsiteX31" fmla="*/ 8094697 w 12192000"/>
              <a:gd name="connsiteY31" fmla="*/ 351819 h 1924333"/>
              <a:gd name="connsiteX32" fmla="*/ 8155208 w 12192000"/>
              <a:gd name="connsiteY32" fmla="*/ 371168 h 1924333"/>
              <a:gd name="connsiteX33" fmla="*/ 8248472 w 12192000"/>
              <a:gd name="connsiteY33" fmla="*/ 400489 h 1924333"/>
              <a:gd name="connsiteX34" fmla="*/ 8300068 w 12192000"/>
              <a:gd name="connsiteY34" fmla="*/ 405531 h 1924333"/>
              <a:gd name="connsiteX35" fmla="*/ 8356293 w 12192000"/>
              <a:gd name="connsiteY35" fmla="*/ 403328 h 1924333"/>
              <a:gd name="connsiteX36" fmla="*/ 8475838 w 12192000"/>
              <a:gd name="connsiteY36" fmla="*/ 435524 h 1924333"/>
              <a:gd name="connsiteX37" fmla="*/ 8575216 w 12192000"/>
              <a:gd name="connsiteY37" fmla="*/ 450198 h 1924333"/>
              <a:gd name="connsiteX38" fmla="*/ 8588650 w 12192000"/>
              <a:gd name="connsiteY38" fmla="*/ 447070 h 1924333"/>
              <a:gd name="connsiteX39" fmla="*/ 8612184 w 12192000"/>
              <a:gd name="connsiteY39" fmla="*/ 439577 h 1924333"/>
              <a:gd name="connsiteX40" fmla="*/ 8630713 w 12192000"/>
              <a:gd name="connsiteY40" fmla="*/ 433015 h 1924333"/>
              <a:gd name="connsiteX41" fmla="*/ 8704240 w 12192000"/>
              <a:gd name="connsiteY41" fmla="*/ 422865 h 1924333"/>
              <a:gd name="connsiteX42" fmla="*/ 8829513 w 12192000"/>
              <a:gd name="connsiteY42" fmla="*/ 429389 h 1924333"/>
              <a:gd name="connsiteX43" fmla="*/ 9083651 w 12192000"/>
              <a:gd name="connsiteY43" fmla="*/ 390744 h 1924333"/>
              <a:gd name="connsiteX44" fmla="*/ 9371402 w 12192000"/>
              <a:gd name="connsiteY44" fmla="*/ 371809 h 1924333"/>
              <a:gd name="connsiteX45" fmla="*/ 9429586 w 12192000"/>
              <a:gd name="connsiteY45" fmla="*/ 369213 h 1924333"/>
              <a:gd name="connsiteX46" fmla="*/ 9489757 w 12192000"/>
              <a:gd name="connsiteY46" fmla="*/ 377814 h 1924333"/>
              <a:gd name="connsiteX47" fmla="*/ 9516954 w 12192000"/>
              <a:gd name="connsiteY47" fmla="*/ 376991 h 1924333"/>
              <a:gd name="connsiteX48" fmla="*/ 9645588 w 12192000"/>
              <a:gd name="connsiteY48" fmla="*/ 363590 h 1924333"/>
              <a:gd name="connsiteX49" fmla="*/ 9722896 w 12192000"/>
              <a:gd name="connsiteY49" fmla="*/ 360983 h 1924333"/>
              <a:gd name="connsiteX50" fmla="*/ 9752803 w 12192000"/>
              <a:gd name="connsiteY50" fmla="*/ 368492 h 1924333"/>
              <a:gd name="connsiteX51" fmla="*/ 9890305 w 12192000"/>
              <a:gd name="connsiteY51" fmla="*/ 380736 h 1924333"/>
              <a:gd name="connsiteX52" fmla="*/ 9939767 w 12192000"/>
              <a:gd name="connsiteY52" fmla="*/ 377776 h 1924333"/>
              <a:gd name="connsiteX53" fmla="*/ 9944355 w 12192000"/>
              <a:gd name="connsiteY53" fmla="*/ 377352 h 1924333"/>
              <a:gd name="connsiteX54" fmla="*/ 9953719 w 12192000"/>
              <a:gd name="connsiteY54" fmla="*/ 375642 h 1924333"/>
              <a:gd name="connsiteX55" fmla="*/ 9955809 w 12192000"/>
              <a:gd name="connsiteY55" fmla="*/ 376294 h 1924333"/>
              <a:gd name="connsiteX56" fmla="*/ 10032710 w 12192000"/>
              <a:gd name="connsiteY56" fmla="*/ 394940 h 1924333"/>
              <a:gd name="connsiteX57" fmla="*/ 10049925 w 12192000"/>
              <a:gd name="connsiteY57" fmla="*/ 404971 h 1924333"/>
              <a:gd name="connsiteX58" fmla="*/ 10112671 w 12192000"/>
              <a:gd name="connsiteY58" fmla="*/ 414549 h 1924333"/>
              <a:gd name="connsiteX59" fmla="*/ 10170853 w 12192000"/>
              <a:gd name="connsiteY59" fmla="*/ 435168 h 1924333"/>
              <a:gd name="connsiteX60" fmla="*/ 10290184 w 12192000"/>
              <a:gd name="connsiteY60" fmla="*/ 448123 h 1924333"/>
              <a:gd name="connsiteX61" fmla="*/ 10320158 w 12192000"/>
              <a:gd name="connsiteY61" fmla="*/ 458352 h 1924333"/>
              <a:gd name="connsiteX62" fmla="*/ 10321815 w 12192000"/>
              <a:gd name="connsiteY62" fmla="*/ 463087 h 1924333"/>
              <a:gd name="connsiteX63" fmla="*/ 10373742 w 12192000"/>
              <a:gd name="connsiteY63" fmla="*/ 464538 h 1924333"/>
              <a:gd name="connsiteX64" fmla="*/ 10428532 w 12192000"/>
              <a:gd name="connsiteY64" fmla="*/ 492504 h 1924333"/>
              <a:gd name="connsiteX65" fmla="*/ 10466490 w 12192000"/>
              <a:gd name="connsiteY65" fmla="*/ 517759 h 1924333"/>
              <a:gd name="connsiteX66" fmla="*/ 10466675 w 12192000"/>
              <a:gd name="connsiteY66" fmla="*/ 522076 h 1924333"/>
              <a:gd name="connsiteX67" fmla="*/ 10470309 w 12192000"/>
              <a:gd name="connsiteY67" fmla="*/ 522792 h 1924333"/>
              <a:gd name="connsiteX68" fmla="*/ 10474138 w 12192000"/>
              <a:gd name="connsiteY68" fmla="*/ 519761 h 1924333"/>
              <a:gd name="connsiteX69" fmla="*/ 10501100 w 12192000"/>
              <a:gd name="connsiteY69" fmla="*/ 528263 h 1924333"/>
              <a:gd name="connsiteX70" fmla="*/ 10502395 w 12192000"/>
              <a:gd name="connsiteY70" fmla="*/ 536393 h 1924333"/>
              <a:gd name="connsiteX71" fmla="*/ 10689496 w 12192000"/>
              <a:gd name="connsiteY71" fmla="*/ 560233 h 1924333"/>
              <a:gd name="connsiteX72" fmla="*/ 10788736 w 12192000"/>
              <a:gd name="connsiteY72" fmla="*/ 613188 h 1924333"/>
              <a:gd name="connsiteX73" fmla="*/ 10819747 w 12192000"/>
              <a:gd name="connsiteY73" fmla="*/ 621351 h 1924333"/>
              <a:gd name="connsiteX74" fmla="*/ 10864632 w 12192000"/>
              <a:gd name="connsiteY74" fmla="*/ 644858 h 1924333"/>
              <a:gd name="connsiteX75" fmla="*/ 10929407 w 12192000"/>
              <a:gd name="connsiteY75" fmla="*/ 652945 h 1924333"/>
              <a:gd name="connsiteX76" fmla="*/ 10979412 w 12192000"/>
              <a:gd name="connsiteY76" fmla="*/ 654217 h 1924333"/>
              <a:gd name="connsiteX77" fmla="*/ 11006959 w 12192000"/>
              <a:gd name="connsiteY77" fmla="*/ 657017 h 1924333"/>
              <a:gd name="connsiteX78" fmla="*/ 11077038 w 12192000"/>
              <a:gd name="connsiteY78" fmla="*/ 668487 h 1924333"/>
              <a:gd name="connsiteX79" fmla="*/ 11157850 w 12192000"/>
              <a:gd name="connsiteY79" fmla="*/ 693164 h 1924333"/>
              <a:gd name="connsiteX80" fmla="*/ 11175276 w 12192000"/>
              <a:gd name="connsiteY80" fmla="*/ 697243 h 1924333"/>
              <a:gd name="connsiteX81" fmla="*/ 11191131 w 12192000"/>
              <a:gd name="connsiteY81" fmla="*/ 696085 h 1924333"/>
              <a:gd name="connsiteX82" fmla="*/ 11195573 w 12192000"/>
              <a:gd name="connsiteY82" fmla="*/ 691751 h 1924333"/>
              <a:gd name="connsiteX83" fmla="*/ 11205299 w 12192000"/>
              <a:gd name="connsiteY83" fmla="*/ 693247 h 1924333"/>
              <a:gd name="connsiteX84" fmla="*/ 11223770 w 12192000"/>
              <a:gd name="connsiteY84" fmla="*/ 690335 h 1924333"/>
              <a:gd name="connsiteX85" fmla="*/ 11292119 w 12192000"/>
              <a:gd name="connsiteY85" fmla="*/ 713311 h 1924333"/>
              <a:gd name="connsiteX86" fmla="*/ 11435379 w 12192000"/>
              <a:gd name="connsiteY86" fmla="*/ 758519 h 1924333"/>
              <a:gd name="connsiteX87" fmla="*/ 11604406 w 12192000"/>
              <a:gd name="connsiteY87" fmla="*/ 810476 h 1924333"/>
              <a:gd name="connsiteX88" fmla="*/ 11652155 w 12192000"/>
              <a:gd name="connsiteY88" fmla="*/ 825109 h 1924333"/>
              <a:gd name="connsiteX89" fmla="*/ 11654192 w 12192000"/>
              <a:gd name="connsiteY89" fmla="*/ 827301 h 1924333"/>
              <a:gd name="connsiteX90" fmla="*/ 11676599 w 12192000"/>
              <a:gd name="connsiteY90" fmla="*/ 846628 h 1924333"/>
              <a:gd name="connsiteX91" fmla="*/ 11775168 w 12192000"/>
              <a:gd name="connsiteY91" fmla="*/ 890664 h 1924333"/>
              <a:gd name="connsiteX92" fmla="*/ 11826341 w 12192000"/>
              <a:gd name="connsiteY92" fmla="*/ 877558 h 1924333"/>
              <a:gd name="connsiteX93" fmla="*/ 11879068 w 12192000"/>
              <a:gd name="connsiteY93" fmla="*/ 874038 h 1924333"/>
              <a:gd name="connsiteX94" fmla="*/ 11889563 w 12192000"/>
              <a:gd name="connsiteY94" fmla="*/ 878619 h 1924333"/>
              <a:gd name="connsiteX95" fmla="*/ 12016613 w 12192000"/>
              <a:gd name="connsiteY95" fmla="*/ 886111 h 1924333"/>
              <a:gd name="connsiteX96" fmla="*/ 12108292 w 12192000"/>
              <a:gd name="connsiteY96" fmla="*/ 868500 h 1924333"/>
              <a:gd name="connsiteX97" fmla="*/ 12182910 w 12192000"/>
              <a:gd name="connsiteY97" fmla="*/ 882003 h 1924333"/>
              <a:gd name="connsiteX98" fmla="*/ 12192000 w 12192000"/>
              <a:gd name="connsiteY98" fmla="*/ 884778 h 1924333"/>
              <a:gd name="connsiteX99" fmla="*/ 12192000 w 12192000"/>
              <a:gd name="connsiteY99" fmla="*/ 1610315 h 1924333"/>
              <a:gd name="connsiteX100" fmla="*/ 12191998 w 12192000"/>
              <a:gd name="connsiteY100" fmla="*/ 1610315 h 1924333"/>
              <a:gd name="connsiteX101" fmla="*/ 12191998 w 12192000"/>
              <a:gd name="connsiteY101" fmla="*/ 1924333 h 1924333"/>
              <a:gd name="connsiteX102" fmla="*/ 0 w 12192000"/>
              <a:gd name="connsiteY102" fmla="*/ 1924333 h 1924333"/>
              <a:gd name="connsiteX103" fmla="*/ 0 w 12192000"/>
              <a:gd name="connsiteY103" fmla="*/ 505159 h 1924333"/>
              <a:gd name="connsiteX104" fmla="*/ 5722 w 12192000"/>
              <a:gd name="connsiteY104" fmla="*/ 508889 h 1924333"/>
              <a:gd name="connsiteX105" fmla="*/ 38476 w 12192000"/>
              <a:gd name="connsiteY105" fmla="*/ 524137 h 1924333"/>
              <a:gd name="connsiteX106" fmla="*/ 192883 w 12192000"/>
              <a:gd name="connsiteY106" fmla="*/ 545272 h 1924333"/>
              <a:gd name="connsiteX107" fmla="*/ 343710 w 12192000"/>
              <a:gd name="connsiteY107" fmla="*/ 565029 h 1924333"/>
              <a:gd name="connsiteX108" fmla="*/ 471066 w 12192000"/>
              <a:gd name="connsiteY108" fmla="*/ 549837 h 1924333"/>
              <a:gd name="connsiteX109" fmla="*/ 617333 w 12192000"/>
              <a:gd name="connsiteY109" fmla="*/ 526428 h 1924333"/>
              <a:gd name="connsiteX110" fmla="*/ 725203 w 12192000"/>
              <a:gd name="connsiteY110" fmla="*/ 523793 h 1924333"/>
              <a:gd name="connsiteX111" fmla="*/ 788494 w 12192000"/>
              <a:gd name="connsiteY111" fmla="*/ 505799 h 1924333"/>
              <a:gd name="connsiteX112" fmla="*/ 885977 w 12192000"/>
              <a:gd name="connsiteY112" fmla="*/ 526585 h 1924333"/>
              <a:gd name="connsiteX113" fmla="*/ 932142 w 12192000"/>
              <a:gd name="connsiteY113" fmla="*/ 528005 h 1924333"/>
              <a:gd name="connsiteX114" fmla="*/ 1090404 w 12192000"/>
              <a:gd name="connsiteY114" fmla="*/ 498299 h 1924333"/>
              <a:gd name="connsiteX115" fmla="*/ 1188628 w 12192000"/>
              <a:gd name="connsiteY115" fmla="*/ 483151 h 1924333"/>
              <a:gd name="connsiteX116" fmla="*/ 1316247 w 12192000"/>
              <a:gd name="connsiteY116" fmla="*/ 425979 h 1924333"/>
              <a:gd name="connsiteX117" fmla="*/ 1357712 w 12192000"/>
              <a:gd name="connsiteY117" fmla="*/ 416549 h 1924333"/>
              <a:gd name="connsiteX118" fmla="*/ 1425921 w 12192000"/>
              <a:gd name="connsiteY118" fmla="*/ 413953 h 1924333"/>
              <a:gd name="connsiteX119" fmla="*/ 1503817 w 12192000"/>
              <a:gd name="connsiteY119" fmla="*/ 380457 h 1924333"/>
              <a:gd name="connsiteX120" fmla="*/ 1639196 w 12192000"/>
              <a:gd name="connsiteY120" fmla="*/ 372785 h 1924333"/>
              <a:gd name="connsiteX121" fmla="*/ 1705606 w 12192000"/>
              <a:gd name="connsiteY121" fmla="*/ 359023 h 1924333"/>
              <a:gd name="connsiteX122" fmla="*/ 1813011 w 12192000"/>
              <a:gd name="connsiteY122" fmla="*/ 331023 h 1924333"/>
              <a:gd name="connsiteX123" fmla="*/ 1831380 w 12192000"/>
              <a:gd name="connsiteY123" fmla="*/ 341307 h 1924333"/>
              <a:gd name="connsiteX124" fmla="*/ 1858612 w 12192000"/>
              <a:gd name="connsiteY124" fmla="*/ 326777 h 1924333"/>
              <a:gd name="connsiteX125" fmla="*/ 1880661 w 12192000"/>
              <a:gd name="connsiteY125" fmla="*/ 335987 h 1924333"/>
              <a:gd name="connsiteX126" fmla="*/ 1941495 w 12192000"/>
              <a:gd name="connsiteY126" fmla="*/ 310792 h 1924333"/>
              <a:gd name="connsiteX127" fmla="*/ 1995402 w 12192000"/>
              <a:gd name="connsiteY127" fmla="*/ 305480 h 1924333"/>
              <a:gd name="connsiteX128" fmla="*/ 2223864 w 12192000"/>
              <a:gd name="connsiteY128" fmla="*/ 266118 h 1924333"/>
              <a:gd name="connsiteX129" fmla="*/ 2418043 w 12192000"/>
              <a:gd name="connsiteY129" fmla="*/ 215314 h 1924333"/>
              <a:gd name="connsiteX130" fmla="*/ 2558461 w 12192000"/>
              <a:gd name="connsiteY130" fmla="*/ 168193 h 1924333"/>
              <a:gd name="connsiteX131" fmla="*/ 2595535 w 12192000"/>
              <a:gd name="connsiteY131" fmla="*/ 158548 h 1924333"/>
              <a:gd name="connsiteX132" fmla="*/ 2626942 w 12192000"/>
              <a:gd name="connsiteY132" fmla="*/ 130400 h 1924333"/>
              <a:gd name="connsiteX133" fmla="*/ 2632225 w 12192000"/>
              <a:gd name="connsiteY133" fmla="*/ 130446 h 1924333"/>
              <a:gd name="connsiteX134" fmla="*/ 2696856 w 12192000"/>
              <a:gd name="connsiteY134" fmla="*/ 128498 h 1924333"/>
              <a:gd name="connsiteX135" fmla="*/ 2759767 w 12192000"/>
              <a:gd name="connsiteY135" fmla="*/ 127784 h 1924333"/>
              <a:gd name="connsiteX136" fmla="*/ 2792685 w 12192000"/>
              <a:gd name="connsiteY136" fmla="*/ 115710 h 1924333"/>
              <a:gd name="connsiteX137" fmla="*/ 2799767 w 12192000"/>
              <a:gd name="connsiteY137" fmla="*/ 113754 h 1924333"/>
              <a:gd name="connsiteX138" fmla="*/ 2829799 w 12192000"/>
              <a:gd name="connsiteY138" fmla="*/ 120042 h 1924333"/>
              <a:gd name="connsiteX139" fmla="*/ 2890704 w 12192000"/>
              <a:gd name="connsiteY139" fmla="*/ 121493 h 1924333"/>
              <a:gd name="connsiteX140" fmla="*/ 3042646 w 12192000"/>
              <a:gd name="connsiteY140" fmla="*/ 112273 h 1924333"/>
              <a:gd name="connsiteX141" fmla="*/ 3146630 w 12192000"/>
              <a:gd name="connsiteY141" fmla="*/ 100898 h 1924333"/>
              <a:gd name="connsiteX142" fmla="*/ 3233163 w 12192000"/>
              <a:gd name="connsiteY142" fmla="*/ 120200 h 1924333"/>
              <a:gd name="connsiteX143" fmla="*/ 3372699 w 12192000"/>
              <a:gd name="connsiteY143" fmla="*/ 129394 h 1924333"/>
              <a:gd name="connsiteX144" fmla="*/ 3394352 w 12192000"/>
              <a:gd name="connsiteY144" fmla="*/ 131671 h 1924333"/>
              <a:gd name="connsiteX145" fmla="*/ 3448218 w 12192000"/>
              <a:gd name="connsiteY145" fmla="*/ 118229 h 1924333"/>
              <a:gd name="connsiteX146" fmla="*/ 3505047 w 12192000"/>
              <a:gd name="connsiteY146" fmla="*/ 115412 h 1924333"/>
              <a:gd name="connsiteX147" fmla="*/ 3521767 w 12192000"/>
              <a:gd name="connsiteY147" fmla="*/ 111071 h 1924333"/>
              <a:gd name="connsiteX148" fmla="*/ 3585137 w 12192000"/>
              <a:gd name="connsiteY148" fmla="*/ 114371 h 1924333"/>
              <a:gd name="connsiteX149" fmla="*/ 3690293 w 12192000"/>
              <a:gd name="connsiteY149" fmla="*/ 98301 h 1924333"/>
              <a:gd name="connsiteX150" fmla="*/ 3867818 w 12192000"/>
              <a:gd name="connsiteY150" fmla="*/ 88985 h 1924333"/>
              <a:gd name="connsiteX151" fmla="*/ 4091337 w 12192000"/>
              <a:gd name="connsiteY151" fmla="*/ 70813 h 1924333"/>
              <a:gd name="connsiteX152" fmla="*/ 4246332 w 12192000"/>
              <a:gd name="connsiteY152" fmla="*/ 41697 h 1924333"/>
              <a:gd name="connsiteX153" fmla="*/ 4266975 w 12192000"/>
              <a:gd name="connsiteY153" fmla="*/ 46592 h 1924333"/>
              <a:gd name="connsiteX154" fmla="*/ 4270566 w 12192000"/>
              <a:gd name="connsiteY154" fmla="*/ 47620 h 1924333"/>
              <a:gd name="connsiteX155" fmla="*/ 4288964 w 12192000"/>
              <a:gd name="connsiteY155" fmla="*/ 52766 h 1924333"/>
              <a:gd name="connsiteX156" fmla="*/ 4365137 w 12192000"/>
              <a:gd name="connsiteY156" fmla="*/ 51783 h 1924333"/>
              <a:gd name="connsiteX157" fmla="*/ 4430546 w 12192000"/>
              <a:gd name="connsiteY157" fmla="*/ 44555 h 1924333"/>
              <a:gd name="connsiteX158" fmla="*/ 4444136 w 12192000"/>
              <a:gd name="connsiteY158" fmla="*/ 39567 h 1924333"/>
              <a:gd name="connsiteX159" fmla="*/ 4534039 w 12192000"/>
              <a:gd name="connsiteY159" fmla="*/ 31604 h 1924333"/>
              <a:gd name="connsiteX160" fmla="*/ 4560448 w 12192000"/>
              <a:gd name="connsiteY160" fmla="*/ 25231 h 1924333"/>
              <a:gd name="connsiteX161" fmla="*/ 4568006 w 12192000"/>
              <a:gd name="connsiteY161" fmla="*/ 25970 h 1924333"/>
              <a:gd name="connsiteX162" fmla="*/ 4595497 w 12192000"/>
              <a:gd name="connsiteY162" fmla="*/ 22958 h 1924333"/>
              <a:gd name="connsiteX163" fmla="*/ 4608623 w 12192000"/>
              <a:gd name="connsiteY163" fmla="*/ 18108 h 1924333"/>
              <a:gd name="connsiteX164" fmla="*/ 4623942 w 12192000"/>
              <a:gd name="connsiteY164" fmla="*/ 22251 h 1924333"/>
              <a:gd name="connsiteX165" fmla="*/ 4664336 w 12192000"/>
              <a:gd name="connsiteY165" fmla="*/ 23306 h 1924333"/>
              <a:gd name="connsiteX166" fmla="*/ 4677385 w 12192000"/>
              <a:gd name="connsiteY166" fmla="*/ 18246 h 1924333"/>
              <a:gd name="connsiteX167" fmla="*/ 4698143 w 12192000"/>
              <a:gd name="connsiteY167" fmla="*/ 18036 h 1924333"/>
              <a:gd name="connsiteX168" fmla="*/ 4750609 w 12192000"/>
              <a:gd name="connsiteY168" fmla="*/ 23611 h 1924333"/>
              <a:gd name="connsiteX169" fmla="*/ 4784658 w 12192000"/>
              <a:gd name="connsiteY169" fmla="*/ 25057 h 1924333"/>
              <a:gd name="connsiteX170" fmla="*/ 4847558 w 12192000"/>
              <a:gd name="connsiteY170" fmla="*/ 38726 h 1924333"/>
              <a:gd name="connsiteX171" fmla="*/ 4909134 w 12192000"/>
              <a:gd name="connsiteY171" fmla="*/ 50659 h 1924333"/>
              <a:gd name="connsiteX172" fmla="*/ 5099219 w 12192000"/>
              <a:gd name="connsiteY172" fmla="*/ 55050 h 1924333"/>
              <a:gd name="connsiteX173" fmla="*/ 5184992 w 12192000"/>
              <a:gd name="connsiteY173" fmla="*/ 67596 h 1924333"/>
              <a:gd name="connsiteX174" fmla="*/ 5229637 w 12192000"/>
              <a:gd name="connsiteY174" fmla="*/ 67789 h 1924333"/>
              <a:gd name="connsiteX175" fmla="*/ 5389346 w 12192000"/>
              <a:gd name="connsiteY175" fmla="*/ 80211 h 1924333"/>
              <a:gd name="connsiteX176" fmla="*/ 5494414 w 12192000"/>
              <a:gd name="connsiteY176" fmla="*/ 75926 h 1924333"/>
              <a:gd name="connsiteX177" fmla="*/ 5528443 w 12192000"/>
              <a:gd name="connsiteY177" fmla="*/ 77206 h 1924333"/>
              <a:gd name="connsiteX178" fmla="*/ 5684939 w 12192000"/>
              <a:gd name="connsiteY178" fmla="*/ 50269 h 1924333"/>
              <a:gd name="connsiteX179" fmla="*/ 5765146 w 12192000"/>
              <a:gd name="connsiteY179" fmla="*/ 50414 h 1924333"/>
              <a:gd name="connsiteX180" fmla="*/ 5848655 w 12192000"/>
              <a:gd name="connsiteY180" fmla="*/ 35257 h 1924333"/>
              <a:gd name="connsiteX181" fmla="*/ 5930656 w 12192000"/>
              <a:gd name="connsiteY181" fmla="*/ 30131 h 1924333"/>
              <a:gd name="connsiteX182" fmla="*/ 6124150 w 12192000"/>
              <a:gd name="connsiteY182" fmla="*/ 31679 h 1924333"/>
              <a:gd name="connsiteX183" fmla="*/ 6189199 w 12192000"/>
              <a:gd name="connsiteY183" fmla="*/ 588 h 1924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Lst>
            <a:rect l="l" t="t" r="r" b="b"/>
            <a:pathLst>
              <a:path w="12192000" h="1924333">
                <a:moveTo>
                  <a:pt x="6189199" y="588"/>
                </a:moveTo>
                <a:cubicBezTo>
                  <a:pt x="6196356" y="-574"/>
                  <a:pt x="6202609" y="-108"/>
                  <a:pt x="6207079" y="2850"/>
                </a:cubicBezTo>
                <a:cubicBezTo>
                  <a:pt x="6222026" y="2749"/>
                  <a:pt x="6273489" y="3767"/>
                  <a:pt x="6285610" y="18131"/>
                </a:cubicBezTo>
                <a:cubicBezTo>
                  <a:pt x="6307255" y="18685"/>
                  <a:pt x="6357141" y="23793"/>
                  <a:pt x="6378008" y="24625"/>
                </a:cubicBezTo>
                <a:cubicBezTo>
                  <a:pt x="6409946" y="30645"/>
                  <a:pt x="6438307" y="10375"/>
                  <a:pt x="6466340" y="21366"/>
                </a:cubicBezTo>
                <a:cubicBezTo>
                  <a:pt x="6488276" y="31229"/>
                  <a:pt x="6529854" y="28110"/>
                  <a:pt x="6553334" y="35307"/>
                </a:cubicBezTo>
                <a:cubicBezTo>
                  <a:pt x="6561737" y="48059"/>
                  <a:pt x="6609188" y="62087"/>
                  <a:pt x="6626068" y="58045"/>
                </a:cubicBezTo>
                <a:cubicBezTo>
                  <a:pt x="6660952" y="66570"/>
                  <a:pt x="6666277" y="84716"/>
                  <a:pt x="6692303" y="91487"/>
                </a:cubicBezTo>
                <a:lnTo>
                  <a:pt x="6733670" y="118130"/>
                </a:lnTo>
                <a:lnTo>
                  <a:pt x="6798016" y="112271"/>
                </a:lnTo>
                <a:lnTo>
                  <a:pt x="6801081" y="114963"/>
                </a:lnTo>
                <a:cubicBezTo>
                  <a:pt x="6806919" y="120140"/>
                  <a:pt x="6812832" y="125016"/>
                  <a:pt x="6819351" y="128825"/>
                </a:cubicBezTo>
                <a:cubicBezTo>
                  <a:pt x="6825742" y="109997"/>
                  <a:pt x="6840132" y="116541"/>
                  <a:pt x="6852732" y="123321"/>
                </a:cubicBezTo>
                <a:lnTo>
                  <a:pt x="6865247" y="128836"/>
                </a:lnTo>
                <a:lnTo>
                  <a:pt x="6905517" y="129265"/>
                </a:lnTo>
                <a:cubicBezTo>
                  <a:pt x="6934052" y="140042"/>
                  <a:pt x="6939773" y="141556"/>
                  <a:pt x="6950286" y="150104"/>
                </a:cubicBezTo>
                <a:lnTo>
                  <a:pt x="7003442" y="136136"/>
                </a:lnTo>
                <a:lnTo>
                  <a:pt x="7160047" y="166721"/>
                </a:lnTo>
                <a:cubicBezTo>
                  <a:pt x="7207281" y="179911"/>
                  <a:pt x="7280644" y="210197"/>
                  <a:pt x="7325604" y="215867"/>
                </a:cubicBezTo>
                <a:cubicBezTo>
                  <a:pt x="7460113" y="233904"/>
                  <a:pt x="7393081" y="242880"/>
                  <a:pt x="7540522" y="239374"/>
                </a:cubicBezTo>
                <a:cubicBezTo>
                  <a:pt x="7545714" y="234872"/>
                  <a:pt x="7605972" y="231727"/>
                  <a:pt x="7612071" y="229553"/>
                </a:cubicBezTo>
                <a:lnTo>
                  <a:pt x="7651995" y="244567"/>
                </a:lnTo>
                <a:lnTo>
                  <a:pt x="7725761" y="258638"/>
                </a:lnTo>
                <a:lnTo>
                  <a:pt x="7823038" y="287078"/>
                </a:lnTo>
                <a:cubicBezTo>
                  <a:pt x="7837080" y="286482"/>
                  <a:pt x="7851647" y="286498"/>
                  <a:pt x="7866405" y="287288"/>
                </a:cubicBezTo>
                <a:lnTo>
                  <a:pt x="7875021" y="288224"/>
                </a:lnTo>
                <a:cubicBezTo>
                  <a:pt x="7875062" y="288354"/>
                  <a:pt x="7875105" y="288483"/>
                  <a:pt x="7875146" y="288614"/>
                </a:cubicBezTo>
                <a:cubicBezTo>
                  <a:pt x="7880550" y="289202"/>
                  <a:pt x="7901153" y="290716"/>
                  <a:pt x="7907443" y="291752"/>
                </a:cubicBezTo>
                <a:lnTo>
                  <a:pt x="7912892" y="294833"/>
                </a:lnTo>
                <a:lnTo>
                  <a:pt x="7946345" y="319359"/>
                </a:lnTo>
                <a:cubicBezTo>
                  <a:pt x="7958657" y="312776"/>
                  <a:pt x="7996513" y="309749"/>
                  <a:pt x="8021238" y="315159"/>
                </a:cubicBezTo>
                <a:cubicBezTo>
                  <a:pt x="8045964" y="320570"/>
                  <a:pt x="8058169" y="340462"/>
                  <a:pt x="8094697" y="351819"/>
                </a:cubicBezTo>
                <a:cubicBezTo>
                  <a:pt x="8129587" y="361154"/>
                  <a:pt x="8116181" y="360544"/>
                  <a:pt x="8155208" y="371168"/>
                </a:cubicBezTo>
                <a:cubicBezTo>
                  <a:pt x="8196217" y="383300"/>
                  <a:pt x="8205468" y="391801"/>
                  <a:pt x="8248472" y="400489"/>
                </a:cubicBezTo>
                <a:cubicBezTo>
                  <a:pt x="8283932" y="419791"/>
                  <a:pt x="8278617" y="392031"/>
                  <a:pt x="8300068" y="405531"/>
                </a:cubicBezTo>
                <a:lnTo>
                  <a:pt x="8356293" y="403328"/>
                </a:lnTo>
                <a:cubicBezTo>
                  <a:pt x="8377247" y="404463"/>
                  <a:pt x="8438442" y="433194"/>
                  <a:pt x="8475838" y="435524"/>
                </a:cubicBezTo>
                <a:cubicBezTo>
                  <a:pt x="8510241" y="438037"/>
                  <a:pt x="8545511" y="449840"/>
                  <a:pt x="8575216" y="450198"/>
                </a:cubicBezTo>
                <a:lnTo>
                  <a:pt x="8588650" y="447070"/>
                </a:lnTo>
                <a:lnTo>
                  <a:pt x="8612184" y="439577"/>
                </a:lnTo>
                <a:lnTo>
                  <a:pt x="8630713" y="433015"/>
                </a:lnTo>
                <a:cubicBezTo>
                  <a:pt x="8635870" y="429519"/>
                  <a:pt x="8700685" y="428411"/>
                  <a:pt x="8704240" y="422865"/>
                </a:cubicBezTo>
                <a:cubicBezTo>
                  <a:pt x="8761777" y="429549"/>
                  <a:pt x="8768302" y="427178"/>
                  <a:pt x="8829513" y="429389"/>
                </a:cubicBezTo>
                <a:cubicBezTo>
                  <a:pt x="8922895" y="444672"/>
                  <a:pt x="8924579" y="401507"/>
                  <a:pt x="9083651" y="390744"/>
                </a:cubicBezTo>
                <a:cubicBezTo>
                  <a:pt x="9138403" y="388032"/>
                  <a:pt x="9315003" y="378647"/>
                  <a:pt x="9371402" y="371809"/>
                </a:cubicBezTo>
                <a:cubicBezTo>
                  <a:pt x="9358632" y="337502"/>
                  <a:pt x="9402842" y="379364"/>
                  <a:pt x="9429586" y="369213"/>
                </a:cubicBezTo>
                <a:cubicBezTo>
                  <a:pt x="9449312" y="370213"/>
                  <a:pt x="9473938" y="373270"/>
                  <a:pt x="9489757" y="377814"/>
                </a:cubicBezTo>
                <a:cubicBezTo>
                  <a:pt x="9498164" y="379256"/>
                  <a:pt x="9507139" y="379272"/>
                  <a:pt x="9516954" y="376991"/>
                </a:cubicBezTo>
                <a:cubicBezTo>
                  <a:pt x="9548430" y="354766"/>
                  <a:pt x="9591874" y="370315"/>
                  <a:pt x="9645588" y="363590"/>
                </a:cubicBezTo>
                <a:cubicBezTo>
                  <a:pt x="9660487" y="368814"/>
                  <a:pt x="9710817" y="350550"/>
                  <a:pt x="9722896" y="360983"/>
                </a:cubicBezTo>
                <a:cubicBezTo>
                  <a:pt x="9733918" y="362239"/>
                  <a:pt x="9745201" y="356679"/>
                  <a:pt x="9752803" y="368492"/>
                </a:cubicBezTo>
                <a:cubicBezTo>
                  <a:pt x="9793268" y="374490"/>
                  <a:pt x="9843313" y="380978"/>
                  <a:pt x="9890305" y="380736"/>
                </a:cubicBezTo>
                <a:cubicBezTo>
                  <a:pt x="9912701" y="380083"/>
                  <a:pt x="9926523" y="379037"/>
                  <a:pt x="9939767" y="377776"/>
                </a:cubicBezTo>
                <a:lnTo>
                  <a:pt x="9944355" y="377352"/>
                </a:lnTo>
                <a:lnTo>
                  <a:pt x="9953719" y="375642"/>
                </a:lnTo>
                <a:lnTo>
                  <a:pt x="9955809" y="376294"/>
                </a:lnTo>
                <a:lnTo>
                  <a:pt x="10032710" y="394940"/>
                </a:lnTo>
                <a:lnTo>
                  <a:pt x="10049925" y="404971"/>
                </a:lnTo>
                <a:lnTo>
                  <a:pt x="10112671" y="414549"/>
                </a:lnTo>
                <a:cubicBezTo>
                  <a:pt x="10169643" y="412125"/>
                  <a:pt x="10132220" y="425358"/>
                  <a:pt x="10170853" y="435168"/>
                </a:cubicBezTo>
                <a:cubicBezTo>
                  <a:pt x="10206088" y="442020"/>
                  <a:pt x="10240809" y="454081"/>
                  <a:pt x="10290184" y="448123"/>
                </a:cubicBezTo>
                <a:cubicBezTo>
                  <a:pt x="10301813" y="444919"/>
                  <a:pt x="10315233" y="449499"/>
                  <a:pt x="10320158" y="458352"/>
                </a:cubicBezTo>
                <a:cubicBezTo>
                  <a:pt x="10321006" y="459876"/>
                  <a:pt x="10321565" y="461470"/>
                  <a:pt x="10321815" y="463087"/>
                </a:cubicBezTo>
                <a:cubicBezTo>
                  <a:pt x="10354058" y="457158"/>
                  <a:pt x="10355176" y="470634"/>
                  <a:pt x="10373742" y="464538"/>
                </a:cubicBezTo>
                <a:cubicBezTo>
                  <a:pt x="10403060" y="475292"/>
                  <a:pt x="10411841" y="497597"/>
                  <a:pt x="10428532" y="492504"/>
                </a:cubicBezTo>
                <a:cubicBezTo>
                  <a:pt x="10440561" y="500742"/>
                  <a:pt x="10446267" y="521930"/>
                  <a:pt x="10466490" y="517759"/>
                </a:cubicBezTo>
                <a:cubicBezTo>
                  <a:pt x="10464622" y="519986"/>
                  <a:pt x="10465013" y="521261"/>
                  <a:pt x="10466675" y="522076"/>
                </a:cubicBezTo>
                <a:lnTo>
                  <a:pt x="10470309" y="522792"/>
                </a:lnTo>
                <a:lnTo>
                  <a:pt x="10474138" y="519761"/>
                </a:lnTo>
                <a:cubicBezTo>
                  <a:pt x="10488888" y="509612"/>
                  <a:pt x="10484914" y="524734"/>
                  <a:pt x="10501100" y="528263"/>
                </a:cubicBezTo>
                <a:cubicBezTo>
                  <a:pt x="10508412" y="530705"/>
                  <a:pt x="10505426" y="533743"/>
                  <a:pt x="10502395" y="536393"/>
                </a:cubicBezTo>
                <a:lnTo>
                  <a:pt x="10689496" y="560233"/>
                </a:lnTo>
                <a:cubicBezTo>
                  <a:pt x="10721441" y="573640"/>
                  <a:pt x="10757547" y="582937"/>
                  <a:pt x="10788736" y="613188"/>
                </a:cubicBezTo>
                <a:cubicBezTo>
                  <a:pt x="10794510" y="621641"/>
                  <a:pt x="10807098" y="616073"/>
                  <a:pt x="10819747" y="621351"/>
                </a:cubicBezTo>
                <a:cubicBezTo>
                  <a:pt x="10832398" y="626630"/>
                  <a:pt x="10846356" y="639592"/>
                  <a:pt x="10864632" y="644858"/>
                </a:cubicBezTo>
                <a:cubicBezTo>
                  <a:pt x="10895617" y="652290"/>
                  <a:pt x="10921550" y="640451"/>
                  <a:pt x="10929407" y="652945"/>
                </a:cubicBezTo>
                <a:cubicBezTo>
                  <a:pt x="10945460" y="653176"/>
                  <a:pt x="10968148" y="640553"/>
                  <a:pt x="10979412" y="654217"/>
                </a:cubicBezTo>
                <a:cubicBezTo>
                  <a:pt x="10981679" y="643737"/>
                  <a:pt x="10997287" y="663414"/>
                  <a:pt x="11006959" y="657017"/>
                </a:cubicBezTo>
                <a:cubicBezTo>
                  <a:pt x="11023230" y="659396"/>
                  <a:pt x="11051890" y="662462"/>
                  <a:pt x="11077038" y="668487"/>
                </a:cubicBezTo>
                <a:cubicBezTo>
                  <a:pt x="11097000" y="690299"/>
                  <a:pt x="11141286" y="676399"/>
                  <a:pt x="11157850" y="693164"/>
                </a:cubicBezTo>
                <a:cubicBezTo>
                  <a:pt x="11163800" y="695757"/>
                  <a:pt x="11169599" y="696942"/>
                  <a:pt x="11175276" y="697243"/>
                </a:cubicBezTo>
                <a:lnTo>
                  <a:pt x="11191131" y="696085"/>
                </a:lnTo>
                <a:lnTo>
                  <a:pt x="11195573" y="691751"/>
                </a:lnTo>
                <a:lnTo>
                  <a:pt x="11205299" y="693247"/>
                </a:lnTo>
                <a:lnTo>
                  <a:pt x="11223770" y="690335"/>
                </a:lnTo>
                <a:cubicBezTo>
                  <a:pt x="11237778" y="693777"/>
                  <a:pt x="11256852" y="701947"/>
                  <a:pt x="11292119" y="713311"/>
                </a:cubicBezTo>
                <a:cubicBezTo>
                  <a:pt x="11334878" y="733451"/>
                  <a:pt x="11401662" y="729175"/>
                  <a:pt x="11435379" y="758519"/>
                </a:cubicBezTo>
                <a:lnTo>
                  <a:pt x="11604406" y="810476"/>
                </a:lnTo>
                <a:lnTo>
                  <a:pt x="11652155" y="825109"/>
                </a:lnTo>
                <a:lnTo>
                  <a:pt x="11654192" y="827301"/>
                </a:lnTo>
                <a:cubicBezTo>
                  <a:pt x="11661650" y="834729"/>
                  <a:pt x="11669215" y="841480"/>
                  <a:pt x="11676599" y="846628"/>
                </a:cubicBezTo>
                <a:cubicBezTo>
                  <a:pt x="11688258" y="861760"/>
                  <a:pt x="11752266" y="896888"/>
                  <a:pt x="11775168" y="890664"/>
                </a:cubicBezTo>
                <a:cubicBezTo>
                  <a:pt x="11790977" y="883819"/>
                  <a:pt x="11808364" y="879901"/>
                  <a:pt x="11826341" y="877558"/>
                </a:cubicBezTo>
                <a:lnTo>
                  <a:pt x="11879068" y="874038"/>
                </a:lnTo>
                <a:lnTo>
                  <a:pt x="11889563" y="878619"/>
                </a:lnTo>
                <a:lnTo>
                  <a:pt x="12016613" y="886111"/>
                </a:lnTo>
                <a:lnTo>
                  <a:pt x="12108292" y="868500"/>
                </a:lnTo>
                <a:cubicBezTo>
                  <a:pt x="12129725" y="867311"/>
                  <a:pt x="12157891" y="874537"/>
                  <a:pt x="12182910" y="882003"/>
                </a:cubicBezTo>
                <a:lnTo>
                  <a:pt x="12192000" y="884778"/>
                </a:lnTo>
                <a:lnTo>
                  <a:pt x="12192000" y="1610315"/>
                </a:lnTo>
                <a:lnTo>
                  <a:pt x="12191998" y="1610315"/>
                </a:lnTo>
                <a:lnTo>
                  <a:pt x="12191998" y="1924333"/>
                </a:lnTo>
                <a:lnTo>
                  <a:pt x="0" y="1924333"/>
                </a:lnTo>
                <a:lnTo>
                  <a:pt x="0" y="505159"/>
                </a:lnTo>
                <a:lnTo>
                  <a:pt x="5722" y="508889"/>
                </a:lnTo>
                <a:cubicBezTo>
                  <a:pt x="21614" y="518548"/>
                  <a:pt x="33814" y="524781"/>
                  <a:pt x="38476" y="524137"/>
                </a:cubicBezTo>
                <a:cubicBezTo>
                  <a:pt x="99229" y="544180"/>
                  <a:pt x="142010" y="538457"/>
                  <a:pt x="192883" y="545272"/>
                </a:cubicBezTo>
                <a:cubicBezTo>
                  <a:pt x="277629" y="525210"/>
                  <a:pt x="293434" y="558443"/>
                  <a:pt x="343710" y="565029"/>
                </a:cubicBezTo>
                <a:cubicBezTo>
                  <a:pt x="383094" y="555729"/>
                  <a:pt x="425462" y="556271"/>
                  <a:pt x="471066" y="549837"/>
                </a:cubicBezTo>
                <a:cubicBezTo>
                  <a:pt x="513583" y="544428"/>
                  <a:pt x="569194" y="531004"/>
                  <a:pt x="617333" y="526428"/>
                </a:cubicBezTo>
                <a:cubicBezTo>
                  <a:pt x="660031" y="520760"/>
                  <a:pt x="696675" y="523882"/>
                  <a:pt x="725203" y="523793"/>
                </a:cubicBezTo>
                <a:cubicBezTo>
                  <a:pt x="736650" y="521695"/>
                  <a:pt x="780513" y="502146"/>
                  <a:pt x="788494" y="505799"/>
                </a:cubicBezTo>
                <a:lnTo>
                  <a:pt x="885977" y="526585"/>
                </a:lnTo>
                <a:cubicBezTo>
                  <a:pt x="906140" y="522837"/>
                  <a:pt x="917203" y="532232"/>
                  <a:pt x="932142" y="528005"/>
                </a:cubicBezTo>
                <a:cubicBezTo>
                  <a:pt x="963701" y="524128"/>
                  <a:pt x="1061555" y="499582"/>
                  <a:pt x="1090404" y="498299"/>
                </a:cubicBezTo>
                <a:cubicBezTo>
                  <a:pt x="1132840" y="494057"/>
                  <a:pt x="1148476" y="496041"/>
                  <a:pt x="1188628" y="483151"/>
                </a:cubicBezTo>
                <a:cubicBezTo>
                  <a:pt x="1230397" y="468408"/>
                  <a:pt x="1278711" y="457638"/>
                  <a:pt x="1316247" y="425979"/>
                </a:cubicBezTo>
                <a:cubicBezTo>
                  <a:pt x="1322662" y="417251"/>
                  <a:pt x="1339433" y="418553"/>
                  <a:pt x="1357712" y="416549"/>
                </a:cubicBezTo>
                <a:cubicBezTo>
                  <a:pt x="1375991" y="414544"/>
                  <a:pt x="1423507" y="412949"/>
                  <a:pt x="1425921" y="413953"/>
                </a:cubicBezTo>
                <a:cubicBezTo>
                  <a:pt x="1450272" y="407937"/>
                  <a:pt x="1458223" y="388156"/>
                  <a:pt x="1503817" y="380457"/>
                </a:cubicBezTo>
                <a:cubicBezTo>
                  <a:pt x="1541095" y="377398"/>
                  <a:pt x="1605565" y="376357"/>
                  <a:pt x="1639196" y="372785"/>
                </a:cubicBezTo>
                <a:cubicBezTo>
                  <a:pt x="1653280" y="376736"/>
                  <a:pt x="1695289" y="365766"/>
                  <a:pt x="1705606" y="359023"/>
                </a:cubicBezTo>
                <a:cubicBezTo>
                  <a:pt x="1729169" y="336295"/>
                  <a:pt x="1793207" y="348537"/>
                  <a:pt x="1813011" y="331023"/>
                </a:cubicBezTo>
                <a:cubicBezTo>
                  <a:pt x="1820772" y="328179"/>
                  <a:pt x="1823566" y="341833"/>
                  <a:pt x="1831380" y="341307"/>
                </a:cubicBezTo>
                <a:lnTo>
                  <a:pt x="1858612" y="326777"/>
                </a:lnTo>
                <a:lnTo>
                  <a:pt x="1880661" y="335987"/>
                </a:lnTo>
                <a:lnTo>
                  <a:pt x="1941495" y="310792"/>
                </a:lnTo>
                <a:cubicBezTo>
                  <a:pt x="1978970" y="307223"/>
                  <a:pt x="1947391" y="291714"/>
                  <a:pt x="1995402" y="305480"/>
                </a:cubicBezTo>
                <a:cubicBezTo>
                  <a:pt x="2042464" y="298034"/>
                  <a:pt x="2153424" y="281146"/>
                  <a:pt x="2223864" y="266118"/>
                </a:cubicBezTo>
                <a:cubicBezTo>
                  <a:pt x="2261296" y="256300"/>
                  <a:pt x="2360518" y="238323"/>
                  <a:pt x="2418043" y="215314"/>
                </a:cubicBezTo>
                <a:cubicBezTo>
                  <a:pt x="2472088" y="206823"/>
                  <a:pt x="2499422" y="162612"/>
                  <a:pt x="2558461" y="168193"/>
                </a:cubicBezTo>
                <a:cubicBezTo>
                  <a:pt x="2559660" y="164506"/>
                  <a:pt x="2592244" y="161337"/>
                  <a:pt x="2595535" y="158548"/>
                </a:cubicBezTo>
                <a:lnTo>
                  <a:pt x="2626942" y="130400"/>
                </a:lnTo>
                <a:lnTo>
                  <a:pt x="2632225" y="130446"/>
                </a:lnTo>
                <a:lnTo>
                  <a:pt x="2696856" y="128498"/>
                </a:lnTo>
                <a:lnTo>
                  <a:pt x="2759767" y="127784"/>
                </a:lnTo>
                <a:cubicBezTo>
                  <a:pt x="2770024" y="123546"/>
                  <a:pt x="2781047" y="119463"/>
                  <a:pt x="2792685" y="115710"/>
                </a:cubicBezTo>
                <a:lnTo>
                  <a:pt x="2799767" y="113754"/>
                </a:lnTo>
                <a:lnTo>
                  <a:pt x="2829799" y="120042"/>
                </a:lnTo>
                <a:lnTo>
                  <a:pt x="2890704" y="121493"/>
                </a:lnTo>
                <a:cubicBezTo>
                  <a:pt x="2935390" y="121035"/>
                  <a:pt x="2990780" y="113193"/>
                  <a:pt x="3042646" y="112273"/>
                </a:cubicBezTo>
                <a:cubicBezTo>
                  <a:pt x="3077119" y="111474"/>
                  <a:pt x="3124089" y="100414"/>
                  <a:pt x="3146630" y="100898"/>
                </a:cubicBezTo>
                <a:cubicBezTo>
                  <a:pt x="3169381" y="117699"/>
                  <a:pt x="3224695" y="125864"/>
                  <a:pt x="3233163" y="120200"/>
                </a:cubicBezTo>
                <a:lnTo>
                  <a:pt x="3372699" y="129394"/>
                </a:lnTo>
                <a:cubicBezTo>
                  <a:pt x="3389020" y="126586"/>
                  <a:pt x="3397563" y="116804"/>
                  <a:pt x="3394352" y="131671"/>
                </a:cubicBezTo>
                <a:cubicBezTo>
                  <a:pt x="3406102" y="131485"/>
                  <a:pt x="3429770" y="120938"/>
                  <a:pt x="3448218" y="118229"/>
                </a:cubicBezTo>
                <a:lnTo>
                  <a:pt x="3505047" y="115412"/>
                </a:lnTo>
                <a:lnTo>
                  <a:pt x="3521767" y="111071"/>
                </a:lnTo>
                <a:cubicBezTo>
                  <a:pt x="3526335" y="108877"/>
                  <a:pt x="3582156" y="117732"/>
                  <a:pt x="3585137" y="114371"/>
                </a:cubicBezTo>
                <a:cubicBezTo>
                  <a:pt x="3638265" y="102098"/>
                  <a:pt x="3633789" y="98565"/>
                  <a:pt x="3690293" y="98301"/>
                </a:cubicBezTo>
                <a:cubicBezTo>
                  <a:pt x="3782197" y="112746"/>
                  <a:pt x="3826738" y="92943"/>
                  <a:pt x="3867818" y="88985"/>
                </a:cubicBezTo>
                <a:cubicBezTo>
                  <a:pt x="3943777" y="81477"/>
                  <a:pt x="3990501" y="75194"/>
                  <a:pt x="4091337" y="70813"/>
                </a:cubicBezTo>
                <a:cubicBezTo>
                  <a:pt x="4154422" y="62932"/>
                  <a:pt x="4217060" y="45734"/>
                  <a:pt x="4246332" y="41697"/>
                </a:cubicBezTo>
                <a:cubicBezTo>
                  <a:pt x="4253308" y="42804"/>
                  <a:pt x="4260125" y="44606"/>
                  <a:pt x="4266975" y="46592"/>
                </a:cubicBezTo>
                <a:lnTo>
                  <a:pt x="4270566" y="47620"/>
                </a:lnTo>
                <a:lnTo>
                  <a:pt x="4288964" y="52766"/>
                </a:lnTo>
                <a:lnTo>
                  <a:pt x="4365137" y="51783"/>
                </a:lnTo>
                <a:lnTo>
                  <a:pt x="4430546" y="44555"/>
                </a:lnTo>
                <a:lnTo>
                  <a:pt x="4444136" y="39567"/>
                </a:lnTo>
                <a:lnTo>
                  <a:pt x="4534039" y="31604"/>
                </a:lnTo>
                <a:lnTo>
                  <a:pt x="4560448" y="25231"/>
                </a:lnTo>
                <a:lnTo>
                  <a:pt x="4568006" y="25970"/>
                </a:lnTo>
                <a:cubicBezTo>
                  <a:pt x="4580278" y="23866"/>
                  <a:pt x="4594878" y="14904"/>
                  <a:pt x="4595497" y="22958"/>
                </a:cubicBezTo>
                <a:lnTo>
                  <a:pt x="4608623" y="18108"/>
                </a:lnTo>
                <a:lnTo>
                  <a:pt x="4623942" y="22251"/>
                </a:lnTo>
                <a:cubicBezTo>
                  <a:pt x="4633227" y="23117"/>
                  <a:pt x="4655429" y="23973"/>
                  <a:pt x="4664336" y="23306"/>
                </a:cubicBezTo>
                <a:lnTo>
                  <a:pt x="4677385" y="18246"/>
                </a:lnTo>
                <a:lnTo>
                  <a:pt x="4698143" y="18036"/>
                </a:lnTo>
                <a:cubicBezTo>
                  <a:pt x="4710347" y="18931"/>
                  <a:pt x="4736189" y="22441"/>
                  <a:pt x="4750609" y="23611"/>
                </a:cubicBezTo>
                <a:cubicBezTo>
                  <a:pt x="4764270" y="27424"/>
                  <a:pt x="4774858" y="29782"/>
                  <a:pt x="4784658" y="25057"/>
                </a:cubicBezTo>
                <a:cubicBezTo>
                  <a:pt x="4804708" y="29613"/>
                  <a:pt x="4822811" y="48263"/>
                  <a:pt x="4847558" y="38726"/>
                </a:cubicBezTo>
                <a:cubicBezTo>
                  <a:pt x="4868304" y="42993"/>
                  <a:pt x="4867190" y="47939"/>
                  <a:pt x="4909134" y="50659"/>
                </a:cubicBezTo>
                <a:cubicBezTo>
                  <a:pt x="4945026" y="52455"/>
                  <a:pt x="5063406" y="54096"/>
                  <a:pt x="5099219" y="55050"/>
                </a:cubicBezTo>
                <a:cubicBezTo>
                  <a:pt x="5145195" y="57873"/>
                  <a:pt x="5163254" y="65473"/>
                  <a:pt x="5184992" y="67596"/>
                </a:cubicBezTo>
                <a:cubicBezTo>
                  <a:pt x="5206728" y="69720"/>
                  <a:pt x="5195578" y="65687"/>
                  <a:pt x="5229637" y="67789"/>
                </a:cubicBezTo>
                <a:cubicBezTo>
                  <a:pt x="5263695" y="69892"/>
                  <a:pt x="5345217" y="78854"/>
                  <a:pt x="5389346" y="80211"/>
                </a:cubicBezTo>
                <a:cubicBezTo>
                  <a:pt x="5425889" y="83191"/>
                  <a:pt x="5461943" y="84751"/>
                  <a:pt x="5494414" y="75926"/>
                </a:cubicBezTo>
                <a:lnTo>
                  <a:pt x="5528443" y="77206"/>
                </a:lnTo>
                <a:cubicBezTo>
                  <a:pt x="5582723" y="71370"/>
                  <a:pt x="5638917" y="68385"/>
                  <a:pt x="5684939" y="50269"/>
                </a:cubicBezTo>
                <a:cubicBezTo>
                  <a:pt x="5724389" y="45804"/>
                  <a:pt x="5737860" y="52916"/>
                  <a:pt x="5765146" y="50414"/>
                </a:cubicBezTo>
                <a:cubicBezTo>
                  <a:pt x="5792695" y="43060"/>
                  <a:pt x="5827352" y="38097"/>
                  <a:pt x="5848655" y="35257"/>
                </a:cubicBezTo>
                <a:lnTo>
                  <a:pt x="5930656" y="30131"/>
                </a:lnTo>
                <a:lnTo>
                  <a:pt x="6124150" y="31679"/>
                </a:lnTo>
                <a:cubicBezTo>
                  <a:pt x="6138131" y="22216"/>
                  <a:pt x="6167730" y="4075"/>
                  <a:pt x="6189199" y="588"/>
                </a:cubicBez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922754F-F166-41EB-E069-778A9F3BF0B7}"/>
              </a:ext>
            </a:extLst>
          </p:cNvPr>
          <p:cNvSpPr>
            <a:spLocks noGrp="1"/>
          </p:cNvSpPr>
          <p:nvPr>
            <p:ph type="title"/>
          </p:nvPr>
        </p:nvSpPr>
        <p:spPr>
          <a:xfrm>
            <a:off x="1255060" y="5279511"/>
            <a:ext cx="9681882" cy="739880"/>
          </a:xfrm>
        </p:spPr>
        <p:txBody>
          <a:bodyPr vert="horz" wrap="square" lIns="76200" tIns="45720" rIns="76200" bIns="45720" rtlCol="0" anchor="ctr">
            <a:normAutofit/>
          </a:bodyPr>
          <a:lstStyle/>
          <a:p>
            <a:pPr algn="l"/>
            <a:r>
              <a:rPr lang="en-US" sz="1800" b="1" kern="1200">
                <a:solidFill>
                  <a:srgbClr val="232323"/>
                </a:solidFill>
                <a:latin typeface="Aptos Display"/>
                <a:ea typeface="+mj-ea"/>
                <a:cs typeface="+mj-cs"/>
              </a:rPr>
              <a:t>„Minkštas“ apjungimas</a:t>
            </a:r>
          </a:p>
        </p:txBody>
      </p:sp>
      <p:pic>
        <p:nvPicPr>
          <p:cNvPr id="5" name="Content Placeholder 4">
            <a:extLst>
              <a:ext uri="{FF2B5EF4-FFF2-40B4-BE49-F238E27FC236}">
                <a16:creationId xmlns:a16="http://schemas.microsoft.com/office/drawing/2014/main" id="{7090248B-89FF-6EF3-98BB-538E5BA1108E}"/>
              </a:ext>
            </a:extLst>
          </p:cNvPr>
          <p:cNvPicPr>
            <a:picLocks noGrp="1" noChangeAspect="1"/>
          </p:cNvPicPr>
          <p:nvPr>
            <p:ph idx="1"/>
          </p:nvPr>
        </p:nvPicPr>
        <p:blipFill>
          <a:blip r:embed="rId3"/>
          <a:stretch>
            <a:fillRect/>
          </a:stretch>
        </p:blipFill>
        <p:spPr>
          <a:xfrm>
            <a:off x="623087" y="666742"/>
            <a:ext cx="10945825" cy="4049955"/>
          </a:xfrm>
          <a:prstGeom prst="rect">
            <a:avLst/>
          </a:prstGeom>
        </p:spPr>
      </p:pic>
    </p:spTree>
    <p:extLst>
      <p:ext uri="{BB962C8B-B14F-4D97-AF65-F5344CB8AC3E}">
        <p14:creationId xmlns:p14="http://schemas.microsoft.com/office/powerpoint/2010/main" val="25788322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89575E1-3389-451A-A5F7-27854C25C5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4293"/>
            <a:ext cx="12188952" cy="6858000"/>
          </a:xfrm>
          <a:prstGeom prst="rect">
            <a:avLst/>
          </a:prstGeom>
          <a:solidFill>
            <a:srgbClr val="F7F7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A53CCC5C-D88E-40FB-B30B-23DCDBD01D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
            <a:ext cx="4167268" cy="6858004"/>
          </a:xfrm>
          <a:prstGeom prst="rect">
            <a:avLst/>
          </a:prstGeom>
          <a:solidFill>
            <a:srgbClr val="EA76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9F90BF4-D737-306D-66CD-A7573F61D832}"/>
              </a:ext>
            </a:extLst>
          </p:cNvPr>
          <p:cNvSpPr>
            <a:spLocks noGrp="1"/>
          </p:cNvSpPr>
          <p:nvPr>
            <p:ph type="title"/>
          </p:nvPr>
        </p:nvSpPr>
        <p:spPr>
          <a:xfrm>
            <a:off x="686834" y="591344"/>
            <a:ext cx="3200400" cy="5585619"/>
          </a:xfrm>
        </p:spPr>
        <p:txBody>
          <a:bodyPr vert="horz" wrap="square" lIns="50800" tIns="50800" rIns="50800" bIns="50800" rtlCol="0" anchor="ctr">
            <a:normAutofit/>
          </a:bodyPr>
          <a:lstStyle/>
          <a:p>
            <a:pPr algn="l">
              <a:defRPr sz="2400" b="1">
                <a:solidFill>
                  <a:srgbClr val="FFFFFF"/>
                </a:solidFill>
                <a:latin typeface="Aptos Display"/>
              </a:defRPr>
            </a:pPr>
            <a:r>
              <a:t>Nutriukšminimas -</a:t>
            </a:r>
            <a:endParaRPr lang="en-US" sz="3400" kern="1200" dirty="0">
              <a:solidFill>
                <a:srgbClr val="FFFFFF"/>
              </a:solidFill>
              <a:latin typeface="+mj-lt"/>
              <a:ea typeface="+mj-ea"/>
              <a:cs typeface="+mj-cs"/>
            </a:endParaRPr>
          </a:p>
          <a:p>
            <a:pPr algn="l">
              <a:defRPr sz="2400" b="1">
                <a:solidFill>
                  <a:srgbClr val="FFFFFF"/>
                </a:solidFill>
                <a:latin typeface="Aptos Display"/>
              </a:defRPr>
            </a:pPr>
            <a:r>
              <a:t>'kaskadinis'</a:t>
            </a:r>
          </a:p>
        </p:txBody>
      </p:sp>
      <p:sp>
        <p:nvSpPr>
          <p:cNvPr id="14" name="Arc 13">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5" name="TextBox 4">
            <a:extLst>
              <a:ext uri="{FF2B5EF4-FFF2-40B4-BE49-F238E27FC236}">
                <a16:creationId xmlns:a16="http://schemas.microsoft.com/office/drawing/2014/main" id="{38366C2C-FFD2-FD54-142D-8DF3706331B1}"/>
              </a:ext>
            </a:extLst>
          </p:cNvPr>
          <p:cNvSpPr txBox="1"/>
          <p:nvPr/>
        </p:nvSpPr>
        <p:spPr>
          <a:xfrm>
            <a:off x="12192000" y="591344"/>
            <a:ext cx="7351059" cy="5585619"/>
          </a:xfrm>
          <a:prstGeom prst="rect">
            <a:avLst/>
          </a:prstGeom>
        </p:spPr>
        <p:txBody>
          <a:bodyPr vert="horz" lIns="91440" tIns="45720" rIns="91440" bIns="45720" rtlCol="0" anchor="ctr">
            <a:normAutofit/>
          </a:bodyPr>
          <a:lstStyle/>
          <a:p>
            <a:pPr indent="-228600">
              <a:lnSpc>
                <a:spcPct val="90000"/>
              </a:lnSpc>
              <a:spcAft>
                <a:spcPts val="600"/>
              </a:spcAft>
              <a:buFont typeface="Arial" panose="020B0604020202020204" pitchFamily="34" charset="0"/>
              <a:buChar char="•"/>
            </a:pPr>
            <a:endParaRPr/>
          </a:p>
        </p:txBody>
      </p:sp>
      <p:sp>
        <p:nvSpPr>
          <p:cNvPr id="15" name="TextBox 14"/>
          <p:cNvSpPr txBox="1"/>
          <p:nvPr/>
        </p:nvSpPr>
        <p:spPr>
          <a:xfrm>
            <a:off x="4663440" y="1005840"/>
            <a:ext cx="1828800" cy="320040"/>
          </a:xfrm>
          <a:prstGeom prst="rect">
            <a:avLst/>
          </a:prstGeom>
          <a:noFill/>
        </p:spPr>
        <p:txBody>
          <a:bodyPr wrap="none">
            <a:spAutoFit/>
          </a:bodyPr>
          <a:lstStyle/>
          <a:p>
            <a:pPr>
              <a:defRPr sz="1600">
                <a:solidFill>
                  <a:srgbClr val="232323"/>
                </a:solidFill>
                <a:latin typeface="Aptos"/>
              </a:defRPr>
            </a:pPr>
            <a:r>
              <a:t>Pradinis ECG</a:t>
            </a:r>
          </a:p>
        </p:txBody>
      </p:sp>
      <p:sp>
        <p:nvSpPr>
          <p:cNvPr id="16" name="Rectangle 15"/>
          <p:cNvSpPr/>
          <p:nvPr/>
        </p:nvSpPr>
        <p:spPr>
          <a:xfrm>
            <a:off x="6492240" y="1024128"/>
            <a:ext cx="3749039" cy="164592"/>
          </a:xfrm>
          <a:prstGeom prst="rect">
            <a:avLst/>
          </a:prstGeom>
          <a:solidFill>
            <a:srgbClr val="E1E1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6492240" y="1024128"/>
            <a:ext cx="3749039" cy="164592"/>
          </a:xfrm>
          <a:prstGeom prst="rect">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0332719" y="978408"/>
            <a:ext cx="640080" cy="274320"/>
          </a:xfrm>
          <a:prstGeom prst="rect">
            <a:avLst/>
          </a:prstGeom>
          <a:noFill/>
        </p:spPr>
        <p:txBody>
          <a:bodyPr wrap="none">
            <a:spAutoFit/>
          </a:bodyPr>
          <a:lstStyle/>
          <a:p>
            <a:pPr>
              <a:defRPr sz="1400" b="1">
                <a:solidFill>
                  <a:srgbClr val="232323"/>
                </a:solidFill>
                <a:latin typeface="Aptos"/>
              </a:defRPr>
            </a:pPr>
            <a:r>
              <a:t>100%</a:t>
            </a:r>
          </a:p>
        </p:txBody>
      </p:sp>
      <p:sp>
        <p:nvSpPr>
          <p:cNvPr id="19" name="TextBox 18"/>
          <p:cNvSpPr txBox="1"/>
          <p:nvPr/>
        </p:nvSpPr>
        <p:spPr>
          <a:xfrm>
            <a:off x="4663440" y="1783080"/>
            <a:ext cx="1828800" cy="320040"/>
          </a:xfrm>
          <a:prstGeom prst="rect">
            <a:avLst/>
          </a:prstGeom>
          <a:noFill/>
        </p:spPr>
        <p:txBody>
          <a:bodyPr wrap="none">
            <a:spAutoFit/>
          </a:bodyPr>
          <a:lstStyle/>
          <a:p>
            <a:pPr>
              <a:defRPr sz="1600">
                <a:solidFill>
                  <a:srgbClr val="232323"/>
                </a:solidFill>
                <a:latin typeface="Aptos"/>
              </a:defRPr>
            </a:pPr>
            <a:r>
              <a:t>Po out</a:t>
            </a:r>
          </a:p>
        </p:txBody>
      </p:sp>
      <p:sp>
        <p:nvSpPr>
          <p:cNvPr id="20" name="Rectangle 19"/>
          <p:cNvSpPr/>
          <p:nvPr/>
        </p:nvSpPr>
        <p:spPr>
          <a:xfrm>
            <a:off x="6492240" y="1801368"/>
            <a:ext cx="3749039" cy="164592"/>
          </a:xfrm>
          <a:prstGeom prst="rect">
            <a:avLst/>
          </a:prstGeom>
          <a:solidFill>
            <a:srgbClr val="E1E1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6492240" y="1801368"/>
            <a:ext cx="3561587" cy="164592"/>
          </a:xfrm>
          <a:prstGeom prst="rect">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10332719" y="1755648"/>
            <a:ext cx="640080" cy="274320"/>
          </a:xfrm>
          <a:prstGeom prst="rect">
            <a:avLst/>
          </a:prstGeom>
          <a:noFill/>
        </p:spPr>
        <p:txBody>
          <a:bodyPr wrap="none">
            <a:spAutoFit/>
          </a:bodyPr>
          <a:lstStyle/>
          <a:p>
            <a:pPr>
              <a:defRPr sz="1400" b="1">
                <a:solidFill>
                  <a:srgbClr val="232323"/>
                </a:solidFill>
                <a:latin typeface="Aptos"/>
              </a:defRPr>
            </a:pPr>
            <a:r>
              <a:t>95%</a:t>
            </a:r>
          </a:p>
        </p:txBody>
      </p:sp>
      <p:sp>
        <p:nvSpPr>
          <p:cNvPr id="23" name="TextBox 22"/>
          <p:cNvSpPr txBox="1"/>
          <p:nvPr/>
        </p:nvSpPr>
        <p:spPr>
          <a:xfrm>
            <a:off x="4663440" y="2560320"/>
            <a:ext cx="1828800" cy="320040"/>
          </a:xfrm>
          <a:prstGeom prst="rect">
            <a:avLst/>
          </a:prstGeom>
          <a:noFill/>
        </p:spPr>
        <p:txBody>
          <a:bodyPr wrap="none">
            <a:spAutoFit/>
          </a:bodyPr>
          <a:lstStyle/>
          <a:p>
            <a:pPr>
              <a:defRPr sz="1600">
                <a:solidFill>
                  <a:srgbClr val="232323"/>
                </a:solidFill>
                <a:latin typeface="Aptos"/>
              </a:defRPr>
            </a:pPr>
            <a:r>
              <a:t>Po out + rdr</a:t>
            </a:r>
          </a:p>
        </p:txBody>
      </p:sp>
      <p:sp>
        <p:nvSpPr>
          <p:cNvPr id="24" name="Rectangle 23"/>
          <p:cNvSpPr/>
          <p:nvPr/>
        </p:nvSpPr>
        <p:spPr>
          <a:xfrm>
            <a:off x="6492240" y="2578608"/>
            <a:ext cx="3749039" cy="164592"/>
          </a:xfrm>
          <a:prstGeom prst="rect">
            <a:avLst/>
          </a:prstGeom>
          <a:solidFill>
            <a:srgbClr val="E1E1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6492240" y="2578608"/>
            <a:ext cx="3374135" cy="164592"/>
          </a:xfrm>
          <a:prstGeom prst="rect">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10332719" y="2532888"/>
            <a:ext cx="640080" cy="274320"/>
          </a:xfrm>
          <a:prstGeom prst="rect">
            <a:avLst/>
          </a:prstGeom>
          <a:noFill/>
        </p:spPr>
        <p:txBody>
          <a:bodyPr wrap="none">
            <a:spAutoFit/>
          </a:bodyPr>
          <a:lstStyle/>
          <a:p>
            <a:pPr>
              <a:defRPr sz="1400" b="1">
                <a:solidFill>
                  <a:srgbClr val="232323"/>
                </a:solidFill>
                <a:latin typeface="Aptos"/>
              </a:defRPr>
            </a:pPr>
            <a:r>
              <a:t>90%</a:t>
            </a:r>
          </a:p>
        </p:txBody>
      </p:sp>
      <p:sp>
        <p:nvSpPr>
          <p:cNvPr id="27" name="TextBox 26"/>
          <p:cNvSpPr txBox="1"/>
          <p:nvPr/>
        </p:nvSpPr>
        <p:spPr>
          <a:xfrm>
            <a:off x="4663440" y="3337560"/>
            <a:ext cx="1828800" cy="320040"/>
          </a:xfrm>
          <a:prstGeom prst="rect">
            <a:avLst/>
          </a:prstGeom>
          <a:noFill/>
        </p:spPr>
        <p:txBody>
          <a:bodyPr wrap="none">
            <a:spAutoFit/>
          </a:bodyPr>
          <a:lstStyle/>
          <a:p>
            <a:pPr>
              <a:defRPr sz="1600">
                <a:solidFill>
                  <a:srgbClr val="232323"/>
                </a:solidFill>
                <a:latin typeface="Aptos"/>
              </a:defRPr>
            </a:pPr>
            <a:r>
              <a:t>Po out + rdr + mra</a:t>
            </a:r>
          </a:p>
        </p:txBody>
      </p:sp>
      <p:sp>
        <p:nvSpPr>
          <p:cNvPr id="28" name="Rectangle 27"/>
          <p:cNvSpPr/>
          <p:nvPr/>
        </p:nvSpPr>
        <p:spPr>
          <a:xfrm>
            <a:off x="6492240" y="3355848"/>
            <a:ext cx="3749039" cy="164592"/>
          </a:xfrm>
          <a:prstGeom prst="rect">
            <a:avLst/>
          </a:prstGeom>
          <a:solidFill>
            <a:srgbClr val="E1E1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6492240" y="3355848"/>
            <a:ext cx="3111702" cy="164592"/>
          </a:xfrm>
          <a:prstGeom prst="rect">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10332719" y="3310128"/>
            <a:ext cx="640080" cy="274320"/>
          </a:xfrm>
          <a:prstGeom prst="rect">
            <a:avLst/>
          </a:prstGeom>
          <a:noFill/>
        </p:spPr>
        <p:txBody>
          <a:bodyPr wrap="none">
            <a:spAutoFit/>
          </a:bodyPr>
          <a:lstStyle/>
          <a:p>
            <a:pPr>
              <a:defRPr sz="1400" b="1">
                <a:solidFill>
                  <a:srgbClr val="232323"/>
                </a:solidFill>
                <a:latin typeface="Aptos"/>
              </a:defRPr>
            </a:pPr>
            <a:r>
              <a:t>83%</a:t>
            </a:r>
          </a:p>
        </p:txBody>
      </p:sp>
    </p:spTree>
    <p:extLst>
      <p:ext uri="{BB962C8B-B14F-4D97-AF65-F5344CB8AC3E}">
        <p14:creationId xmlns:p14="http://schemas.microsoft.com/office/powerpoint/2010/main" val="8362860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EFA9B6C6-A247-48A8-9A1C-1E36FA9456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54291ACD-0534-F41F-1341-508A063705C5}"/>
              </a:ext>
            </a:extLst>
          </p:cNvPr>
          <p:cNvSpPr>
            <a:spLocks noGrp="1"/>
          </p:cNvSpPr>
          <p:nvPr>
            <p:ph type="title"/>
          </p:nvPr>
        </p:nvSpPr>
        <p:spPr>
          <a:xfrm>
            <a:off x="1301261" y="590062"/>
            <a:ext cx="5409655" cy="2838938"/>
          </a:xfrm>
        </p:spPr>
        <p:txBody>
          <a:bodyPr vert="horz" wrap="square" lIns="50800" tIns="50800" rIns="50800" bIns="50800" rtlCol="0" anchor="b">
            <a:normAutofit/>
          </a:bodyPr>
          <a:lstStyle/>
          <a:p>
            <a:pPr algn="l">
              <a:defRPr sz="2400" b="1">
                <a:solidFill>
                  <a:srgbClr val="FFFFFF"/>
                </a:solidFill>
                <a:latin typeface="Aptos Display"/>
              </a:defRPr>
            </a:pPr>
            <a:r>
              <a:t>Kas toliau</a:t>
            </a:r>
          </a:p>
          <a:p>
            <a:pPr algn="l">
              <a:defRPr sz="2400" b="1">
                <a:solidFill>
                  <a:srgbClr val="FFFFFF"/>
                </a:solidFill>
                <a:latin typeface="Aptos Display"/>
              </a:defRPr>
            </a:pPr>
            <a:r>
              <a:t>tobulinama?</a:t>
            </a:r>
          </a:p>
        </p:txBody>
      </p:sp>
      <p:sp>
        <p:nvSpPr>
          <p:cNvPr id="28" name="Graphic 13">
            <a:extLst>
              <a:ext uri="{FF2B5EF4-FFF2-40B4-BE49-F238E27FC236}">
                <a16:creationId xmlns:a16="http://schemas.microsoft.com/office/drawing/2014/main" id="{C5CB530E-515E-412C-9DF1-5F8FFBD6F3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17602" y="2744546"/>
            <a:ext cx="139038" cy="139038"/>
          </a:xfrm>
          <a:custGeom>
            <a:avLst/>
            <a:gdLst>
              <a:gd name="connsiteX0" fmla="*/ 129601 w 139038"/>
              <a:gd name="connsiteY0" fmla="*/ 60082 h 139038"/>
              <a:gd name="connsiteX1" fmla="*/ 78956 w 139038"/>
              <a:gd name="connsiteY1" fmla="*/ 60082 h 139038"/>
              <a:gd name="connsiteX2" fmla="*/ 78956 w 139038"/>
              <a:gd name="connsiteY2" fmla="*/ 9437 h 139038"/>
              <a:gd name="connsiteX3" fmla="*/ 69519 w 139038"/>
              <a:gd name="connsiteY3" fmla="*/ 0 h 139038"/>
              <a:gd name="connsiteX4" fmla="*/ 60082 w 139038"/>
              <a:gd name="connsiteY4" fmla="*/ 9437 h 139038"/>
              <a:gd name="connsiteX5" fmla="*/ 60082 w 139038"/>
              <a:gd name="connsiteY5" fmla="*/ 60082 h 139038"/>
              <a:gd name="connsiteX6" fmla="*/ 9437 w 139038"/>
              <a:gd name="connsiteY6" fmla="*/ 60082 h 139038"/>
              <a:gd name="connsiteX7" fmla="*/ 0 w 139038"/>
              <a:gd name="connsiteY7" fmla="*/ 69519 h 139038"/>
              <a:gd name="connsiteX8" fmla="*/ 9437 w 139038"/>
              <a:gd name="connsiteY8" fmla="*/ 78956 h 139038"/>
              <a:gd name="connsiteX9" fmla="*/ 60082 w 139038"/>
              <a:gd name="connsiteY9" fmla="*/ 78956 h 139038"/>
              <a:gd name="connsiteX10" fmla="*/ 60082 w 139038"/>
              <a:gd name="connsiteY10" fmla="*/ 129601 h 139038"/>
              <a:gd name="connsiteX11" fmla="*/ 69519 w 139038"/>
              <a:gd name="connsiteY11" fmla="*/ 139038 h 139038"/>
              <a:gd name="connsiteX12" fmla="*/ 78956 w 139038"/>
              <a:gd name="connsiteY12" fmla="*/ 129601 h 139038"/>
              <a:gd name="connsiteX13" fmla="*/ 78956 w 139038"/>
              <a:gd name="connsiteY13" fmla="*/ 78956 h 139038"/>
              <a:gd name="connsiteX14" fmla="*/ 129601 w 139038"/>
              <a:gd name="connsiteY14" fmla="*/ 78956 h 139038"/>
              <a:gd name="connsiteX15" fmla="*/ 139038 w 139038"/>
              <a:gd name="connsiteY15" fmla="*/ 69519 h 139038"/>
              <a:gd name="connsiteX16" fmla="*/ 129601 w 139038"/>
              <a:gd name="connsiteY16" fmla="*/ 60082 h 1390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8" h="139038">
                <a:moveTo>
                  <a:pt x="129601" y="60082"/>
                </a:moveTo>
                <a:lnTo>
                  <a:pt x="78956" y="60082"/>
                </a:lnTo>
                <a:lnTo>
                  <a:pt x="78956" y="9437"/>
                </a:lnTo>
                <a:cubicBezTo>
                  <a:pt x="78956" y="4225"/>
                  <a:pt x="74731" y="0"/>
                  <a:pt x="69519" y="0"/>
                </a:cubicBezTo>
                <a:cubicBezTo>
                  <a:pt x="64307" y="0"/>
                  <a:pt x="60082" y="4225"/>
                  <a:pt x="60082" y="9437"/>
                </a:cubicBezTo>
                <a:lnTo>
                  <a:pt x="60082" y="60082"/>
                </a:lnTo>
                <a:lnTo>
                  <a:pt x="9437" y="60082"/>
                </a:lnTo>
                <a:cubicBezTo>
                  <a:pt x="4225" y="60082"/>
                  <a:pt x="0" y="64307"/>
                  <a:pt x="0" y="69519"/>
                </a:cubicBezTo>
                <a:cubicBezTo>
                  <a:pt x="0" y="74731"/>
                  <a:pt x="4225" y="78956"/>
                  <a:pt x="9437" y="78956"/>
                </a:cubicBezTo>
                <a:lnTo>
                  <a:pt x="60082" y="78956"/>
                </a:lnTo>
                <a:lnTo>
                  <a:pt x="60082" y="129601"/>
                </a:lnTo>
                <a:cubicBezTo>
                  <a:pt x="60082" y="134813"/>
                  <a:pt x="64307" y="139038"/>
                  <a:pt x="69519" y="139038"/>
                </a:cubicBezTo>
                <a:cubicBezTo>
                  <a:pt x="74731" y="139038"/>
                  <a:pt x="78956" y="134813"/>
                  <a:pt x="78956" y="129601"/>
                </a:cubicBezTo>
                <a:lnTo>
                  <a:pt x="78956" y="78956"/>
                </a:lnTo>
                <a:lnTo>
                  <a:pt x="129601" y="78956"/>
                </a:lnTo>
                <a:cubicBezTo>
                  <a:pt x="134813" y="78956"/>
                  <a:pt x="139038" y="74731"/>
                  <a:pt x="139038" y="69519"/>
                </a:cubicBezTo>
                <a:cubicBezTo>
                  <a:pt x="139038" y="64307"/>
                  <a:pt x="134813" y="60082"/>
                  <a:pt x="129601" y="60082"/>
                </a:cubicBezTo>
                <a:close/>
              </a:path>
            </a:pathLst>
          </a:custGeom>
          <a:solidFill>
            <a:srgbClr val="FFFFFF"/>
          </a:solidFill>
          <a:ln w="603" cap="flat">
            <a:noFill/>
            <a:prstDash val="solid"/>
            <a:miter/>
          </a:ln>
        </p:spPr>
        <p:txBody>
          <a:bodyPr rtlCol="0" anchor="ctr"/>
          <a:lstStyle/>
          <a:p>
            <a:endParaRPr lang="en-US">
              <a:solidFill>
                <a:srgbClr val="FFFFFF"/>
              </a:solidFill>
            </a:endParaRPr>
          </a:p>
        </p:txBody>
      </p:sp>
      <p:sp>
        <p:nvSpPr>
          <p:cNvPr id="30" name="Graphic 12">
            <a:extLst>
              <a:ext uri="{FF2B5EF4-FFF2-40B4-BE49-F238E27FC236}">
                <a16:creationId xmlns:a16="http://schemas.microsoft.com/office/drawing/2014/main" id="{712D4376-A578-4FF1-94FC-245E7A6A48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176380" y="2973840"/>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rgbClr val="FFFFFF"/>
          </a:solidFill>
          <a:ln w="422" cap="flat">
            <a:noFill/>
            <a:prstDash val="solid"/>
            <a:miter/>
          </a:ln>
        </p:spPr>
        <p:txBody>
          <a:bodyPr rtlCol="0" anchor="ctr"/>
          <a:lstStyle/>
          <a:p>
            <a:endParaRPr lang="en-US">
              <a:solidFill>
                <a:srgbClr val="FFFFFF"/>
              </a:solidFill>
            </a:endParaRPr>
          </a:p>
        </p:txBody>
      </p:sp>
      <p:sp>
        <p:nvSpPr>
          <p:cNvPr id="32" name="Graphic 15">
            <a:extLst>
              <a:ext uri="{FF2B5EF4-FFF2-40B4-BE49-F238E27FC236}">
                <a16:creationId xmlns:a16="http://schemas.microsoft.com/office/drawing/2014/main" id="{AEA7509D-F04F-40CB-A0B3-EEF16499CC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02062" y="3198265"/>
            <a:ext cx="127713" cy="127713"/>
          </a:xfrm>
          <a:custGeom>
            <a:avLst/>
            <a:gdLst>
              <a:gd name="connsiteX0" fmla="*/ 63857 w 127713"/>
              <a:gd name="connsiteY0" fmla="*/ 18874 h 127713"/>
              <a:gd name="connsiteX1" fmla="*/ 108839 w 127713"/>
              <a:gd name="connsiteY1" fmla="*/ 63857 h 127713"/>
              <a:gd name="connsiteX2" fmla="*/ 63857 w 127713"/>
              <a:gd name="connsiteY2" fmla="*/ 108839 h 127713"/>
              <a:gd name="connsiteX3" fmla="*/ 18874 w 127713"/>
              <a:gd name="connsiteY3" fmla="*/ 63857 h 127713"/>
              <a:gd name="connsiteX4" fmla="*/ 63857 w 127713"/>
              <a:gd name="connsiteY4" fmla="*/ 18874 h 127713"/>
              <a:gd name="connsiteX5" fmla="*/ 63857 w 127713"/>
              <a:gd name="connsiteY5" fmla="*/ 0 h 127713"/>
              <a:gd name="connsiteX6" fmla="*/ 0 w 127713"/>
              <a:gd name="connsiteY6" fmla="*/ 63857 h 127713"/>
              <a:gd name="connsiteX7" fmla="*/ 63857 w 127713"/>
              <a:gd name="connsiteY7" fmla="*/ 127713 h 127713"/>
              <a:gd name="connsiteX8" fmla="*/ 127713 w 127713"/>
              <a:gd name="connsiteY8" fmla="*/ 63857 h 127713"/>
              <a:gd name="connsiteX9" fmla="*/ 63857 w 127713"/>
              <a:gd name="connsiteY9" fmla="*/ 0 h 12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3" h="127713">
                <a:moveTo>
                  <a:pt x="63857" y="18874"/>
                </a:moveTo>
                <a:cubicBezTo>
                  <a:pt x="88700" y="18874"/>
                  <a:pt x="108839" y="39013"/>
                  <a:pt x="108839" y="63857"/>
                </a:cubicBezTo>
                <a:cubicBezTo>
                  <a:pt x="108839" y="88700"/>
                  <a:pt x="88700" y="108839"/>
                  <a:pt x="63857" y="108839"/>
                </a:cubicBezTo>
                <a:cubicBezTo>
                  <a:pt x="39013" y="108839"/>
                  <a:pt x="18874" y="88700"/>
                  <a:pt x="18874" y="63857"/>
                </a:cubicBezTo>
                <a:cubicBezTo>
                  <a:pt x="18898" y="39023"/>
                  <a:pt x="39023" y="18898"/>
                  <a:pt x="63857" y="18874"/>
                </a:cubicBezTo>
                <a:moveTo>
                  <a:pt x="63857" y="0"/>
                </a:moveTo>
                <a:cubicBezTo>
                  <a:pt x="28590" y="0"/>
                  <a:pt x="0" y="28590"/>
                  <a:pt x="0" y="63857"/>
                </a:cubicBezTo>
                <a:cubicBezTo>
                  <a:pt x="0" y="99124"/>
                  <a:pt x="28590" y="127713"/>
                  <a:pt x="63857" y="127713"/>
                </a:cubicBezTo>
                <a:cubicBezTo>
                  <a:pt x="99124" y="127713"/>
                  <a:pt x="127713" y="99124"/>
                  <a:pt x="127713" y="63857"/>
                </a:cubicBezTo>
                <a:cubicBezTo>
                  <a:pt x="127713" y="28590"/>
                  <a:pt x="99124" y="0"/>
                  <a:pt x="63857" y="0"/>
                </a:cubicBezTo>
                <a:close/>
              </a:path>
            </a:pathLst>
          </a:custGeom>
          <a:solidFill>
            <a:srgbClr val="FFFFFF"/>
          </a:solidFill>
          <a:ln w="610" cap="flat">
            <a:noFill/>
            <a:prstDash val="solid"/>
            <a:miter/>
          </a:ln>
        </p:spPr>
        <p:txBody>
          <a:bodyPr rtlCol="0" anchor="ctr"/>
          <a:lstStyle/>
          <a:p>
            <a:endParaRPr lang="en-US">
              <a:solidFill>
                <a:srgbClr val="FFFFFF"/>
              </a:solidFill>
            </a:endParaRPr>
          </a:p>
        </p:txBody>
      </p:sp>
      <p:cxnSp>
        <p:nvCxnSpPr>
          <p:cNvPr id="34" name="Straight Connector 33">
            <a:extLst>
              <a:ext uri="{FF2B5EF4-FFF2-40B4-BE49-F238E27FC236}">
                <a16:creationId xmlns:a16="http://schemas.microsoft.com/office/drawing/2014/main" id="{56020367-4FD5-4596-8E10-C5F095CD8DB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301262" y="3496322"/>
            <a:ext cx="0" cy="3352800"/>
          </a:xfrm>
          <a:prstGeom prst="line">
            <a:avLst/>
          </a:prstGeom>
          <a:ln w="25400" cap="sq">
            <a:solidFill>
              <a:srgbClr val="FFFFFF"/>
            </a:solidFill>
            <a:bevel/>
          </a:ln>
        </p:spPr>
        <p:style>
          <a:lnRef idx="1">
            <a:schemeClr val="accent1"/>
          </a:lnRef>
          <a:fillRef idx="0">
            <a:schemeClr val="accent1"/>
          </a:fillRef>
          <a:effectRef idx="0">
            <a:schemeClr val="accent1"/>
          </a:effectRef>
          <a:fontRef idx="minor">
            <a:schemeClr val="tx1"/>
          </a:fontRef>
        </p:style>
      </p:cxnSp>
      <p:sp>
        <p:nvSpPr>
          <p:cNvPr id="35" name="TextBox 34"/>
          <p:cNvSpPr txBox="1"/>
          <p:nvPr/>
        </p:nvSpPr>
        <p:spPr>
          <a:xfrm>
            <a:off x="6492240" y="1280160"/>
            <a:ext cx="3931920" cy="2926080"/>
          </a:xfrm>
          <a:prstGeom prst="rect">
            <a:avLst/>
          </a:prstGeom>
          <a:noFill/>
        </p:spPr>
        <p:txBody>
          <a:bodyPr wrap="square">
            <a:spAutoFit/>
          </a:bodyPr>
          <a:lstStyle/>
          <a:p>
            <a:pPr>
              <a:spcAft>
                <a:spcPts val="1200"/>
              </a:spcAft>
              <a:defRPr sz="2000">
                <a:solidFill>
                  <a:srgbClr val="FFFFFF"/>
                </a:solidFill>
                <a:latin typeface="Aptos"/>
              </a:defRPr>
            </a:pPr>
            <a:r>
              <a:rPr dirty="0"/>
              <a:t>• MRA </a:t>
            </a:r>
            <a:r>
              <a:rPr dirty="0" err="1"/>
              <a:t>detektavimo</a:t>
            </a:r>
            <a:r>
              <a:rPr dirty="0"/>
              <a:t> </a:t>
            </a:r>
            <a:r>
              <a:rPr dirty="0" err="1"/>
              <a:t>tobulinimas</a:t>
            </a:r>
            <a:r>
              <a:rPr dirty="0"/>
              <a:t> </a:t>
            </a:r>
            <a:r>
              <a:rPr dirty="0" err="1"/>
              <a:t>ir</a:t>
            </a:r>
            <a:r>
              <a:rPr dirty="0"/>
              <a:t> </a:t>
            </a:r>
            <a:r>
              <a:rPr dirty="0" err="1"/>
              <a:t>perkėlimas</a:t>
            </a:r>
            <a:r>
              <a:rPr dirty="0"/>
              <a:t> iš </a:t>
            </a:r>
            <a:r>
              <a:rPr dirty="0" err="1"/>
              <a:t>maketo</a:t>
            </a:r>
            <a:endParaRPr dirty="0"/>
          </a:p>
          <a:p>
            <a:pPr>
              <a:spcAft>
                <a:spcPts val="1200"/>
              </a:spcAft>
              <a:defRPr sz="2000">
                <a:solidFill>
                  <a:srgbClr val="FFFFFF"/>
                </a:solidFill>
                <a:latin typeface="Aptos"/>
              </a:defRPr>
            </a:pPr>
            <a:r>
              <a:rPr dirty="0"/>
              <a:t>• </a:t>
            </a:r>
            <a:r>
              <a:rPr dirty="0" err="1"/>
              <a:t>Parametrų</a:t>
            </a:r>
            <a:r>
              <a:rPr dirty="0"/>
              <a:t> </a:t>
            </a:r>
            <a:r>
              <a:rPr dirty="0" err="1"/>
              <a:t>kalibravimas</a:t>
            </a:r>
            <a:r>
              <a:rPr dirty="0"/>
              <a:t> </a:t>
            </a:r>
            <a:r>
              <a:rPr dirty="0" err="1"/>
              <a:t>bei</a:t>
            </a:r>
            <a:r>
              <a:rPr dirty="0"/>
              <a:t> </a:t>
            </a:r>
            <a:r>
              <a:rPr dirty="0" err="1"/>
              <a:t>ribinių</a:t>
            </a:r>
            <a:r>
              <a:rPr dirty="0"/>
              <a:t> </a:t>
            </a:r>
            <a:r>
              <a:rPr dirty="0" err="1"/>
              <a:t>atvejų</a:t>
            </a:r>
            <a:r>
              <a:rPr dirty="0"/>
              <a:t> </a:t>
            </a:r>
            <a:r>
              <a:rPr dirty="0" err="1"/>
              <a:t>analizė</a:t>
            </a:r>
            <a:endParaRPr dirty="0"/>
          </a:p>
          <a:p>
            <a:pPr>
              <a:spcAft>
                <a:spcPts val="1200"/>
              </a:spcAft>
              <a:defRPr sz="2000">
                <a:solidFill>
                  <a:srgbClr val="FFFFFF"/>
                </a:solidFill>
                <a:latin typeface="Aptos"/>
              </a:defRPr>
            </a:pPr>
            <a:r>
              <a:rPr dirty="0"/>
              <a:t>• </a:t>
            </a:r>
            <a:r>
              <a:rPr dirty="0" err="1"/>
              <a:t>Testavimas</a:t>
            </a:r>
            <a:r>
              <a:rPr dirty="0"/>
              <a:t> </a:t>
            </a:r>
            <a:r>
              <a:rPr dirty="0" err="1"/>
              <a:t>su</a:t>
            </a:r>
            <a:r>
              <a:rPr dirty="0"/>
              <a:t> </a:t>
            </a:r>
            <a:r>
              <a:rPr dirty="0" err="1"/>
              <a:t>didesniu</a:t>
            </a:r>
            <a:r>
              <a:rPr dirty="0"/>
              <a:t> </a:t>
            </a:r>
            <a:r>
              <a:rPr dirty="0" err="1"/>
              <a:t>įrašų</a:t>
            </a:r>
            <a:r>
              <a:rPr dirty="0"/>
              <a:t> </a:t>
            </a:r>
            <a:r>
              <a:rPr dirty="0" err="1"/>
              <a:t>kiekiu</a:t>
            </a:r>
            <a:r>
              <a:rPr dirty="0"/>
              <a:t> </a:t>
            </a:r>
            <a:r>
              <a:rPr dirty="0" err="1"/>
              <a:t>ir</a:t>
            </a:r>
            <a:r>
              <a:rPr dirty="0"/>
              <a:t> </a:t>
            </a:r>
            <a:r>
              <a:rPr dirty="0" err="1"/>
              <a:t>rezultatų</a:t>
            </a:r>
            <a:r>
              <a:rPr dirty="0"/>
              <a:t> </a:t>
            </a:r>
            <a:r>
              <a:rPr dirty="0" err="1"/>
              <a:t>vizualizacija</a:t>
            </a:r>
            <a:endParaRPr dirty="0"/>
          </a:p>
        </p:txBody>
      </p:sp>
    </p:spTree>
    <p:extLst>
      <p:ext uri="{BB962C8B-B14F-4D97-AF65-F5344CB8AC3E}">
        <p14:creationId xmlns:p14="http://schemas.microsoft.com/office/powerpoint/2010/main" val="34711014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502920"/>
            <a:ext cx="5029200" cy="640080"/>
          </a:xfrm>
          <a:prstGeom prst="rect">
            <a:avLst/>
          </a:prstGeom>
          <a:noFill/>
        </p:spPr>
        <p:txBody>
          <a:bodyPr wrap="square" lIns="50800" tIns="50800" rIns="50800" bIns="50800">
            <a:spAutoFit/>
          </a:bodyPr>
          <a:lstStyle/>
          <a:p>
            <a:pPr>
              <a:defRPr sz="2400" b="1">
                <a:solidFill>
                  <a:srgbClr val="232323"/>
                </a:solidFill>
                <a:latin typeface="Aptos Display"/>
              </a:defRPr>
            </a:pPr>
            <a:r>
              <a:t>Artimiausi tobulinimo žingsniai</a:t>
            </a:r>
          </a:p>
        </p:txBody>
      </p:sp>
      <p:sp>
        <p:nvSpPr>
          <p:cNvPr id="4" name="Rounded Rectangle 3"/>
          <p:cNvSpPr/>
          <p:nvPr/>
        </p:nvSpPr>
        <p:spPr>
          <a:xfrm>
            <a:off x="822960" y="1554480"/>
            <a:ext cx="3200400" cy="2743200"/>
          </a:xfrm>
          <a:prstGeom prst="roundRect">
            <a:avLst/>
          </a:prstGeom>
          <a:solidFill>
            <a:srgbClr val="F7F7F7"/>
          </a:solidFill>
          <a:ln>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05840" y="1828800"/>
            <a:ext cx="2743200" cy="365760"/>
          </a:xfrm>
          <a:prstGeom prst="rect">
            <a:avLst/>
          </a:prstGeom>
          <a:noFill/>
        </p:spPr>
        <p:txBody>
          <a:bodyPr wrap="square" lIns="50800" tIns="50800" rIns="50800" bIns="50800">
            <a:spAutoFit/>
          </a:bodyPr>
          <a:lstStyle/>
          <a:p>
            <a:pPr>
              <a:defRPr sz="2000" b="1">
                <a:solidFill>
                  <a:srgbClr val="EA762C"/>
                </a:solidFill>
                <a:latin typeface="Aptos Display"/>
              </a:defRPr>
            </a:pPr>
            <a:r>
              <a:t>Tikslumas</a:t>
            </a:r>
          </a:p>
        </p:txBody>
      </p:sp>
      <p:sp>
        <p:nvSpPr>
          <p:cNvPr id="6" name="TextBox 5"/>
          <p:cNvSpPr txBox="1"/>
          <p:nvPr/>
        </p:nvSpPr>
        <p:spPr>
          <a:xfrm>
            <a:off x="1005840" y="2331720"/>
            <a:ext cx="2743200" cy="1371600"/>
          </a:xfrm>
          <a:prstGeom prst="rect">
            <a:avLst/>
          </a:prstGeom>
          <a:noFill/>
        </p:spPr>
        <p:txBody>
          <a:bodyPr wrap="square" lIns="50800" tIns="50800" rIns="50800" bIns="50800">
            <a:spAutoFit/>
          </a:bodyPr>
          <a:lstStyle/>
          <a:p>
            <a:pPr>
              <a:defRPr sz="1600" b="0">
                <a:solidFill>
                  <a:srgbClr val="232323"/>
                </a:solidFill>
                <a:latin typeface="Aptos"/>
              </a:defRPr>
            </a:pPr>
            <a:r>
              <a:t>Gerinti triukšmų intervalų detektavimą ir sumažinti ribinius atvejus</a:t>
            </a:r>
          </a:p>
        </p:txBody>
      </p:sp>
      <p:sp>
        <p:nvSpPr>
          <p:cNvPr id="7" name="Rounded Rectangle 6"/>
          <p:cNvSpPr/>
          <p:nvPr/>
        </p:nvSpPr>
        <p:spPr>
          <a:xfrm>
            <a:off x="4572000" y="1554480"/>
            <a:ext cx="3200400" cy="2743200"/>
          </a:xfrm>
          <a:prstGeom prst="roundRect">
            <a:avLst/>
          </a:prstGeom>
          <a:solidFill>
            <a:srgbClr val="F7F7F7"/>
          </a:solidFill>
          <a:ln>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754880" y="1828800"/>
            <a:ext cx="2743200" cy="365760"/>
          </a:xfrm>
          <a:prstGeom prst="rect">
            <a:avLst/>
          </a:prstGeom>
          <a:noFill/>
        </p:spPr>
        <p:txBody>
          <a:bodyPr wrap="square" lIns="50800" tIns="50800" rIns="50800" bIns="50800">
            <a:spAutoFit/>
          </a:bodyPr>
          <a:lstStyle/>
          <a:p>
            <a:pPr>
              <a:defRPr sz="2000" b="1">
                <a:solidFill>
                  <a:srgbClr val="EA762C"/>
                </a:solidFill>
                <a:latin typeface="Aptos Display"/>
              </a:defRPr>
            </a:pPr>
            <a:r>
              <a:t>Greitis</a:t>
            </a:r>
          </a:p>
        </p:txBody>
      </p:sp>
      <p:sp>
        <p:nvSpPr>
          <p:cNvPr id="9" name="TextBox 8"/>
          <p:cNvSpPr txBox="1"/>
          <p:nvPr/>
        </p:nvSpPr>
        <p:spPr>
          <a:xfrm>
            <a:off x="4754880" y="2331720"/>
            <a:ext cx="2743200" cy="1371600"/>
          </a:xfrm>
          <a:prstGeom prst="rect">
            <a:avLst/>
          </a:prstGeom>
          <a:noFill/>
        </p:spPr>
        <p:txBody>
          <a:bodyPr wrap="square" lIns="50800" tIns="50800" rIns="50800" bIns="50800">
            <a:spAutoFit/>
          </a:bodyPr>
          <a:lstStyle/>
          <a:p>
            <a:pPr>
              <a:defRPr sz="1600" b="0">
                <a:solidFill>
                  <a:srgbClr val="232323"/>
                </a:solidFill>
                <a:latin typeface="Aptos"/>
              </a:defRPr>
            </a:pPr>
            <a:r>
              <a:t>Supaprastinti integraciją į testavimo skriptus ir spartinti eksperimentus</a:t>
            </a:r>
          </a:p>
        </p:txBody>
      </p:sp>
      <p:sp>
        <p:nvSpPr>
          <p:cNvPr id="10" name="Rounded Rectangle 9"/>
          <p:cNvSpPr/>
          <p:nvPr/>
        </p:nvSpPr>
        <p:spPr>
          <a:xfrm>
            <a:off x="8321040" y="1554480"/>
            <a:ext cx="3200400" cy="2743200"/>
          </a:xfrm>
          <a:prstGeom prst="roundRect">
            <a:avLst/>
          </a:prstGeom>
          <a:solidFill>
            <a:srgbClr val="F7F7F7"/>
          </a:solidFill>
          <a:ln>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503920" y="1828800"/>
            <a:ext cx="2743200" cy="365760"/>
          </a:xfrm>
          <a:prstGeom prst="rect">
            <a:avLst/>
          </a:prstGeom>
          <a:noFill/>
        </p:spPr>
        <p:txBody>
          <a:bodyPr wrap="square" lIns="50800" tIns="50800" rIns="50800" bIns="50800">
            <a:spAutoFit/>
          </a:bodyPr>
          <a:lstStyle/>
          <a:p>
            <a:pPr>
              <a:defRPr sz="2000" b="1">
                <a:solidFill>
                  <a:srgbClr val="EA762C"/>
                </a:solidFill>
                <a:latin typeface="Aptos Display"/>
              </a:defRPr>
            </a:pPr>
            <a:r>
              <a:t>Diagnostika</a:t>
            </a:r>
          </a:p>
        </p:txBody>
      </p:sp>
      <p:sp>
        <p:nvSpPr>
          <p:cNvPr id="12" name="TextBox 11"/>
          <p:cNvSpPr txBox="1"/>
          <p:nvPr/>
        </p:nvSpPr>
        <p:spPr>
          <a:xfrm>
            <a:off x="8503920" y="2331720"/>
            <a:ext cx="2743200" cy="1371600"/>
          </a:xfrm>
          <a:prstGeom prst="rect">
            <a:avLst/>
          </a:prstGeom>
          <a:noFill/>
        </p:spPr>
        <p:txBody>
          <a:bodyPr wrap="square" lIns="50800" tIns="50800" rIns="50800" bIns="50800">
            <a:spAutoFit/>
          </a:bodyPr>
          <a:lstStyle/>
          <a:p>
            <a:pPr>
              <a:defRPr sz="1600" b="0">
                <a:solidFill>
                  <a:srgbClr val="232323"/>
                </a:solidFill>
                <a:latin typeface="Aptos"/>
              </a:defRPr>
            </a:pPr>
            <a:r>
              <a:t>Plėsti tarpinių rezultatų vizualizaciją bei palyginimus tarp metodų</a:t>
            </a:r>
          </a:p>
        </p:txBody>
      </p:sp>
    </p:spTree>
    <p:extLst>
      <p:ext uri="{BB962C8B-B14F-4D97-AF65-F5344CB8AC3E}">
        <p14:creationId xmlns:p14="http://schemas.microsoft.com/office/powerpoint/2010/main" val="7385770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4E1BEB12-92AF-4445-98AD-4C7756E7C9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D0522C2C-7B5C-48A7-A969-03941E5D2E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1" name="Freeform 13">
            <a:extLst>
              <a:ext uri="{FF2B5EF4-FFF2-40B4-BE49-F238E27FC236}">
                <a16:creationId xmlns:a16="http://schemas.microsoft.com/office/drawing/2014/main" id="{9C682A1A-5B2D-4111-BBD6-620165633E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769476" y="220196"/>
            <a:ext cx="9422524" cy="6637806"/>
          </a:xfrm>
          <a:custGeom>
            <a:avLst/>
            <a:gdLst>
              <a:gd name="connsiteX0" fmla="*/ 4929467 w 8191500"/>
              <a:gd name="connsiteY0" fmla="*/ 0 h 5770597"/>
              <a:gd name="connsiteX1" fmla="*/ 8065066 w 8191500"/>
              <a:gd name="connsiteY1" fmla="*/ 1118513 h 5770597"/>
              <a:gd name="connsiteX2" fmla="*/ 8191500 w 8191500"/>
              <a:gd name="connsiteY2" fmla="*/ 1227339 h 5770597"/>
              <a:gd name="connsiteX3" fmla="*/ 8191500 w 8191500"/>
              <a:gd name="connsiteY3" fmla="*/ 5770597 h 5770597"/>
              <a:gd name="connsiteX4" fmla="*/ 79523 w 8191500"/>
              <a:gd name="connsiteY4" fmla="*/ 5770597 h 5770597"/>
              <a:gd name="connsiteX5" fmla="*/ 56799 w 8191500"/>
              <a:gd name="connsiteY5" fmla="*/ 5644158 h 5770597"/>
              <a:gd name="connsiteX6" fmla="*/ 0 w 8191500"/>
              <a:gd name="connsiteY6" fmla="*/ 4898209 h 5770597"/>
              <a:gd name="connsiteX7" fmla="*/ 4929467 w 8191500"/>
              <a:gd name="connsiteY7" fmla="*/ 0 h 5770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191500" h="5770597">
                <a:moveTo>
                  <a:pt x="4929467" y="0"/>
                </a:moveTo>
                <a:cubicBezTo>
                  <a:pt x="6120547" y="0"/>
                  <a:pt x="7212963" y="419755"/>
                  <a:pt x="8065066" y="1118513"/>
                </a:cubicBezTo>
                <a:lnTo>
                  <a:pt x="8191500" y="1227339"/>
                </a:lnTo>
                <a:lnTo>
                  <a:pt x="8191500" y="5770597"/>
                </a:lnTo>
                <a:lnTo>
                  <a:pt x="79523" y="5770597"/>
                </a:lnTo>
                <a:lnTo>
                  <a:pt x="56799" y="5644158"/>
                </a:lnTo>
                <a:cubicBezTo>
                  <a:pt x="19398" y="5400934"/>
                  <a:pt x="0" y="5151822"/>
                  <a:pt x="0" y="4898209"/>
                </a:cubicBezTo>
                <a:cubicBezTo>
                  <a:pt x="0" y="2193003"/>
                  <a:pt x="2206998" y="0"/>
                  <a:pt x="4929467"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3" name="Oval 12">
            <a:extLst>
              <a:ext uri="{FF2B5EF4-FFF2-40B4-BE49-F238E27FC236}">
                <a16:creationId xmlns:a16="http://schemas.microsoft.com/office/drawing/2014/main" id="{D6EE29F2-D77F-4BD0-A20B-334D316A1C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09800" y="2099696"/>
            <a:ext cx="1942241" cy="1889551"/>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5" name="Arc 14">
            <a:extLst>
              <a:ext uri="{FF2B5EF4-FFF2-40B4-BE49-F238E27FC236}">
                <a16:creationId xmlns:a16="http://schemas.microsoft.com/office/drawing/2014/main" id="{22D09ED2-868F-42C6-866E-F92E0CEF31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520172">
            <a:off x="1613162" y="1492572"/>
            <a:ext cx="2987899" cy="2987899"/>
          </a:xfrm>
          <a:prstGeom prst="arc">
            <a:avLst>
              <a:gd name="adj1" fmla="val 14455503"/>
              <a:gd name="adj2" fmla="val 227775"/>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7289E24-13B2-DF91-F70B-414F2D01A5BB}"/>
              </a:ext>
            </a:extLst>
          </p:cNvPr>
          <p:cNvSpPr>
            <a:spLocks noGrp="1"/>
          </p:cNvSpPr>
          <p:nvPr>
            <p:ph type="title"/>
          </p:nvPr>
        </p:nvSpPr>
        <p:spPr>
          <a:xfrm>
            <a:off x="4038600" y="1939159"/>
            <a:ext cx="7644627" cy="2751086"/>
          </a:xfrm>
        </p:spPr>
        <p:txBody>
          <a:bodyPr vert="horz" wrap="square" lIns="50800" tIns="50800" rIns="50800" bIns="50800" rtlCol="0" anchor="b">
            <a:normAutofit/>
          </a:bodyPr>
          <a:lstStyle/>
          <a:p>
            <a:pPr algn="ctr">
              <a:defRPr sz="2200" b="1">
                <a:solidFill>
                  <a:srgbClr val="232323"/>
                </a:solidFill>
                <a:latin typeface="Aptos Display"/>
              </a:defRPr>
            </a:pPr>
            <a:r>
              <a:t>PAPILDOMA</a:t>
            </a:r>
          </a:p>
          <a:p>
            <a:pPr algn="ctr">
              <a:defRPr sz="2200" b="1">
                <a:solidFill>
                  <a:srgbClr val="232323"/>
                </a:solidFill>
                <a:latin typeface="Aptos Display"/>
              </a:defRPr>
            </a:pPr>
            <a:r>
              <a:t>INFORMACIJA</a:t>
            </a:r>
          </a:p>
        </p:txBody>
      </p:sp>
    </p:spTree>
    <p:extLst>
      <p:ext uri="{BB962C8B-B14F-4D97-AF65-F5344CB8AC3E}">
        <p14:creationId xmlns:p14="http://schemas.microsoft.com/office/powerpoint/2010/main" val="20632547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rgbClr val="F7F7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rgbClr val="EA76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5">
            <a:extLst>
              <a:ext uri="{FF2B5EF4-FFF2-40B4-BE49-F238E27FC236}">
                <a16:creationId xmlns:a16="http://schemas.microsoft.com/office/drawing/2014/main" id="{3A2A357C-7051-4900-0B0A-59968B5CCECE}"/>
              </a:ext>
            </a:extLst>
          </p:cNvPr>
          <p:cNvSpPr>
            <a:spLocks noGrp="1"/>
          </p:cNvSpPr>
          <p:nvPr>
            <p:ph type="title"/>
          </p:nvPr>
        </p:nvSpPr>
        <p:spPr>
          <a:xfrm>
            <a:off x="686834" y="1153572"/>
            <a:ext cx="3200400" cy="4461163"/>
          </a:xfrm>
        </p:spPr>
        <p:txBody>
          <a:bodyPr wrap="square" lIns="50800" tIns="50800" rIns="50800" bIns="50800" anchor="ctr">
            <a:normAutofit/>
          </a:bodyPr>
          <a:lstStyle/>
          <a:p>
            <a:pPr algn="l">
              <a:defRPr sz="2400" b="1">
                <a:solidFill>
                  <a:srgbClr val="FFFFFF"/>
                </a:solidFill>
                <a:latin typeface="Aptos Display"/>
              </a:defRPr>
            </a:pPr>
            <a:r>
              <a:t>Triukšmai</a:t>
            </a:r>
          </a:p>
          <a:p>
            <a:pPr algn="l">
              <a:defRPr sz="2400" b="1">
                <a:solidFill>
                  <a:srgbClr val="FFFFFF"/>
                </a:solidFill>
                <a:latin typeface="Aptos Display"/>
              </a:defRPr>
            </a:pPr>
            <a:r>
              <a:t>EKG signale:</a:t>
            </a:r>
          </a:p>
        </p:txBody>
      </p:sp>
      <p:sp>
        <p:nvSpPr>
          <p:cNvPr id="16" name="Arc 15">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7" name="Content Placeholder 6">
            <a:extLst>
              <a:ext uri="{FF2B5EF4-FFF2-40B4-BE49-F238E27FC236}">
                <a16:creationId xmlns:a16="http://schemas.microsoft.com/office/drawing/2014/main" id="{03788D4A-A32E-5D71-3ADD-B116136647B1}"/>
              </a:ext>
            </a:extLst>
          </p:cNvPr>
          <p:cNvSpPr>
            <a:spLocks noGrp="1"/>
          </p:cNvSpPr>
          <p:nvPr>
            <p:ph idx="1"/>
          </p:nvPr>
        </p:nvSpPr>
        <p:spPr>
          <a:xfrm>
            <a:off x="4447308" y="591344"/>
            <a:ext cx="6906491" cy="5585619"/>
          </a:xfrm>
        </p:spPr>
        <p:txBody>
          <a:bodyPr wrap="square" lIns="101600" tIns="50800" rIns="50800" bIns="50800" anchor="ctr">
            <a:normAutofit/>
          </a:bodyPr>
          <a:lstStyle/>
          <a:p>
            <a:pPr fontAlgn="ctr">
              <a:spcAft>
                <a:spcPts val="700"/>
              </a:spcAft>
              <a:defRPr sz="1800" b="0">
                <a:solidFill>
                  <a:srgbClr val="232323"/>
                </a:solidFill>
                <a:latin typeface="Aptos"/>
              </a:defRPr>
            </a:pPr>
            <a:r>
              <a:t>• BW - izolinijos linijos dreifas (baseline wander), dažniausiai &lt; 0.5 Hz</a:t>
            </a:r>
          </a:p>
          <a:p>
            <a:pPr>
              <a:spcAft>
                <a:spcPts val="700"/>
              </a:spcAft>
              <a:defRPr sz="1800" b="0">
                <a:solidFill>
                  <a:srgbClr val="232323"/>
                </a:solidFill>
                <a:latin typeface="Aptos"/>
              </a:defRPr>
            </a:pPr>
            <a:r>
              <a:t>• PI - elektros tinklo trukdžiai (powerline interference), 50 arba 60 Hz</a:t>
            </a:r>
          </a:p>
          <a:p>
            <a:pPr>
              <a:spcAft>
                <a:spcPts val="700"/>
              </a:spcAft>
              <a:defRPr sz="1800" b="0">
                <a:solidFill>
                  <a:srgbClr val="232323"/>
                </a:solidFill>
                <a:latin typeface="Aptos"/>
              </a:defRPr>
            </a:pPr>
            <a:r>
              <a:t>• EMG - raumenų elektrinės veiklos sukeltas plataus spektro triukšmas</a:t>
            </a:r>
          </a:p>
          <a:p>
            <a:pPr>
              <a:spcAft>
                <a:spcPts val="700"/>
              </a:spcAft>
              <a:defRPr sz="1800" b="0">
                <a:solidFill>
                  <a:srgbClr val="232323"/>
                </a:solidFill>
                <a:latin typeface="Aptos"/>
              </a:defRPr>
            </a:pPr>
            <a:r>
              <a:t>• EMA - elektrodų judesio artefaktai, dažniausiai stipriausi žemų dažnių srityje</a:t>
            </a:r>
          </a:p>
        </p:txBody>
      </p:sp>
    </p:spTree>
    <p:extLst>
      <p:ext uri="{BB962C8B-B14F-4D97-AF65-F5344CB8AC3E}">
        <p14:creationId xmlns:p14="http://schemas.microsoft.com/office/powerpoint/2010/main" val="117780860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42E4DBC-5C19-631B-7AAA-25734FD20AA2}"/>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EE57F0BE-49DE-BA5A-4E93-5690E4CD4B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556A23FF-70A9-58C5-85F4-B3AADDD730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9" cy="2083506"/>
          </a:xfrm>
          <a:custGeom>
            <a:avLst/>
            <a:gdLst>
              <a:gd name="connsiteX0" fmla="*/ 0 w 12191999"/>
              <a:gd name="connsiteY0" fmla="*/ 0 h 2083506"/>
              <a:gd name="connsiteX1" fmla="*/ 9429748 w 12191999"/>
              <a:gd name="connsiteY1" fmla="*/ 0 h 2083506"/>
              <a:gd name="connsiteX2" fmla="*/ 9429748 w 12191999"/>
              <a:gd name="connsiteY2" fmla="*/ 1 h 2083506"/>
              <a:gd name="connsiteX3" fmla="*/ 12191999 w 12191999"/>
              <a:gd name="connsiteY3" fmla="*/ 1 h 2083506"/>
              <a:gd name="connsiteX4" fmla="*/ 12191999 w 12191999"/>
              <a:gd name="connsiteY4" fmla="*/ 1164372 h 2083506"/>
              <a:gd name="connsiteX5" fmla="*/ 12147852 w 12191999"/>
              <a:gd name="connsiteY5" fmla="*/ 1163783 h 2083506"/>
              <a:gd name="connsiteX6" fmla="*/ 11993604 w 12191999"/>
              <a:gd name="connsiteY6" fmla="*/ 1153496 h 2083506"/>
              <a:gd name="connsiteX7" fmla="*/ 11865319 w 12191999"/>
              <a:gd name="connsiteY7" fmla="*/ 1176624 h 2083506"/>
              <a:gd name="connsiteX8" fmla="*/ 11718353 w 12191999"/>
              <a:gd name="connsiteY8" fmla="*/ 1209136 h 2083506"/>
              <a:gd name="connsiteX9" fmla="*/ 11609067 w 12191999"/>
              <a:gd name="connsiteY9" fmla="*/ 1218512 h 2083506"/>
              <a:gd name="connsiteX10" fmla="*/ 11545958 w 12191999"/>
              <a:gd name="connsiteY10" fmla="*/ 1240430 h 2083506"/>
              <a:gd name="connsiteX11" fmla="*/ 11445770 w 12191999"/>
              <a:gd name="connsiteY11" fmla="*/ 1225780 h 2083506"/>
              <a:gd name="connsiteX12" fmla="*/ 11398842 w 12191999"/>
              <a:gd name="connsiteY12" fmla="*/ 1227250 h 2083506"/>
              <a:gd name="connsiteX13" fmla="*/ 11240093 w 12191999"/>
              <a:gd name="connsiteY13" fmla="*/ 1266797 h 2083506"/>
              <a:gd name="connsiteX14" fmla="*/ 11141364 w 12191999"/>
              <a:gd name="connsiteY14" fmla="*/ 1288059 h 2083506"/>
              <a:gd name="connsiteX15" fmla="*/ 11015396 w 12191999"/>
              <a:gd name="connsiteY15" fmla="*/ 1353104 h 2083506"/>
              <a:gd name="connsiteX16" fmla="*/ 10973905 w 12191999"/>
              <a:gd name="connsiteY16" fmla="*/ 1365109 h 2083506"/>
              <a:gd name="connsiteX17" fmla="*/ 10904858 w 12191999"/>
              <a:gd name="connsiteY17" fmla="*/ 1371966 h 2083506"/>
              <a:gd name="connsiteX18" fmla="*/ 10827883 w 12191999"/>
              <a:gd name="connsiteY18" fmla="*/ 1410270 h 2083506"/>
              <a:gd name="connsiteX19" fmla="*/ 10690996 w 12191999"/>
              <a:gd name="connsiteY19" fmla="*/ 1426394 h 2083506"/>
              <a:gd name="connsiteX20" fmla="*/ 10624461 w 12191999"/>
              <a:gd name="connsiteY20" fmla="*/ 1444283 h 2083506"/>
              <a:gd name="connsiteX21" fmla="*/ 10517208 w 12191999"/>
              <a:gd name="connsiteY21" fmla="*/ 1478947 h 2083506"/>
              <a:gd name="connsiteX22" fmla="*/ 10497937 w 12191999"/>
              <a:gd name="connsiteY22" fmla="*/ 1469831 h 2083506"/>
              <a:gd name="connsiteX23" fmla="*/ 10471201 w 12191999"/>
              <a:gd name="connsiteY23" fmla="*/ 1486037 h 2083506"/>
              <a:gd name="connsiteX24" fmla="*/ 10448263 w 12191999"/>
              <a:gd name="connsiteY24" fmla="*/ 1478223 h 2083506"/>
              <a:gd name="connsiteX25" fmla="*/ 10388089 w 12191999"/>
              <a:gd name="connsiteY25" fmla="*/ 1507175 h 2083506"/>
              <a:gd name="connsiteX26" fmla="*/ 10333720 w 12191999"/>
              <a:gd name="connsiteY26" fmla="*/ 1515848 h 2083506"/>
              <a:gd name="connsiteX27" fmla="*/ 10104338 w 12191999"/>
              <a:gd name="connsiteY27" fmla="*/ 1569424 h 2083506"/>
              <a:gd name="connsiteX28" fmla="*/ 9910445 w 12191999"/>
              <a:gd name="connsiteY28" fmla="*/ 1632275 h 2083506"/>
              <a:gd name="connsiteX29" fmla="*/ 9770872 w 12191999"/>
              <a:gd name="connsiteY29" fmla="*/ 1688088 h 2083506"/>
              <a:gd name="connsiteX30" fmla="*/ 9733849 w 12191999"/>
              <a:gd name="connsiteY30" fmla="*/ 1700034 h 2083506"/>
              <a:gd name="connsiteX31" fmla="*/ 9703714 w 12191999"/>
              <a:gd name="connsiteY31" fmla="*/ 1730093 h 2083506"/>
              <a:gd name="connsiteX32" fmla="*/ 9698351 w 12191999"/>
              <a:gd name="connsiteY32" fmla="*/ 1730377 h 2083506"/>
              <a:gd name="connsiteX33" fmla="*/ 9632895 w 12191999"/>
              <a:gd name="connsiteY33" fmla="*/ 1736363 h 2083506"/>
              <a:gd name="connsiteX34" fmla="*/ 9569107 w 12191999"/>
              <a:gd name="connsiteY34" fmla="*/ 1741010 h 2083506"/>
              <a:gd name="connsiteX35" fmla="*/ 9536451 w 12191999"/>
              <a:gd name="connsiteY35" fmla="*/ 1755120 h 2083506"/>
              <a:gd name="connsiteX36" fmla="*/ 9529385 w 12191999"/>
              <a:gd name="connsiteY36" fmla="*/ 1757515 h 2083506"/>
              <a:gd name="connsiteX37" fmla="*/ 9498527 w 12191999"/>
              <a:gd name="connsiteY37" fmla="*/ 1753117 h 2083506"/>
              <a:gd name="connsiteX38" fmla="*/ 9436642 w 12191999"/>
              <a:gd name="connsiteY38" fmla="*/ 1755478 h 2083506"/>
              <a:gd name="connsiteX39" fmla="*/ 9429748 w 12191999"/>
              <a:gd name="connsiteY39" fmla="*/ 1756317 h 2083506"/>
              <a:gd name="connsiteX40" fmla="*/ 9429748 w 12191999"/>
              <a:gd name="connsiteY40" fmla="*/ 1768745 h 2083506"/>
              <a:gd name="connsiteX41" fmla="*/ 9425802 w 12191999"/>
              <a:gd name="connsiteY41" fmla="*/ 1769273 h 2083506"/>
              <a:gd name="connsiteX42" fmla="*/ 9349763 w 12191999"/>
              <a:gd name="connsiteY42" fmla="*/ 1776107 h 2083506"/>
              <a:gd name="connsiteX43" fmla="*/ 9256503 w 12191999"/>
              <a:gd name="connsiteY43" fmla="*/ 1800699 h 2083506"/>
              <a:gd name="connsiteX44" fmla="*/ 9222873 w 12191999"/>
              <a:gd name="connsiteY44" fmla="*/ 1803003 h 2083506"/>
              <a:gd name="connsiteX45" fmla="*/ 9224095 w 12191999"/>
              <a:gd name="connsiteY45" fmla="*/ 1807355 h 2083506"/>
              <a:gd name="connsiteX46" fmla="*/ 9211603 w 12191999"/>
              <a:gd name="connsiteY46" fmla="*/ 1807675 h 2083506"/>
              <a:gd name="connsiteX47" fmla="*/ 9183719 w 12191999"/>
              <a:gd name="connsiteY47" fmla="*/ 1807781 h 2083506"/>
              <a:gd name="connsiteX48" fmla="*/ 9100221 w 12191999"/>
              <a:gd name="connsiteY48" fmla="*/ 1808989 h 2083506"/>
              <a:gd name="connsiteX49" fmla="*/ 9077439 w 12191999"/>
              <a:gd name="connsiteY49" fmla="*/ 1817333 h 2083506"/>
              <a:gd name="connsiteX50" fmla="*/ 9055889 w 12191999"/>
              <a:gd name="connsiteY50" fmla="*/ 1817464 h 2083506"/>
              <a:gd name="connsiteX51" fmla="*/ 8930912 w 12191999"/>
              <a:gd name="connsiteY51" fmla="*/ 1828648 h 2083506"/>
              <a:gd name="connsiteX52" fmla="*/ 8913729 w 12191999"/>
              <a:gd name="connsiteY52" fmla="*/ 1829483 h 2083506"/>
              <a:gd name="connsiteX53" fmla="*/ 8904423 w 12191999"/>
              <a:gd name="connsiteY53" fmla="*/ 1833234 h 2083506"/>
              <a:gd name="connsiteX54" fmla="*/ 8871099 w 12191999"/>
              <a:gd name="connsiteY54" fmla="*/ 1833979 h 2083506"/>
              <a:gd name="connsiteX55" fmla="*/ 8869557 w 12191999"/>
              <a:gd name="connsiteY55" fmla="*/ 1836113 h 2083506"/>
              <a:gd name="connsiteX56" fmla="*/ 8760021 w 12191999"/>
              <a:gd name="connsiteY56" fmla="*/ 1854442 h 2083506"/>
              <a:gd name="connsiteX57" fmla="*/ 8741254 w 12191999"/>
              <a:gd name="connsiteY57" fmla="*/ 1857469 h 2083506"/>
              <a:gd name="connsiteX58" fmla="*/ 8725039 w 12191999"/>
              <a:gd name="connsiteY58" fmla="*/ 1856552 h 2083506"/>
              <a:gd name="connsiteX59" fmla="*/ 8635265 w 12191999"/>
              <a:gd name="connsiteY59" fmla="*/ 1859168 h 2083506"/>
              <a:gd name="connsiteX60" fmla="*/ 8613911 w 12191999"/>
              <a:gd name="connsiteY60" fmla="*/ 1857561 h 2083506"/>
              <a:gd name="connsiteX61" fmla="*/ 8604931 w 12191999"/>
              <a:gd name="connsiteY61" fmla="*/ 1854170 h 2083506"/>
              <a:gd name="connsiteX62" fmla="*/ 8570171 w 12191999"/>
              <a:gd name="connsiteY62" fmla="*/ 1860579 h 2083506"/>
              <a:gd name="connsiteX63" fmla="*/ 8516537 w 12191999"/>
              <a:gd name="connsiteY63" fmla="*/ 1864971 h 2083506"/>
              <a:gd name="connsiteX64" fmla="*/ 8491046 w 12191999"/>
              <a:gd name="connsiteY64" fmla="*/ 1868141 h 2083506"/>
              <a:gd name="connsiteX65" fmla="*/ 8470478 w 12191999"/>
              <a:gd name="connsiteY65" fmla="*/ 1866216 h 2083506"/>
              <a:gd name="connsiteX66" fmla="*/ 8353433 w 12191999"/>
              <a:gd name="connsiteY66" fmla="*/ 1865729 h 2083506"/>
              <a:gd name="connsiteX67" fmla="*/ 8347675 w 12191999"/>
              <a:gd name="connsiteY67" fmla="*/ 1865075 h 2083506"/>
              <a:gd name="connsiteX68" fmla="*/ 8343939 w 12191999"/>
              <a:gd name="connsiteY68" fmla="*/ 1865677 h 2083506"/>
              <a:gd name="connsiteX69" fmla="*/ 8221566 w 12191999"/>
              <a:gd name="connsiteY69" fmla="*/ 1881148 h 2083506"/>
              <a:gd name="connsiteX70" fmla="*/ 8066095 w 12191999"/>
              <a:gd name="connsiteY70" fmla="*/ 1919902 h 2083506"/>
              <a:gd name="connsiteX71" fmla="*/ 8044849 w 12191999"/>
              <a:gd name="connsiteY71" fmla="*/ 1916308 h 2083506"/>
              <a:gd name="connsiteX72" fmla="*/ 8041142 w 12191999"/>
              <a:gd name="connsiteY72" fmla="*/ 1915506 h 2083506"/>
              <a:gd name="connsiteX73" fmla="*/ 8022159 w 12191999"/>
              <a:gd name="connsiteY73" fmla="*/ 1911521 h 2083506"/>
              <a:gd name="connsiteX74" fmla="*/ 7944932 w 12191999"/>
              <a:gd name="connsiteY74" fmla="*/ 1917265 h 2083506"/>
              <a:gd name="connsiteX75" fmla="*/ 7879011 w 12191999"/>
              <a:gd name="connsiteY75" fmla="*/ 1928570 h 2083506"/>
              <a:gd name="connsiteX76" fmla="*/ 7865529 w 12191999"/>
              <a:gd name="connsiteY76" fmla="*/ 1934399 h 2083506"/>
              <a:gd name="connsiteX77" fmla="*/ 7774801 w 12191999"/>
              <a:gd name="connsiteY77" fmla="*/ 1947969 h 2083506"/>
              <a:gd name="connsiteX78" fmla="*/ 7748398 w 12191999"/>
              <a:gd name="connsiteY78" fmla="*/ 1955982 h 2083506"/>
              <a:gd name="connsiteX79" fmla="*/ 7740684 w 12191999"/>
              <a:gd name="connsiteY79" fmla="*/ 1955717 h 2083506"/>
              <a:gd name="connsiteX80" fmla="*/ 7712976 w 12191999"/>
              <a:gd name="connsiteY80" fmla="*/ 1960442 h 2083506"/>
              <a:gd name="connsiteX81" fmla="*/ 7699956 w 12191999"/>
              <a:gd name="connsiteY81" fmla="*/ 1966104 h 2083506"/>
              <a:gd name="connsiteX82" fmla="*/ 7684158 w 12191999"/>
              <a:gd name="connsiteY82" fmla="*/ 1962927 h 2083506"/>
              <a:gd name="connsiteX83" fmla="*/ 7643109 w 12191999"/>
              <a:gd name="connsiteY83" fmla="*/ 1964400 h 2083506"/>
              <a:gd name="connsiteX84" fmla="*/ 7630180 w 12191999"/>
              <a:gd name="connsiteY84" fmla="*/ 1970266 h 2083506"/>
              <a:gd name="connsiteX85" fmla="*/ 7609131 w 12191999"/>
              <a:gd name="connsiteY85" fmla="*/ 1971774 h 2083506"/>
              <a:gd name="connsiteX86" fmla="*/ 7555555 w 12191999"/>
              <a:gd name="connsiteY86" fmla="*/ 1969491 h 2083506"/>
              <a:gd name="connsiteX87" fmla="*/ 7520919 w 12191999"/>
              <a:gd name="connsiteY87" fmla="*/ 1970177 h 2083506"/>
              <a:gd name="connsiteX88" fmla="*/ 7456258 w 12191999"/>
              <a:gd name="connsiteY88" fmla="*/ 1960468 h 2083506"/>
              <a:gd name="connsiteX89" fmla="*/ 7393047 w 12191999"/>
              <a:gd name="connsiteY89" fmla="*/ 1952408 h 2083506"/>
              <a:gd name="connsiteX90" fmla="*/ 7199912 w 12191999"/>
              <a:gd name="connsiteY90" fmla="*/ 1959913 h 2083506"/>
              <a:gd name="connsiteX91" fmla="*/ 7146774 w 12191999"/>
              <a:gd name="connsiteY91" fmla="*/ 1956641 h 2083506"/>
              <a:gd name="connsiteX92" fmla="*/ 7122244 w 12191999"/>
              <a:gd name="connsiteY92" fmla="*/ 1953891 h 2083506"/>
              <a:gd name="connsiteX93" fmla="*/ 7032241 w 12191999"/>
              <a:gd name="connsiteY93" fmla="*/ 1962723 h 2083506"/>
              <a:gd name="connsiteX94" fmla="*/ 6941492 w 12191999"/>
              <a:gd name="connsiteY94" fmla="*/ 1976868 h 2083506"/>
              <a:gd name="connsiteX95" fmla="*/ 6906514 w 12191999"/>
              <a:gd name="connsiteY95" fmla="*/ 1968589 h 2083506"/>
              <a:gd name="connsiteX96" fmla="*/ 6826395 w 12191999"/>
              <a:gd name="connsiteY96" fmla="*/ 1974141 h 2083506"/>
              <a:gd name="connsiteX97" fmla="*/ 6716431 w 12191999"/>
              <a:gd name="connsiteY97" fmla="*/ 2004297 h 2083506"/>
              <a:gd name="connsiteX98" fmla="*/ 6569607 w 12191999"/>
              <a:gd name="connsiteY98" fmla="*/ 2015496 h 2083506"/>
              <a:gd name="connsiteX99" fmla="*/ 6561430 w 12191999"/>
              <a:gd name="connsiteY99" fmla="*/ 2020996 h 2083506"/>
              <a:gd name="connsiteX100" fmla="*/ 6549371 w 12191999"/>
              <a:gd name="connsiteY100" fmla="*/ 2024747 h 2083506"/>
              <a:gd name="connsiteX101" fmla="*/ 6547040 w 12191999"/>
              <a:gd name="connsiteY101" fmla="*/ 2024474 h 2083506"/>
              <a:gd name="connsiteX102" fmla="*/ 6530482 w 12191999"/>
              <a:gd name="connsiteY102" fmla="*/ 2026659 h 2083506"/>
              <a:gd name="connsiteX103" fmla="*/ 6528565 w 12191999"/>
              <a:gd name="connsiteY103" fmla="*/ 2028600 h 2083506"/>
              <a:gd name="connsiteX104" fmla="*/ 6517741 w 12191999"/>
              <a:gd name="connsiteY104" fmla="*/ 2030558 h 2083506"/>
              <a:gd name="connsiteX105" fmla="*/ 6497855 w 12191999"/>
              <a:gd name="connsiteY105" fmla="*/ 2035650 h 2083506"/>
              <a:gd name="connsiteX106" fmla="*/ 6492785 w 12191999"/>
              <a:gd name="connsiteY106" fmla="*/ 2035444 h 2083506"/>
              <a:gd name="connsiteX107" fmla="*/ 6460692 w 12191999"/>
              <a:gd name="connsiteY107" fmla="*/ 2041321 h 2083506"/>
              <a:gd name="connsiteX108" fmla="*/ 6459609 w 12191999"/>
              <a:gd name="connsiteY108" fmla="*/ 2040851 h 2083506"/>
              <a:gd name="connsiteX109" fmla="*/ 6447765 w 12191999"/>
              <a:gd name="connsiteY109" fmla="*/ 2040102 h 2083506"/>
              <a:gd name="connsiteX110" fmla="*/ 6426590 w 12191999"/>
              <a:gd name="connsiteY110" fmla="*/ 2039928 h 2083506"/>
              <a:gd name="connsiteX111" fmla="*/ 6401693 w 12191999"/>
              <a:gd name="connsiteY111" fmla="*/ 2033537 h 2083506"/>
              <a:gd name="connsiteX112" fmla="*/ 6387141 w 12191999"/>
              <a:gd name="connsiteY112" fmla="*/ 2033161 h 2083506"/>
              <a:gd name="connsiteX113" fmla="*/ 6357846 w 12191999"/>
              <a:gd name="connsiteY113" fmla="*/ 2036782 h 2083506"/>
              <a:gd name="connsiteX114" fmla="*/ 6342914 w 12191999"/>
              <a:gd name="connsiteY114" fmla="*/ 2037585 h 2083506"/>
              <a:gd name="connsiteX115" fmla="*/ 6336300 w 12191999"/>
              <a:gd name="connsiteY115" fmla="*/ 2038781 h 2083506"/>
              <a:gd name="connsiteX116" fmla="*/ 6317178 w 12191999"/>
              <a:gd name="connsiteY116" fmla="*/ 2038968 h 2083506"/>
              <a:gd name="connsiteX117" fmla="*/ 6161427 w 12191999"/>
              <a:gd name="connsiteY117" fmla="*/ 2047338 h 2083506"/>
              <a:gd name="connsiteX118" fmla="*/ 6097339 w 12191999"/>
              <a:gd name="connsiteY118" fmla="*/ 2082438 h 2083506"/>
              <a:gd name="connsiteX119" fmla="*/ 6079059 w 12191999"/>
              <a:gd name="connsiteY119" fmla="*/ 2081299 h 2083506"/>
              <a:gd name="connsiteX120" fmla="*/ 5998439 w 12191999"/>
              <a:gd name="connsiteY120" fmla="*/ 2070958 h 2083506"/>
              <a:gd name="connsiteX121" fmla="*/ 5904290 w 12191999"/>
              <a:gd name="connsiteY121" fmla="*/ 2070255 h 2083506"/>
              <a:gd name="connsiteX122" fmla="*/ 5814867 w 12191999"/>
              <a:gd name="connsiteY122" fmla="*/ 2079032 h 2083506"/>
              <a:gd name="connsiteX123" fmla="*/ 5725743 w 12191999"/>
              <a:gd name="connsiteY123" fmla="*/ 2070558 h 2083506"/>
              <a:gd name="connsiteX124" fmla="*/ 5650546 w 12191999"/>
              <a:gd name="connsiteY124" fmla="*/ 2052412 h 2083506"/>
              <a:gd name="connsiteX125" fmla="*/ 5581284 w 12191999"/>
              <a:gd name="connsiteY125" fmla="*/ 2023175 h 2083506"/>
              <a:gd name="connsiteX126" fmla="*/ 5572593 w 12191999"/>
              <a:gd name="connsiteY126" fmla="*/ 2018391 h 2083506"/>
              <a:gd name="connsiteX127" fmla="*/ 5548580 w 12191999"/>
              <a:gd name="connsiteY127" fmla="*/ 2016951 h 2083506"/>
              <a:gd name="connsiteX128" fmla="*/ 5471173 w 12191999"/>
              <a:gd name="connsiteY128" fmla="*/ 2018786 h 2083506"/>
              <a:gd name="connsiteX129" fmla="*/ 5340320 w 12191999"/>
              <a:gd name="connsiteY129" fmla="*/ 2037611 h 2083506"/>
              <a:gd name="connsiteX130" fmla="*/ 5254376 w 12191999"/>
              <a:gd name="connsiteY130" fmla="*/ 2042928 h 2083506"/>
              <a:gd name="connsiteX131" fmla="*/ 5258035 w 12191999"/>
              <a:gd name="connsiteY131" fmla="*/ 2035649 h 2083506"/>
              <a:gd name="connsiteX132" fmla="*/ 5230622 w 12191999"/>
              <a:gd name="connsiteY132" fmla="*/ 2024576 h 2083506"/>
              <a:gd name="connsiteX133" fmla="*/ 5026203 w 12191999"/>
              <a:gd name="connsiteY133" fmla="*/ 2030162 h 2083506"/>
              <a:gd name="connsiteX134" fmla="*/ 4973988 w 12191999"/>
              <a:gd name="connsiteY134" fmla="*/ 2026668 h 2083506"/>
              <a:gd name="connsiteX135" fmla="*/ 4928030 w 12191999"/>
              <a:gd name="connsiteY135" fmla="*/ 2033642 h 2083506"/>
              <a:gd name="connsiteX136" fmla="*/ 4908970 w 12191999"/>
              <a:gd name="connsiteY136" fmla="*/ 2030033 h 2083506"/>
              <a:gd name="connsiteX137" fmla="*/ 4905679 w 12191999"/>
              <a:gd name="connsiteY137" fmla="*/ 2029300 h 2083506"/>
              <a:gd name="connsiteX138" fmla="*/ 4892525 w 12191999"/>
              <a:gd name="connsiteY138" fmla="*/ 2028768 h 2083506"/>
              <a:gd name="connsiteX139" fmla="*/ 4888818 w 12191999"/>
              <a:gd name="connsiteY139" fmla="*/ 2025619 h 2083506"/>
              <a:gd name="connsiteX140" fmla="*/ 4869018 w 12191999"/>
              <a:gd name="connsiteY140" fmla="*/ 2022668 h 2083506"/>
              <a:gd name="connsiteX141" fmla="*/ 4844804 w 12191999"/>
              <a:gd name="connsiteY141" fmla="*/ 2022527 h 2083506"/>
              <a:gd name="connsiteX142" fmla="*/ 4758778 w 12191999"/>
              <a:gd name="connsiteY142" fmla="*/ 2021694 h 2083506"/>
              <a:gd name="connsiteX143" fmla="*/ 4744748 w 12191999"/>
              <a:gd name="connsiteY143" fmla="*/ 2023396 h 2083506"/>
              <a:gd name="connsiteX144" fmla="*/ 4698956 w 12191999"/>
              <a:gd name="connsiteY144" fmla="*/ 2020558 h 2083506"/>
              <a:gd name="connsiteX145" fmla="*/ 4658147 w 12191999"/>
              <a:gd name="connsiteY145" fmla="*/ 2019920 h 2083506"/>
              <a:gd name="connsiteX146" fmla="*/ 4631706 w 12191999"/>
              <a:gd name="connsiteY146" fmla="*/ 2021274 h 2083506"/>
              <a:gd name="connsiteX147" fmla="*/ 4624776 w 12191999"/>
              <a:gd name="connsiteY147" fmla="*/ 2020152 h 2083506"/>
              <a:gd name="connsiteX148" fmla="*/ 4598150 w 12191999"/>
              <a:gd name="connsiteY148" fmla="*/ 2019429 h 2083506"/>
              <a:gd name="connsiteX149" fmla="*/ 4584588 w 12191999"/>
              <a:gd name="connsiteY149" fmla="*/ 2021092 h 2083506"/>
              <a:gd name="connsiteX150" fmla="*/ 4571203 w 12191999"/>
              <a:gd name="connsiteY150" fmla="*/ 2017263 h 2083506"/>
              <a:gd name="connsiteX151" fmla="*/ 4567930 w 12191999"/>
              <a:gd name="connsiteY151" fmla="*/ 2014458 h 2083506"/>
              <a:gd name="connsiteX152" fmla="*/ 4548984 w 12191999"/>
              <a:gd name="connsiteY152" fmla="*/ 2015717 h 2083506"/>
              <a:gd name="connsiteX153" fmla="*/ 4533451 w 12191999"/>
              <a:gd name="connsiteY153" fmla="*/ 2012976 h 2083506"/>
              <a:gd name="connsiteX154" fmla="*/ 4519910 w 12191999"/>
              <a:gd name="connsiteY154" fmla="*/ 2014768 h 2083506"/>
              <a:gd name="connsiteX155" fmla="*/ 4514290 w 12191999"/>
              <a:gd name="connsiteY155" fmla="*/ 2014364 h 2083506"/>
              <a:gd name="connsiteX156" fmla="*/ 4500320 w 12191999"/>
              <a:gd name="connsiteY156" fmla="*/ 2013007 h 2083506"/>
              <a:gd name="connsiteX157" fmla="*/ 4476219 w 12191999"/>
              <a:gd name="connsiteY157" fmla="*/ 2009993 h 2083506"/>
              <a:gd name="connsiteX158" fmla="*/ 4468701 w 12191999"/>
              <a:gd name="connsiteY158" fmla="*/ 2009574 h 2083506"/>
              <a:gd name="connsiteX159" fmla="*/ 4452333 w 12191999"/>
              <a:gd name="connsiteY159" fmla="*/ 2004964 h 2083506"/>
              <a:gd name="connsiteX160" fmla="*/ 4420644 w 12191999"/>
              <a:gd name="connsiteY160" fmla="*/ 2001021 h 2083506"/>
              <a:gd name="connsiteX161" fmla="*/ 4364856 w 12191999"/>
              <a:gd name="connsiteY161" fmla="*/ 1987267 h 2083506"/>
              <a:gd name="connsiteX162" fmla="*/ 4332062 w 12191999"/>
              <a:gd name="connsiteY162" fmla="*/ 1980703 h 2083506"/>
              <a:gd name="connsiteX163" fmla="*/ 4309876 w 12191999"/>
              <a:gd name="connsiteY163" fmla="*/ 1974653 h 2083506"/>
              <a:gd name="connsiteX164" fmla="*/ 4244391 w 12191999"/>
              <a:gd name="connsiteY164" fmla="*/ 1966109 h 2083506"/>
              <a:gd name="connsiteX165" fmla="*/ 4132071 w 12191999"/>
              <a:gd name="connsiteY165" fmla="*/ 1954813 h 2083506"/>
              <a:gd name="connsiteX166" fmla="*/ 4109069 w 12191999"/>
              <a:gd name="connsiteY166" fmla="*/ 1951778 h 2083506"/>
              <a:gd name="connsiteX167" fmla="*/ 4092908 w 12191999"/>
              <a:gd name="connsiteY167" fmla="*/ 1946662 h 2083506"/>
              <a:gd name="connsiteX168" fmla="*/ 4092306 w 12191999"/>
              <a:gd name="connsiteY168" fmla="*/ 1943291 h 2083506"/>
              <a:gd name="connsiteX169" fmla="*/ 4080234 w 12191999"/>
              <a:gd name="connsiteY169" fmla="*/ 1941219 h 2083506"/>
              <a:gd name="connsiteX170" fmla="*/ 4077778 w 12191999"/>
              <a:gd name="connsiteY170" fmla="*/ 1940145 h 2083506"/>
              <a:gd name="connsiteX171" fmla="*/ 4062936 w 12191999"/>
              <a:gd name="connsiteY171" fmla="*/ 1934506 h 2083506"/>
              <a:gd name="connsiteX172" fmla="*/ 4012506 w 12191999"/>
              <a:gd name="connsiteY172" fmla="*/ 1935475 h 2083506"/>
              <a:gd name="connsiteX173" fmla="*/ 3965880 w 12191999"/>
              <a:gd name="connsiteY173" fmla="*/ 1925968 h 2083506"/>
              <a:gd name="connsiteX174" fmla="*/ 3765338 w 12191999"/>
              <a:gd name="connsiteY174" fmla="*/ 1906649 h 2083506"/>
              <a:gd name="connsiteX175" fmla="*/ 3749493 w 12191999"/>
              <a:gd name="connsiteY175" fmla="*/ 1893071 h 2083506"/>
              <a:gd name="connsiteX176" fmla="*/ 3672704 w 12191999"/>
              <a:gd name="connsiteY176" fmla="*/ 1881383 h 2083506"/>
              <a:gd name="connsiteX177" fmla="*/ 3530082 w 12191999"/>
              <a:gd name="connsiteY177" fmla="*/ 1883187 h 2083506"/>
              <a:gd name="connsiteX178" fmla="*/ 3387664 w 12191999"/>
              <a:gd name="connsiteY178" fmla="*/ 1862579 h 2083506"/>
              <a:gd name="connsiteX179" fmla="*/ 3371681 w 12191999"/>
              <a:gd name="connsiteY179" fmla="*/ 1865293 h 2083506"/>
              <a:gd name="connsiteX180" fmla="*/ 3355305 w 12191999"/>
              <a:gd name="connsiteY180" fmla="*/ 1865842 h 2083506"/>
              <a:gd name="connsiteX181" fmla="*/ 3353790 w 12191999"/>
              <a:gd name="connsiteY181" fmla="*/ 1865158 h 2083506"/>
              <a:gd name="connsiteX182" fmla="*/ 3336210 w 12191999"/>
              <a:gd name="connsiteY182" fmla="*/ 1863564 h 2083506"/>
              <a:gd name="connsiteX183" fmla="*/ 3331381 w 12191999"/>
              <a:gd name="connsiteY183" fmla="*/ 1864716 h 2083506"/>
              <a:gd name="connsiteX184" fmla="*/ 3319012 w 12191999"/>
              <a:gd name="connsiteY184" fmla="*/ 1864093 h 2083506"/>
              <a:gd name="connsiteX185" fmla="*/ 3293818 w 12191999"/>
              <a:gd name="connsiteY185" fmla="*/ 1864135 h 2083506"/>
              <a:gd name="connsiteX186" fmla="*/ 3289881 w 12191999"/>
              <a:gd name="connsiteY186" fmla="*/ 1862954 h 2083506"/>
              <a:gd name="connsiteX187" fmla="*/ 3253090 w 12191999"/>
              <a:gd name="connsiteY187" fmla="*/ 1861164 h 2083506"/>
              <a:gd name="connsiteX188" fmla="*/ 3252949 w 12191999"/>
              <a:gd name="connsiteY188" fmla="*/ 1860574 h 2083506"/>
              <a:gd name="connsiteX189" fmla="*/ 3244187 w 12191999"/>
              <a:gd name="connsiteY189" fmla="*/ 1857604 h 2083506"/>
              <a:gd name="connsiteX190" fmla="*/ 3246570 w 12191999"/>
              <a:gd name="connsiteY190" fmla="*/ 1852946 h 2083506"/>
              <a:gd name="connsiteX191" fmla="*/ 3237810 w 12191999"/>
              <a:gd name="connsiteY191" fmla="*/ 1853064 h 2083506"/>
              <a:gd name="connsiteX192" fmla="*/ 3230822 w 12191999"/>
              <a:gd name="connsiteY192" fmla="*/ 1855474 h 2083506"/>
              <a:gd name="connsiteX193" fmla="*/ 3136549 w 12191999"/>
              <a:gd name="connsiteY193" fmla="*/ 1874037 h 2083506"/>
              <a:gd name="connsiteX194" fmla="*/ 2845754 w 12191999"/>
              <a:gd name="connsiteY194" fmla="*/ 1910932 h 2083506"/>
              <a:gd name="connsiteX195" fmla="*/ 2786878 w 12191999"/>
              <a:gd name="connsiteY195" fmla="*/ 1917162 h 2083506"/>
              <a:gd name="connsiteX196" fmla="*/ 2725298 w 12191999"/>
              <a:gd name="connsiteY196" fmla="*/ 1912340 h 2083506"/>
              <a:gd name="connsiteX197" fmla="*/ 2697754 w 12191999"/>
              <a:gd name="connsiteY197" fmla="*/ 1914863 h 2083506"/>
              <a:gd name="connsiteX198" fmla="*/ 2568063 w 12191999"/>
              <a:gd name="connsiteY198" fmla="*/ 1936283 h 2083506"/>
              <a:gd name="connsiteX199" fmla="*/ 2489784 w 12191999"/>
              <a:gd name="connsiteY199" fmla="*/ 1943720 h 2083506"/>
              <a:gd name="connsiteX200" fmla="*/ 2458978 w 12191999"/>
              <a:gd name="connsiteY200" fmla="*/ 1938095 h 2083506"/>
              <a:gd name="connsiteX201" fmla="*/ 2318712 w 12191999"/>
              <a:gd name="connsiteY201" fmla="*/ 1934474 h 2083506"/>
              <a:gd name="connsiteX202" fmla="*/ 2268709 w 12191999"/>
              <a:gd name="connsiteY202" fmla="*/ 1940521 h 2083506"/>
              <a:gd name="connsiteX203" fmla="*/ 2264080 w 12191999"/>
              <a:gd name="connsiteY203" fmla="*/ 1941232 h 2083506"/>
              <a:gd name="connsiteX204" fmla="*/ 2254684 w 12191999"/>
              <a:gd name="connsiteY204" fmla="*/ 1943524 h 2083506"/>
              <a:gd name="connsiteX205" fmla="*/ 2252523 w 12191999"/>
              <a:gd name="connsiteY205" fmla="*/ 1943004 h 2083506"/>
              <a:gd name="connsiteX206" fmla="*/ 2173350 w 12191999"/>
              <a:gd name="connsiteY206" fmla="*/ 1929202 h 2083506"/>
              <a:gd name="connsiteX207" fmla="*/ 2155266 w 12191999"/>
              <a:gd name="connsiteY207" fmla="*/ 1920267 h 2083506"/>
              <a:gd name="connsiteX208" fmla="*/ 2091013 w 12191999"/>
              <a:gd name="connsiteY208" fmla="*/ 1914631 h 2083506"/>
              <a:gd name="connsiteX209" fmla="*/ 2030712 w 12191999"/>
              <a:gd name="connsiteY209" fmla="*/ 1897690 h 2083506"/>
              <a:gd name="connsiteX210" fmla="*/ 1908838 w 12191999"/>
              <a:gd name="connsiteY210" fmla="*/ 1892222 h 2083506"/>
              <a:gd name="connsiteX211" fmla="*/ 1877796 w 12191999"/>
              <a:gd name="connsiteY211" fmla="*/ 1883887 h 2083506"/>
              <a:gd name="connsiteX212" fmla="*/ 1875824 w 12191999"/>
              <a:gd name="connsiteY212" fmla="*/ 1879265 h 2083506"/>
              <a:gd name="connsiteX213" fmla="*/ 1823048 w 12191999"/>
              <a:gd name="connsiteY213" fmla="*/ 1881064 h 2083506"/>
              <a:gd name="connsiteX214" fmla="*/ 1765736 w 12191999"/>
              <a:gd name="connsiteY214" fmla="*/ 1856578 h 2083506"/>
              <a:gd name="connsiteX215" fmla="*/ 1725669 w 12191999"/>
              <a:gd name="connsiteY215" fmla="*/ 1833744 h 2083506"/>
              <a:gd name="connsiteX216" fmla="*/ 1725216 w 12191999"/>
              <a:gd name="connsiteY216" fmla="*/ 1829447 h 2083506"/>
              <a:gd name="connsiteX217" fmla="*/ 1721485 w 12191999"/>
              <a:gd name="connsiteY217" fmla="*/ 1828960 h 2083506"/>
              <a:gd name="connsiteX218" fmla="*/ 1717786 w 12191999"/>
              <a:gd name="connsiteY218" fmla="*/ 1832224 h 2083506"/>
              <a:gd name="connsiteX219" fmla="*/ 1689907 w 12191999"/>
              <a:gd name="connsiteY219" fmla="*/ 1825425 h 2083506"/>
              <a:gd name="connsiteX220" fmla="*/ 1688093 w 12191999"/>
              <a:gd name="connsiteY220" fmla="*/ 1817391 h 2083506"/>
              <a:gd name="connsiteX221" fmla="*/ 1496789 w 12191999"/>
              <a:gd name="connsiteY221" fmla="*/ 1805297 h 2083506"/>
              <a:gd name="connsiteX222" fmla="*/ 1392839 w 12191999"/>
              <a:gd name="connsiteY222" fmla="*/ 1758649 h 2083506"/>
              <a:gd name="connsiteX223" fmla="*/ 1360872 w 12191999"/>
              <a:gd name="connsiteY223" fmla="*/ 1752441 h 2083506"/>
              <a:gd name="connsiteX224" fmla="*/ 1313885 w 12191999"/>
              <a:gd name="connsiteY224" fmla="*/ 1731785 h 2083506"/>
              <a:gd name="connsiteX225" fmla="*/ 1247665 w 12191999"/>
              <a:gd name="connsiteY225" fmla="*/ 1727765 h 2083506"/>
              <a:gd name="connsiteX226" fmla="*/ 1196850 w 12191999"/>
              <a:gd name="connsiteY226" fmla="*/ 1729622 h 2083506"/>
              <a:gd name="connsiteX227" fmla="*/ 1168728 w 12191999"/>
              <a:gd name="connsiteY227" fmla="*/ 1728550 h 2083506"/>
              <a:gd name="connsiteX228" fmla="*/ 1096918 w 12191999"/>
              <a:gd name="connsiteY228" fmla="*/ 1721485 h 2083506"/>
              <a:gd name="connsiteX229" fmla="*/ 1094082 w 12191999"/>
              <a:gd name="connsiteY229" fmla="*/ 1720113 h 2083506"/>
              <a:gd name="connsiteX230" fmla="*/ 1040782 w 12191999"/>
              <a:gd name="connsiteY230" fmla="*/ 1721762 h 2083506"/>
              <a:gd name="connsiteX231" fmla="*/ 955980 w 12191999"/>
              <a:gd name="connsiteY231" fmla="*/ 1719289 h 2083506"/>
              <a:gd name="connsiteX232" fmla="*/ 926108 w 12191999"/>
              <a:gd name="connsiteY232" fmla="*/ 1715917 h 2083506"/>
              <a:gd name="connsiteX233" fmla="*/ 876049 w 12191999"/>
              <a:gd name="connsiteY233" fmla="*/ 1710422 h 2083506"/>
              <a:gd name="connsiteX234" fmla="*/ 839194 w 12191999"/>
              <a:gd name="connsiteY234" fmla="*/ 1700176 h 2083506"/>
              <a:gd name="connsiteX235" fmla="*/ 797112 w 12191999"/>
              <a:gd name="connsiteY235" fmla="*/ 1698014 h 2083506"/>
              <a:gd name="connsiteX236" fmla="*/ 786610 w 12191999"/>
              <a:gd name="connsiteY236" fmla="*/ 1705455 h 2083506"/>
              <a:gd name="connsiteX237" fmla="*/ 741833 w 12191999"/>
              <a:gd name="connsiteY237" fmla="*/ 1700566 h 2083506"/>
              <a:gd name="connsiteX238" fmla="*/ 673985 w 12191999"/>
              <a:gd name="connsiteY238" fmla="*/ 1692278 h 2083506"/>
              <a:gd name="connsiteX239" fmla="*/ 634665 w 12191999"/>
              <a:gd name="connsiteY239" fmla="*/ 1689550 h 2083506"/>
              <a:gd name="connsiteX240" fmla="*/ 527471 w 12191999"/>
              <a:gd name="connsiteY240" fmla="*/ 1679869 h 2083506"/>
              <a:gd name="connsiteX241" fmla="*/ 420260 w 12191999"/>
              <a:gd name="connsiteY241" fmla="*/ 1668475 h 2083506"/>
              <a:gd name="connsiteX242" fmla="*/ 357630 w 12191999"/>
              <a:gd name="connsiteY242" fmla="*/ 1652142 h 2083506"/>
              <a:gd name="connsiteX243" fmla="*/ 269407 w 12191999"/>
              <a:gd name="connsiteY243" fmla="*/ 1643812 h 2083506"/>
              <a:gd name="connsiteX244" fmla="*/ 254769 w 12191999"/>
              <a:gd name="connsiteY244" fmla="*/ 1641013 h 2083506"/>
              <a:gd name="connsiteX245" fmla="*/ 150763 w 12191999"/>
              <a:gd name="connsiteY245" fmla="*/ 1628143 h 2083506"/>
              <a:gd name="connsiteX246" fmla="*/ 29133 w 12191999"/>
              <a:gd name="connsiteY246" fmla="*/ 1626172 h 2083506"/>
              <a:gd name="connsiteX247" fmla="*/ 0 w 12191999"/>
              <a:gd name="connsiteY247" fmla="*/ 1619589 h 20835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Lst>
            <a:rect l="l" t="t" r="r" b="b"/>
            <a:pathLst>
              <a:path w="12191999" h="2083506">
                <a:moveTo>
                  <a:pt x="0" y="0"/>
                </a:moveTo>
                <a:lnTo>
                  <a:pt x="9429748" y="0"/>
                </a:lnTo>
                <a:lnTo>
                  <a:pt x="9429748" y="1"/>
                </a:lnTo>
                <a:lnTo>
                  <a:pt x="12191999" y="1"/>
                </a:lnTo>
                <a:lnTo>
                  <a:pt x="12191999" y="1164372"/>
                </a:lnTo>
                <a:lnTo>
                  <a:pt x="12147852" y="1163783"/>
                </a:lnTo>
                <a:cubicBezTo>
                  <a:pt x="12063101" y="1189107"/>
                  <a:pt x="12045020" y="1156925"/>
                  <a:pt x="11993604" y="1153496"/>
                </a:cubicBezTo>
                <a:cubicBezTo>
                  <a:pt x="11954216" y="1165241"/>
                  <a:pt x="11911195" y="1167350"/>
                  <a:pt x="11865319" y="1176624"/>
                </a:cubicBezTo>
                <a:cubicBezTo>
                  <a:pt x="11822513" y="1184682"/>
                  <a:pt x="11766915" y="1201558"/>
                  <a:pt x="11718353" y="1209136"/>
                </a:cubicBezTo>
                <a:cubicBezTo>
                  <a:pt x="11675379" y="1217463"/>
                  <a:pt x="11638007" y="1216639"/>
                  <a:pt x="11609067" y="1218512"/>
                </a:cubicBezTo>
                <a:cubicBezTo>
                  <a:pt x="11597582" y="1221322"/>
                  <a:pt x="11554280" y="1243577"/>
                  <a:pt x="11545958" y="1240430"/>
                </a:cubicBezTo>
                <a:lnTo>
                  <a:pt x="11445770" y="1225780"/>
                </a:lnTo>
                <a:cubicBezTo>
                  <a:pt x="11425543" y="1230782"/>
                  <a:pt x="11413740" y="1222096"/>
                  <a:pt x="11398842" y="1227250"/>
                </a:cubicBezTo>
                <a:cubicBezTo>
                  <a:pt x="11367060" y="1233093"/>
                  <a:pt x="11269285" y="1263712"/>
                  <a:pt x="11240093" y="1266797"/>
                </a:cubicBezTo>
                <a:cubicBezTo>
                  <a:pt x="11197297" y="1273685"/>
                  <a:pt x="11181311" y="1272682"/>
                  <a:pt x="11141364" y="1288059"/>
                </a:cubicBezTo>
                <a:cubicBezTo>
                  <a:pt x="11099891" y="1305386"/>
                  <a:pt x="11051533" y="1319157"/>
                  <a:pt x="11015396" y="1353104"/>
                </a:cubicBezTo>
                <a:cubicBezTo>
                  <a:pt x="11009424" y="1362217"/>
                  <a:pt x="10992328" y="1361966"/>
                  <a:pt x="10973905" y="1365109"/>
                </a:cubicBezTo>
                <a:cubicBezTo>
                  <a:pt x="10955482" y="1368254"/>
                  <a:pt x="10907369" y="1372817"/>
                  <a:pt x="10904858" y="1371966"/>
                </a:cubicBezTo>
                <a:cubicBezTo>
                  <a:pt x="10880521" y="1379494"/>
                  <a:pt x="10873670" y="1399734"/>
                  <a:pt x="10827883" y="1410270"/>
                </a:cubicBezTo>
                <a:cubicBezTo>
                  <a:pt x="10790248" y="1415655"/>
                  <a:pt x="10724899" y="1420726"/>
                  <a:pt x="10690996" y="1426394"/>
                </a:cubicBezTo>
                <a:cubicBezTo>
                  <a:pt x="10676463" y="1423331"/>
                  <a:pt x="10634514" y="1436908"/>
                  <a:pt x="10624461" y="1444283"/>
                </a:cubicBezTo>
                <a:cubicBezTo>
                  <a:pt x="10601952" y="1468442"/>
                  <a:pt x="10536224" y="1460228"/>
                  <a:pt x="10517208" y="1478947"/>
                </a:cubicBezTo>
                <a:cubicBezTo>
                  <a:pt x="10509508" y="1482271"/>
                  <a:pt x="10505833" y="1468818"/>
                  <a:pt x="10497937" y="1469831"/>
                </a:cubicBezTo>
                <a:lnTo>
                  <a:pt x="10471201" y="1486037"/>
                </a:lnTo>
                <a:lnTo>
                  <a:pt x="10448263" y="1478223"/>
                </a:lnTo>
                <a:lnTo>
                  <a:pt x="10388089" y="1507175"/>
                </a:lnTo>
                <a:cubicBezTo>
                  <a:pt x="10350285" y="1513081"/>
                  <a:pt x="10383281" y="1526586"/>
                  <a:pt x="10333720" y="1515848"/>
                </a:cubicBezTo>
                <a:cubicBezTo>
                  <a:pt x="10286428" y="1526223"/>
                  <a:pt x="10174884" y="1550019"/>
                  <a:pt x="10104338" y="1569424"/>
                </a:cubicBezTo>
                <a:cubicBezTo>
                  <a:pt x="10066963" y="1581564"/>
                  <a:pt x="9967395" y="1605712"/>
                  <a:pt x="9910445" y="1632275"/>
                </a:cubicBezTo>
                <a:cubicBezTo>
                  <a:pt x="9856131" y="1644130"/>
                  <a:pt x="9831118" y="1689967"/>
                  <a:pt x="9770872" y="1688088"/>
                </a:cubicBezTo>
                <a:cubicBezTo>
                  <a:pt x="9769882" y="1691843"/>
                  <a:pt x="9737016" y="1697044"/>
                  <a:pt x="9733849" y="1700034"/>
                </a:cubicBezTo>
                <a:lnTo>
                  <a:pt x="9703714" y="1730093"/>
                </a:lnTo>
                <a:lnTo>
                  <a:pt x="9698351" y="1730377"/>
                </a:lnTo>
                <a:lnTo>
                  <a:pt x="9632895" y="1736363"/>
                </a:lnTo>
                <a:lnTo>
                  <a:pt x="9569107" y="1741010"/>
                </a:lnTo>
                <a:cubicBezTo>
                  <a:pt x="9558961" y="1745882"/>
                  <a:pt x="9548028" y="1750646"/>
                  <a:pt x="9536451" y="1755120"/>
                </a:cubicBezTo>
                <a:lnTo>
                  <a:pt x="9529385" y="1757515"/>
                </a:lnTo>
                <a:lnTo>
                  <a:pt x="9498527" y="1753117"/>
                </a:lnTo>
                <a:lnTo>
                  <a:pt x="9436642" y="1755478"/>
                </a:lnTo>
                <a:lnTo>
                  <a:pt x="9429748" y="1756317"/>
                </a:lnTo>
                <a:lnTo>
                  <a:pt x="9429748" y="1768745"/>
                </a:lnTo>
                <a:lnTo>
                  <a:pt x="9425802" y="1769273"/>
                </a:lnTo>
                <a:cubicBezTo>
                  <a:pt x="9390751" y="1773262"/>
                  <a:pt x="9371406" y="1773457"/>
                  <a:pt x="9349763" y="1776107"/>
                </a:cubicBezTo>
                <a:cubicBezTo>
                  <a:pt x="9314721" y="1782260"/>
                  <a:pt x="9277650" y="1796217"/>
                  <a:pt x="9256503" y="1800699"/>
                </a:cubicBezTo>
                <a:lnTo>
                  <a:pt x="9222873" y="1803003"/>
                </a:lnTo>
                <a:lnTo>
                  <a:pt x="9224095" y="1807355"/>
                </a:lnTo>
                <a:lnTo>
                  <a:pt x="9211603" y="1807675"/>
                </a:lnTo>
                <a:lnTo>
                  <a:pt x="9183719" y="1807781"/>
                </a:lnTo>
                <a:cubicBezTo>
                  <a:pt x="9166319" y="1808439"/>
                  <a:pt x="9117935" y="1807396"/>
                  <a:pt x="9100221" y="1808989"/>
                </a:cubicBezTo>
                <a:cubicBezTo>
                  <a:pt x="9095111" y="1813630"/>
                  <a:pt x="9087224" y="1816160"/>
                  <a:pt x="9077439" y="1817333"/>
                </a:cubicBezTo>
                <a:lnTo>
                  <a:pt x="9055889" y="1817464"/>
                </a:lnTo>
                <a:lnTo>
                  <a:pt x="8930912" y="1828648"/>
                </a:lnTo>
                <a:lnTo>
                  <a:pt x="8913729" y="1829483"/>
                </a:lnTo>
                <a:lnTo>
                  <a:pt x="8904423" y="1833234"/>
                </a:lnTo>
                <a:cubicBezTo>
                  <a:pt x="8897319" y="1833982"/>
                  <a:pt x="8876911" y="1833498"/>
                  <a:pt x="8871099" y="1833979"/>
                </a:cubicBezTo>
                <a:lnTo>
                  <a:pt x="8869557" y="1836113"/>
                </a:lnTo>
                <a:cubicBezTo>
                  <a:pt x="8851043" y="1839524"/>
                  <a:pt x="8781405" y="1850882"/>
                  <a:pt x="8760021" y="1854442"/>
                </a:cubicBezTo>
                <a:cubicBezTo>
                  <a:pt x="8755749" y="1851161"/>
                  <a:pt x="8746183" y="1856343"/>
                  <a:pt x="8741254" y="1857469"/>
                </a:cubicBezTo>
                <a:cubicBezTo>
                  <a:pt x="8740491" y="1855259"/>
                  <a:pt x="8728559" y="1854585"/>
                  <a:pt x="8725039" y="1856552"/>
                </a:cubicBezTo>
                <a:cubicBezTo>
                  <a:pt x="8641157" y="1867333"/>
                  <a:pt x="8683145" y="1845054"/>
                  <a:pt x="8635265" y="1859168"/>
                </a:cubicBezTo>
                <a:cubicBezTo>
                  <a:pt x="8626795" y="1860103"/>
                  <a:pt x="8619931" y="1859212"/>
                  <a:pt x="8613911" y="1857561"/>
                </a:cubicBezTo>
                <a:lnTo>
                  <a:pt x="8604931" y="1854170"/>
                </a:lnTo>
                <a:lnTo>
                  <a:pt x="8570171" y="1860579"/>
                </a:lnTo>
                <a:cubicBezTo>
                  <a:pt x="8553049" y="1862813"/>
                  <a:pt x="8535028" y="1864294"/>
                  <a:pt x="8516537" y="1864971"/>
                </a:cubicBezTo>
                <a:cubicBezTo>
                  <a:pt x="8512388" y="1860455"/>
                  <a:pt x="8497874" y="1866870"/>
                  <a:pt x="8491046" y="1868141"/>
                </a:cubicBezTo>
                <a:cubicBezTo>
                  <a:pt x="8490975" y="1865191"/>
                  <a:pt x="8475847" y="1863778"/>
                  <a:pt x="8470478" y="1866216"/>
                </a:cubicBezTo>
                <a:cubicBezTo>
                  <a:pt x="8357654" y="1876758"/>
                  <a:pt x="8421139" y="1849210"/>
                  <a:pt x="8353433" y="1865729"/>
                </a:cubicBezTo>
                <a:lnTo>
                  <a:pt x="8347675" y="1865075"/>
                </a:lnTo>
                <a:lnTo>
                  <a:pt x="8343939" y="1865677"/>
                </a:lnTo>
                <a:cubicBezTo>
                  <a:pt x="8309852" y="1870841"/>
                  <a:pt x="8272587" y="1875809"/>
                  <a:pt x="8221566" y="1881148"/>
                </a:cubicBezTo>
                <a:cubicBezTo>
                  <a:pt x="8158043" y="1892960"/>
                  <a:pt x="8095547" y="1914042"/>
                  <a:pt x="8066095" y="1919902"/>
                </a:cubicBezTo>
                <a:cubicBezTo>
                  <a:pt x="8058949" y="1919234"/>
                  <a:pt x="8051921" y="1917862"/>
                  <a:pt x="8044849" y="1916308"/>
                </a:cubicBezTo>
                <a:lnTo>
                  <a:pt x="8041142" y="1915506"/>
                </a:lnTo>
                <a:lnTo>
                  <a:pt x="8022159" y="1911521"/>
                </a:lnTo>
                <a:lnTo>
                  <a:pt x="7944932" y="1917265"/>
                </a:lnTo>
                <a:lnTo>
                  <a:pt x="7879011" y="1928570"/>
                </a:lnTo>
                <a:lnTo>
                  <a:pt x="7865529" y="1934399"/>
                </a:lnTo>
                <a:lnTo>
                  <a:pt x="7774801" y="1947969"/>
                </a:lnTo>
                <a:lnTo>
                  <a:pt x="7748398" y="1955982"/>
                </a:lnTo>
                <a:lnTo>
                  <a:pt x="7740684" y="1955717"/>
                </a:lnTo>
                <a:cubicBezTo>
                  <a:pt x="7728362" y="1958584"/>
                  <a:pt x="7714099" y="1968442"/>
                  <a:pt x="7712976" y="1960442"/>
                </a:cubicBezTo>
                <a:lnTo>
                  <a:pt x="7699956" y="1966104"/>
                </a:lnTo>
                <a:lnTo>
                  <a:pt x="7684158" y="1962927"/>
                </a:lnTo>
                <a:cubicBezTo>
                  <a:pt x="7674684" y="1962643"/>
                  <a:pt x="7652105" y="1963177"/>
                  <a:pt x="7643109" y="1964400"/>
                </a:cubicBezTo>
                <a:lnTo>
                  <a:pt x="7630180" y="1970266"/>
                </a:lnTo>
                <a:lnTo>
                  <a:pt x="7609131" y="1971774"/>
                </a:lnTo>
                <a:cubicBezTo>
                  <a:pt x="7596694" y="1971644"/>
                  <a:pt x="7570258" y="1969757"/>
                  <a:pt x="7555555" y="1969491"/>
                </a:cubicBezTo>
                <a:cubicBezTo>
                  <a:pt x="7541460" y="1966540"/>
                  <a:pt x="7530571" y="1964848"/>
                  <a:pt x="7520919" y="1970177"/>
                </a:cubicBezTo>
                <a:cubicBezTo>
                  <a:pt x="7500295" y="1966884"/>
                  <a:pt x="7480780" y="1949401"/>
                  <a:pt x="7456258" y="1960468"/>
                </a:cubicBezTo>
                <a:cubicBezTo>
                  <a:pt x="7434946" y="1957506"/>
                  <a:pt x="7435772" y="1952500"/>
                  <a:pt x="7393047" y="1952408"/>
                </a:cubicBezTo>
                <a:cubicBezTo>
                  <a:pt x="7356520" y="1952860"/>
                  <a:pt x="7236307" y="1958626"/>
                  <a:pt x="7199912" y="1959913"/>
                </a:cubicBezTo>
                <a:cubicBezTo>
                  <a:pt x="7176501" y="1959942"/>
                  <a:pt x="7160098" y="1958343"/>
                  <a:pt x="7146774" y="1956641"/>
                </a:cubicBezTo>
                <a:lnTo>
                  <a:pt x="7122244" y="1953891"/>
                </a:lnTo>
                <a:lnTo>
                  <a:pt x="7032241" y="1962723"/>
                </a:lnTo>
                <a:cubicBezTo>
                  <a:pt x="6997214" y="1965198"/>
                  <a:pt x="6963725" y="1968396"/>
                  <a:pt x="6941492" y="1976868"/>
                </a:cubicBezTo>
                <a:cubicBezTo>
                  <a:pt x="6947015" y="1970398"/>
                  <a:pt x="6923088" y="1965379"/>
                  <a:pt x="6906514" y="1968589"/>
                </a:cubicBezTo>
                <a:cubicBezTo>
                  <a:pt x="6925890" y="1943204"/>
                  <a:pt x="6840983" y="1991464"/>
                  <a:pt x="6826395" y="1974141"/>
                </a:cubicBezTo>
                <a:cubicBezTo>
                  <a:pt x="6825676" y="1990223"/>
                  <a:pt x="6751393" y="2017492"/>
                  <a:pt x="6716431" y="2004297"/>
                </a:cubicBezTo>
                <a:cubicBezTo>
                  <a:pt x="6663167" y="2007518"/>
                  <a:pt x="6625450" y="2020811"/>
                  <a:pt x="6569607" y="2015496"/>
                </a:cubicBezTo>
                <a:cubicBezTo>
                  <a:pt x="6567874" y="2017648"/>
                  <a:pt x="6565034" y="2019449"/>
                  <a:pt x="6561430" y="2020996"/>
                </a:cubicBezTo>
                <a:lnTo>
                  <a:pt x="6549371" y="2024747"/>
                </a:lnTo>
                <a:lnTo>
                  <a:pt x="6547040" y="2024474"/>
                </a:lnTo>
                <a:cubicBezTo>
                  <a:pt x="6537882" y="2024425"/>
                  <a:pt x="6533193" y="2025332"/>
                  <a:pt x="6530482" y="2026659"/>
                </a:cubicBezTo>
                <a:lnTo>
                  <a:pt x="6528565" y="2028600"/>
                </a:lnTo>
                <a:lnTo>
                  <a:pt x="6517741" y="2030558"/>
                </a:lnTo>
                <a:lnTo>
                  <a:pt x="6497855" y="2035650"/>
                </a:lnTo>
                <a:lnTo>
                  <a:pt x="6492785" y="2035444"/>
                </a:lnTo>
                <a:lnTo>
                  <a:pt x="6460692" y="2041321"/>
                </a:lnTo>
                <a:lnTo>
                  <a:pt x="6459609" y="2040851"/>
                </a:lnTo>
                <a:cubicBezTo>
                  <a:pt x="6456451" y="2039933"/>
                  <a:pt x="6452734" y="2039508"/>
                  <a:pt x="6447765" y="2040102"/>
                </a:cubicBezTo>
                <a:cubicBezTo>
                  <a:pt x="6446007" y="2031126"/>
                  <a:pt x="6441093" y="2037380"/>
                  <a:pt x="6426590" y="2039928"/>
                </a:cubicBezTo>
                <a:cubicBezTo>
                  <a:pt x="6423606" y="2033241"/>
                  <a:pt x="6413230" y="2032925"/>
                  <a:pt x="6401693" y="2033537"/>
                </a:cubicBezTo>
                <a:lnTo>
                  <a:pt x="6387141" y="2033161"/>
                </a:lnTo>
                <a:lnTo>
                  <a:pt x="6357846" y="2036782"/>
                </a:lnTo>
                <a:lnTo>
                  <a:pt x="6342914" y="2037585"/>
                </a:lnTo>
                <a:lnTo>
                  <a:pt x="6336300" y="2038781"/>
                </a:lnTo>
                <a:lnTo>
                  <a:pt x="6317178" y="2038968"/>
                </a:lnTo>
                <a:lnTo>
                  <a:pt x="6161427" y="2047338"/>
                </a:lnTo>
                <a:cubicBezTo>
                  <a:pt x="6147824" y="2057658"/>
                  <a:pt x="6118908" y="2077615"/>
                  <a:pt x="6097339" y="2082438"/>
                </a:cubicBezTo>
                <a:cubicBezTo>
                  <a:pt x="6090149" y="2084046"/>
                  <a:pt x="6083776" y="2083972"/>
                  <a:pt x="6079059" y="2081299"/>
                </a:cubicBezTo>
                <a:cubicBezTo>
                  <a:pt x="6063900" y="2082334"/>
                  <a:pt x="6011621" y="2084537"/>
                  <a:pt x="5998439" y="2070958"/>
                </a:cubicBezTo>
                <a:cubicBezTo>
                  <a:pt x="5976443" y="2071759"/>
                  <a:pt x="5925514" y="2069780"/>
                  <a:pt x="5904290" y="2070255"/>
                </a:cubicBezTo>
                <a:cubicBezTo>
                  <a:pt x="5871515" y="2066244"/>
                  <a:pt x="5843986" y="2088249"/>
                  <a:pt x="5814867" y="2079032"/>
                </a:cubicBezTo>
                <a:cubicBezTo>
                  <a:pt x="5792003" y="2070559"/>
                  <a:pt x="5750009" y="2076273"/>
                  <a:pt x="5725743" y="2070558"/>
                </a:cubicBezTo>
                <a:cubicBezTo>
                  <a:pt x="5716432" y="2058355"/>
                  <a:pt x="5667424" y="2047322"/>
                  <a:pt x="5650546" y="2052412"/>
                </a:cubicBezTo>
                <a:cubicBezTo>
                  <a:pt x="5614627" y="2046084"/>
                  <a:pt x="5608108" y="2028306"/>
                  <a:pt x="5581284" y="2023175"/>
                </a:cubicBezTo>
                <a:lnTo>
                  <a:pt x="5572593" y="2018391"/>
                </a:lnTo>
                <a:lnTo>
                  <a:pt x="5548580" y="2016951"/>
                </a:lnTo>
                <a:cubicBezTo>
                  <a:pt x="5523726" y="2017783"/>
                  <a:pt x="5498337" y="2019663"/>
                  <a:pt x="5471173" y="2018786"/>
                </a:cubicBezTo>
                <a:cubicBezTo>
                  <a:pt x="5447687" y="2003020"/>
                  <a:pt x="5353807" y="2022324"/>
                  <a:pt x="5340320" y="2037611"/>
                </a:cubicBezTo>
                <a:cubicBezTo>
                  <a:pt x="5340015" y="2024215"/>
                  <a:pt x="5271937" y="2042455"/>
                  <a:pt x="5254376" y="2042928"/>
                </a:cubicBezTo>
                <a:cubicBezTo>
                  <a:pt x="5248522" y="2043086"/>
                  <a:pt x="5248281" y="2041270"/>
                  <a:pt x="5258035" y="2035649"/>
                </a:cubicBezTo>
                <a:cubicBezTo>
                  <a:pt x="5239374" y="2037214"/>
                  <a:pt x="5220112" y="2030252"/>
                  <a:pt x="5230622" y="2024576"/>
                </a:cubicBezTo>
                <a:cubicBezTo>
                  <a:pt x="5173932" y="2036724"/>
                  <a:pt x="5090262" y="2024645"/>
                  <a:pt x="5026203" y="2030162"/>
                </a:cubicBezTo>
                <a:cubicBezTo>
                  <a:pt x="4991280" y="2016814"/>
                  <a:pt x="5010212" y="2029164"/>
                  <a:pt x="4973988" y="2026668"/>
                </a:cubicBezTo>
                <a:cubicBezTo>
                  <a:pt x="4983896" y="2038955"/>
                  <a:pt x="4930012" y="2019774"/>
                  <a:pt x="4928030" y="2033642"/>
                </a:cubicBezTo>
                <a:cubicBezTo>
                  <a:pt x="4921501" y="2032748"/>
                  <a:pt x="4915238" y="2031445"/>
                  <a:pt x="4908970" y="2030033"/>
                </a:cubicBezTo>
                <a:lnTo>
                  <a:pt x="4905679" y="2029300"/>
                </a:lnTo>
                <a:lnTo>
                  <a:pt x="4892525" y="2028768"/>
                </a:lnTo>
                <a:lnTo>
                  <a:pt x="4888818" y="2025619"/>
                </a:lnTo>
                <a:lnTo>
                  <a:pt x="4869018" y="2022668"/>
                </a:lnTo>
                <a:cubicBezTo>
                  <a:pt x="4861602" y="2022028"/>
                  <a:pt x="4853622" y="2021880"/>
                  <a:pt x="4844804" y="2022527"/>
                </a:cubicBezTo>
                <a:cubicBezTo>
                  <a:pt x="4823110" y="2028022"/>
                  <a:pt x="4789330" y="2021287"/>
                  <a:pt x="4758778" y="2021694"/>
                </a:cubicBezTo>
                <a:lnTo>
                  <a:pt x="4744748" y="2023396"/>
                </a:lnTo>
                <a:lnTo>
                  <a:pt x="4698956" y="2020558"/>
                </a:lnTo>
                <a:cubicBezTo>
                  <a:pt x="4685921" y="2020008"/>
                  <a:pt x="4672392" y="2019718"/>
                  <a:pt x="4658147" y="2019920"/>
                </a:cubicBezTo>
                <a:lnTo>
                  <a:pt x="4631706" y="2021274"/>
                </a:lnTo>
                <a:lnTo>
                  <a:pt x="4624776" y="2020152"/>
                </a:lnTo>
                <a:cubicBezTo>
                  <a:pt x="4612703" y="2020277"/>
                  <a:pt x="4596727" y="2024226"/>
                  <a:pt x="4598150" y="2019429"/>
                </a:cubicBezTo>
                <a:lnTo>
                  <a:pt x="4584588" y="2021092"/>
                </a:lnTo>
                <a:lnTo>
                  <a:pt x="4571203" y="2017263"/>
                </a:lnTo>
                <a:cubicBezTo>
                  <a:pt x="4569736" y="2016374"/>
                  <a:pt x="4568633" y="2015427"/>
                  <a:pt x="4567930" y="2014458"/>
                </a:cubicBezTo>
                <a:lnTo>
                  <a:pt x="4548984" y="2015717"/>
                </a:lnTo>
                <a:lnTo>
                  <a:pt x="4533451" y="2012976"/>
                </a:lnTo>
                <a:lnTo>
                  <a:pt x="4519910" y="2014768"/>
                </a:lnTo>
                <a:lnTo>
                  <a:pt x="4514290" y="2014364"/>
                </a:lnTo>
                <a:lnTo>
                  <a:pt x="4500320" y="2013007"/>
                </a:lnTo>
                <a:cubicBezTo>
                  <a:pt x="4493159" y="2012056"/>
                  <a:pt x="4485144" y="2010910"/>
                  <a:pt x="4476219" y="2009993"/>
                </a:cubicBezTo>
                <a:lnTo>
                  <a:pt x="4468701" y="2009574"/>
                </a:lnTo>
                <a:lnTo>
                  <a:pt x="4452333" y="2004964"/>
                </a:lnTo>
                <a:cubicBezTo>
                  <a:pt x="4440422" y="2001479"/>
                  <a:pt x="4431048" y="1999130"/>
                  <a:pt x="4420644" y="2001021"/>
                </a:cubicBezTo>
                <a:cubicBezTo>
                  <a:pt x="4402911" y="1996519"/>
                  <a:pt x="4390524" y="1983900"/>
                  <a:pt x="4364856" y="1987267"/>
                </a:cubicBezTo>
                <a:cubicBezTo>
                  <a:pt x="4372645" y="1981550"/>
                  <a:pt x="4336350" y="1986575"/>
                  <a:pt x="4332062" y="1980703"/>
                </a:cubicBezTo>
                <a:cubicBezTo>
                  <a:pt x="4330083" y="1975974"/>
                  <a:pt x="4318612" y="1976397"/>
                  <a:pt x="4309876" y="1974653"/>
                </a:cubicBezTo>
                <a:cubicBezTo>
                  <a:pt x="4303650" y="1969824"/>
                  <a:pt x="4259693" y="1965414"/>
                  <a:pt x="4244391" y="1966109"/>
                </a:cubicBezTo>
                <a:cubicBezTo>
                  <a:pt x="4201255" y="1970914"/>
                  <a:pt x="4166558" y="1951471"/>
                  <a:pt x="4132071" y="1954813"/>
                </a:cubicBezTo>
                <a:cubicBezTo>
                  <a:pt x="4123041" y="1954358"/>
                  <a:pt x="4115554" y="1953263"/>
                  <a:pt x="4109069" y="1951778"/>
                </a:cubicBezTo>
                <a:lnTo>
                  <a:pt x="4092908" y="1946662"/>
                </a:lnTo>
                <a:cubicBezTo>
                  <a:pt x="4092707" y="1945539"/>
                  <a:pt x="4092506" y="1944415"/>
                  <a:pt x="4092306" y="1943291"/>
                </a:cubicBezTo>
                <a:lnTo>
                  <a:pt x="4080234" y="1941219"/>
                </a:lnTo>
                <a:lnTo>
                  <a:pt x="4077778" y="1940145"/>
                </a:lnTo>
                <a:cubicBezTo>
                  <a:pt x="4073105" y="1938081"/>
                  <a:pt x="4068339" y="1936119"/>
                  <a:pt x="4062936" y="1934506"/>
                </a:cubicBezTo>
                <a:cubicBezTo>
                  <a:pt x="4048082" y="1947155"/>
                  <a:pt x="4014523" y="1922869"/>
                  <a:pt x="4012506" y="1935475"/>
                </a:cubicBezTo>
                <a:cubicBezTo>
                  <a:pt x="3980228" y="1928812"/>
                  <a:pt x="3986775" y="1942559"/>
                  <a:pt x="3965880" y="1925968"/>
                </a:cubicBezTo>
                <a:cubicBezTo>
                  <a:pt x="3899515" y="1923414"/>
                  <a:pt x="3830855" y="1902158"/>
                  <a:pt x="3765338" y="1906649"/>
                </a:cubicBezTo>
                <a:cubicBezTo>
                  <a:pt x="3780686" y="1902635"/>
                  <a:pt x="3768784" y="1893856"/>
                  <a:pt x="3749493" y="1893071"/>
                </a:cubicBezTo>
                <a:cubicBezTo>
                  <a:pt x="3807776" y="1876857"/>
                  <a:pt x="3656400" y="1898030"/>
                  <a:pt x="3672704" y="1881383"/>
                </a:cubicBezTo>
                <a:cubicBezTo>
                  <a:pt x="3645532" y="1893973"/>
                  <a:pt x="3537791" y="1900656"/>
                  <a:pt x="3530082" y="1883187"/>
                </a:cubicBezTo>
                <a:cubicBezTo>
                  <a:pt x="3479808" y="1875044"/>
                  <a:pt x="3426017" y="1877998"/>
                  <a:pt x="3387664" y="1862579"/>
                </a:cubicBezTo>
                <a:cubicBezTo>
                  <a:pt x="3382649" y="1863935"/>
                  <a:pt x="3377277" y="1864791"/>
                  <a:pt x="3371681" y="1865293"/>
                </a:cubicBezTo>
                <a:lnTo>
                  <a:pt x="3355305" y="1865842"/>
                </a:lnTo>
                <a:lnTo>
                  <a:pt x="3353790" y="1865158"/>
                </a:lnTo>
                <a:cubicBezTo>
                  <a:pt x="3346144" y="1863282"/>
                  <a:pt x="3340687" y="1863057"/>
                  <a:pt x="3336210" y="1863564"/>
                </a:cubicBezTo>
                <a:lnTo>
                  <a:pt x="3331381" y="1864716"/>
                </a:lnTo>
                <a:lnTo>
                  <a:pt x="3319012" y="1864093"/>
                </a:lnTo>
                <a:lnTo>
                  <a:pt x="3293818" y="1864135"/>
                </a:lnTo>
                <a:lnTo>
                  <a:pt x="3289881" y="1862954"/>
                </a:lnTo>
                <a:lnTo>
                  <a:pt x="3253090" y="1861164"/>
                </a:lnTo>
                <a:cubicBezTo>
                  <a:pt x="3253042" y="1860968"/>
                  <a:pt x="3252996" y="1860771"/>
                  <a:pt x="3252949" y="1860574"/>
                </a:cubicBezTo>
                <a:cubicBezTo>
                  <a:pt x="3251799" y="1859213"/>
                  <a:pt x="3249368" y="1858131"/>
                  <a:pt x="3244187" y="1857604"/>
                </a:cubicBezTo>
                <a:cubicBezTo>
                  <a:pt x="3250860" y="1853873"/>
                  <a:pt x="3250577" y="1852999"/>
                  <a:pt x="3246570" y="1852946"/>
                </a:cubicBezTo>
                <a:lnTo>
                  <a:pt x="3237810" y="1853064"/>
                </a:lnTo>
                <a:lnTo>
                  <a:pt x="3230822" y="1855474"/>
                </a:lnTo>
                <a:cubicBezTo>
                  <a:pt x="3206812" y="1862286"/>
                  <a:pt x="3176733" y="1868865"/>
                  <a:pt x="3136549" y="1874037"/>
                </a:cubicBezTo>
                <a:cubicBezTo>
                  <a:pt x="3081163" y="1880168"/>
                  <a:pt x="2902557" y="1900580"/>
                  <a:pt x="2845754" y="1910932"/>
                </a:cubicBezTo>
                <a:cubicBezTo>
                  <a:pt x="2860822" y="1944376"/>
                  <a:pt x="2813389" y="1905358"/>
                  <a:pt x="2786878" y="1917162"/>
                </a:cubicBezTo>
                <a:cubicBezTo>
                  <a:pt x="2766803" y="1917398"/>
                  <a:pt x="2741628" y="1915886"/>
                  <a:pt x="2725298" y="1912340"/>
                </a:cubicBezTo>
                <a:cubicBezTo>
                  <a:pt x="2716680" y="1911427"/>
                  <a:pt x="2707572" y="1911972"/>
                  <a:pt x="2697754" y="1914863"/>
                </a:cubicBezTo>
                <a:cubicBezTo>
                  <a:pt x="2667185" y="1939014"/>
                  <a:pt x="2622149" y="1926211"/>
                  <a:pt x="2568063" y="1936283"/>
                </a:cubicBezTo>
                <a:cubicBezTo>
                  <a:pt x="2552625" y="1932001"/>
                  <a:pt x="2502682" y="1953378"/>
                  <a:pt x="2489784" y="1943720"/>
                </a:cubicBezTo>
                <a:cubicBezTo>
                  <a:pt x="2478524" y="1943155"/>
                  <a:pt x="2467418" y="1949411"/>
                  <a:pt x="2458978" y="1938095"/>
                </a:cubicBezTo>
                <a:cubicBezTo>
                  <a:pt x="2417552" y="1934639"/>
                  <a:pt x="2366376" y="1931293"/>
                  <a:pt x="2318712" y="1934474"/>
                </a:cubicBezTo>
                <a:cubicBezTo>
                  <a:pt x="2296029" y="1936526"/>
                  <a:pt x="2282069" y="1938434"/>
                  <a:pt x="2268709" y="1940521"/>
                </a:cubicBezTo>
                <a:lnTo>
                  <a:pt x="2264080" y="1941232"/>
                </a:lnTo>
                <a:lnTo>
                  <a:pt x="2254684" y="1943524"/>
                </a:lnTo>
                <a:lnTo>
                  <a:pt x="2252523" y="1943004"/>
                </a:lnTo>
                <a:lnTo>
                  <a:pt x="2173350" y="1929202"/>
                </a:lnTo>
                <a:lnTo>
                  <a:pt x="2155266" y="1920267"/>
                </a:lnTo>
                <a:lnTo>
                  <a:pt x="2091013" y="1914631"/>
                </a:lnTo>
                <a:cubicBezTo>
                  <a:pt x="2033357" y="1920614"/>
                  <a:pt x="2070513" y="1905065"/>
                  <a:pt x="2030712" y="1897690"/>
                </a:cubicBezTo>
                <a:cubicBezTo>
                  <a:pt x="1994539" y="1893055"/>
                  <a:pt x="1958569" y="1883188"/>
                  <a:pt x="1908838" y="1892222"/>
                </a:cubicBezTo>
                <a:cubicBezTo>
                  <a:pt x="1897236" y="1896147"/>
                  <a:pt x="1883338" y="1892415"/>
                  <a:pt x="1877796" y="1883887"/>
                </a:cubicBezTo>
                <a:cubicBezTo>
                  <a:pt x="1876842" y="1882419"/>
                  <a:pt x="1876177" y="1880863"/>
                  <a:pt x="1875824" y="1879265"/>
                </a:cubicBezTo>
                <a:cubicBezTo>
                  <a:pt x="1843474" y="1887199"/>
                  <a:pt x="1841511" y="1873818"/>
                  <a:pt x="1823048" y="1881064"/>
                </a:cubicBezTo>
                <a:cubicBezTo>
                  <a:pt x="1792640" y="1872164"/>
                  <a:pt x="1782358" y="1850450"/>
                  <a:pt x="1765736" y="1856578"/>
                </a:cubicBezTo>
                <a:cubicBezTo>
                  <a:pt x="1753024" y="1849107"/>
                  <a:pt x="1745932" y="1828316"/>
                  <a:pt x="1725669" y="1833744"/>
                </a:cubicBezTo>
                <a:cubicBezTo>
                  <a:pt x="1727428" y="1831405"/>
                  <a:pt x="1726953" y="1830157"/>
                  <a:pt x="1725216" y="1829447"/>
                </a:cubicBezTo>
                <a:lnTo>
                  <a:pt x="1721485" y="1828960"/>
                </a:lnTo>
                <a:lnTo>
                  <a:pt x="1717786" y="1832224"/>
                </a:lnTo>
                <a:cubicBezTo>
                  <a:pt x="1703445" y="1843277"/>
                  <a:pt x="1706547" y="1827935"/>
                  <a:pt x="1689907" y="1825425"/>
                </a:cubicBezTo>
                <a:cubicBezTo>
                  <a:pt x="1682338" y="1823445"/>
                  <a:pt x="1685181" y="1820226"/>
                  <a:pt x="1688093" y="1817391"/>
                </a:cubicBezTo>
                <a:lnTo>
                  <a:pt x="1496789" y="1805297"/>
                </a:lnTo>
                <a:cubicBezTo>
                  <a:pt x="1463551" y="1793913"/>
                  <a:pt x="1426345" y="1786892"/>
                  <a:pt x="1392839" y="1758649"/>
                </a:cubicBezTo>
                <a:cubicBezTo>
                  <a:pt x="1386461" y="1750573"/>
                  <a:pt x="1374031" y="1756918"/>
                  <a:pt x="1360872" y="1752441"/>
                </a:cubicBezTo>
                <a:cubicBezTo>
                  <a:pt x="1347711" y="1747963"/>
                  <a:pt x="1332751" y="1735898"/>
                  <a:pt x="1313885" y="1731785"/>
                </a:cubicBezTo>
                <a:cubicBezTo>
                  <a:pt x="1281989" y="1726305"/>
                  <a:pt x="1256405" y="1739744"/>
                  <a:pt x="1247665" y="1727765"/>
                </a:cubicBezTo>
                <a:cubicBezTo>
                  <a:pt x="1231363" y="1728538"/>
                  <a:pt x="1209120" y="1742556"/>
                  <a:pt x="1196850" y="1729622"/>
                </a:cubicBezTo>
                <a:cubicBezTo>
                  <a:pt x="1195195" y="1740224"/>
                  <a:pt x="1178147" y="1721561"/>
                  <a:pt x="1168728" y="1728550"/>
                </a:cubicBezTo>
                <a:cubicBezTo>
                  <a:pt x="1152073" y="1727193"/>
                  <a:pt x="1122804" y="1725926"/>
                  <a:pt x="1096918" y="1721485"/>
                </a:cubicBezTo>
                <a:lnTo>
                  <a:pt x="1094082" y="1720113"/>
                </a:lnTo>
                <a:lnTo>
                  <a:pt x="1040782" y="1721762"/>
                </a:lnTo>
                <a:cubicBezTo>
                  <a:pt x="987172" y="1722352"/>
                  <a:pt x="1023272" y="1708707"/>
                  <a:pt x="955980" y="1719289"/>
                </a:cubicBezTo>
                <a:cubicBezTo>
                  <a:pt x="948995" y="1714208"/>
                  <a:pt x="940521" y="1713816"/>
                  <a:pt x="926108" y="1715917"/>
                </a:cubicBezTo>
                <a:cubicBezTo>
                  <a:pt x="900077" y="1715834"/>
                  <a:pt x="902688" y="1703436"/>
                  <a:pt x="876049" y="1710422"/>
                </a:cubicBezTo>
                <a:cubicBezTo>
                  <a:pt x="881084" y="1703830"/>
                  <a:pt x="826830" y="1706893"/>
                  <a:pt x="839194" y="1700176"/>
                </a:cubicBezTo>
                <a:cubicBezTo>
                  <a:pt x="822548" y="1693764"/>
                  <a:pt x="813674" y="1703628"/>
                  <a:pt x="797112" y="1698014"/>
                </a:cubicBezTo>
                <a:cubicBezTo>
                  <a:pt x="778195" y="1696418"/>
                  <a:pt x="807647" y="1705364"/>
                  <a:pt x="786610" y="1705455"/>
                </a:cubicBezTo>
                <a:cubicBezTo>
                  <a:pt x="761170" y="1704357"/>
                  <a:pt x="760599" y="1716610"/>
                  <a:pt x="741833" y="1700566"/>
                </a:cubicBezTo>
                <a:lnTo>
                  <a:pt x="673985" y="1692278"/>
                </a:lnTo>
                <a:cubicBezTo>
                  <a:pt x="658515" y="1695829"/>
                  <a:pt x="646395" y="1693620"/>
                  <a:pt x="634665" y="1689550"/>
                </a:cubicBezTo>
                <a:cubicBezTo>
                  <a:pt x="599149" y="1689690"/>
                  <a:pt x="567176" y="1683160"/>
                  <a:pt x="527471" y="1679869"/>
                </a:cubicBezTo>
                <a:cubicBezTo>
                  <a:pt x="484099" y="1683240"/>
                  <a:pt x="462693" y="1671949"/>
                  <a:pt x="420260" y="1668475"/>
                </a:cubicBezTo>
                <a:cubicBezTo>
                  <a:pt x="377482" y="1677390"/>
                  <a:pt x="393500" y="1652730"/>
                  <a:pt x="357630" y="1652142"/>
                </a:cubicBezTo>
                <a:cubicBezTo>
                  <a:pt x="298692" y="1659518"/>
                  <a:pt x="359631" y="1643849"/>
                  <a:pt x="269407" y="1643812"/>
                </a:cubicBezTo>
                <a:cubicBezTo>
                  <a:pt x="264204" y="1645215"/>
                  <a:pt x="253436" y="1643159"/>
                  <a:pt x="254769" y="1641013"/>
                </a:cubicBezTo>
                <a:cubicBezTo>
                  <a:pt x="234996" y="1641090"/>
                  <a:pt x="179093" y="1626583"/>
                  <a:pt x="150763" y="1628143"/>
                </a:cubicBezTo>
                <a:cubicBezTo>
                  <a:pt x="96232" y="1619954"/>
                  <a:pt x="68845" y="1629422"/>
                  <a:pt x="29133" y="1626172"/>
                </a:cubicBezTo>
                <a:lnTo>
                  <a:pt x="0" y="1619589"/>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BD920728-8BA3-6AF1-FE72-8918D0481E20}"/>
              </a:ext>
            </a:extLst>
          </p:cNvPr>
          <p:cNvSpPr>
            <a:spLocks noGrp="1"/>
          </p:cNvSpPr>
          <p:nvPr>
            <p:ph type="title"/>
          </p:nvPr>
        </p:nvSpPr>
        <p:spPr>
          <a:xfrm>
            <a:off x="828675" y="494414"/>
            <a:ext cx="10534650" cy="817403"/>
          </a:xfrm>
        </p:spPr>
        <p:txBody>
          <a:bodyPr vert="horz" wrap="square" lIns="76200" tIns="45720" rIns="76200" bIns="45720" rtlCol="0" anchor="ctr">
            <a:normAutofit/>
          </a:bodyPr>
          <a:lstStyle/>
          <a:p>
            <a:pPr algn="l"/>
            <a:r>
              <a:rPr lang="en-US" sz="1800" b="1" kern="1200" dirty="0">
                <a:solidFill>
                  <a:srgbClr val="232323"/>
                </a:solidFill>
                <a:latin typeface="Aptos Display"/>
                <a:ea typeface="+mj-ea"/>
                <a:cs typeface="+mj-cs"/>
              </a:rPr>
              <a:t>EKG </a:t>
            </a:r>
            <a:r>
              <a:rPr lang="en-US" sz="1800" b="1" kern="1200" dirty="0" err="1">
                <a:solidFill>
                  <a:srgbClr val="232323"/>
                </a:solidFill>
                <a:latin typeface="Aptos Display"/>
                <a:ea typeface="+mj-ea"/>
                <a:cs typeface="+mj-cs"/>
              </a:rPr>
              <a:t>įrašo</a:t>
            </a:r>
            <a:r>
              <a:rPr lang="en-US" sz="1800" b="1" kern="1200" dirty="0">
                <a:solidFill>
                  <a:srgbClr val="232323"/>
                </a:solidFill>
                <a:latin typeface="Aptos Display"/>
                <a:ea typeface="+mj-ea"/>
                <a:cs typeface="+mj-cs"/>
              </a:rPr>
              <a:t> </a:t>
            </a:r>
            <a:r>
              <a:rPr lang="en-US" sz="1800" b="1" kern="1200" dirty="0" err="1">
                <a:solidFill>
                  <a:srgbClr val="232323"/>
                </a:solidFill>
                <a:latin typeface="Aptos Display"/>
                <a:ea typeface="+mj-ea"/>
                <a:cs typeface="+mj-cs"/>
              </a:rPr>
              <a:t>fragmentas</a:t>
            </a:r>
            <a:r>
              <a:rPr lang="en-US" sz="1800" b="1" kern="1200" dirty="0">
                <a:solidFill>
                  <a:srgbClr val="232323"/>
                </a:solidFill>
                <a:latin typeface="Aptos Display"/>
                <a:ea typeface="+mj-ea"/>
                <a:cs typeface="+mj-cs"/>
              </a:rPr>
              <a:t>, </a:t>
            </a:r>
            <a:r>
              <a:rPr lang="lt-LT" sz="1800" b="1" kern="1200" dirty="0">
                <a:solidFill>
                  <a:srgbClr val="232323"/>
                </a:solidFill>
                <a:latin typeface="Aptos Display"/>
                <a:ea typeface="+mj-ea"/>
                <a:cs typeface="+mj-cs"/>
              </a:rPr>
              <a:t>‚cutoff‘</a:t>
            </a:r>
            <a:r>
              <a:rPr lang="en-US" sz="1800" b="1" kern="1200" dirty="0">
                <a:solidFill>
                  <a:srgbClr val="232323"/>
                </a:solidFill>
                <a:latin typeface="Aptos Display"/>
                <a:ea typeface="+mj-ea"/>
                <a:cs typeface="+mj-cs"/>
              </a:rPr>
              <a:t> filtras 0.5 Hz</a:t>
            </a:r>
          </a:p>
        </p:txBody>
      </p:sp>
      <p:pic>
        <p:nvPicPr>
          <p:cNvPr id="7" name="Picture 6">
            <a:extLst>
              <a:ext uri="{FF2B5EF4-FFF2-40B4-BE49-F238E27FC236}">
                <a16:creationId xmlns:a16="http://schemas.microsoft.com/office/drawing/2014/main" id="{1C96442C-F824-F116-8FE3-13D595146EDE}"/>
              </a:ext>
            </a:extLst>
          </p:cNvPr>
          <p:cNvPicPr>
            <a:picLocks noChangeAspect="1"/>
          </p:cNvPicPr>
          <p:nvPr/>
        </p:nvPicPr>
        <p:blipFill>
          <a:blip r:embed="rId3"/>
          <a:stretch>
            <a:fillRect/>
          </a:stretch>
        </p:blipFill>
        <p:spPr>
          <a:xfrm>
            <a:off x="206257" y="2466458"/>
            <a:ext cx="11157068" cy="3659593"/>
          </a:xfrm>
          <a:prstGeom prst="rect">
            <a:avLst/>
          </a:prstGeom>
        </p:spPr>
      </p:pic>
    </p:spTree>
    <p:extLst>
      <p:ext uri="{BB962C8B-B14F-4D97-AF65-F5344CB8AC3E}">
        <p14:creationId xmlns:p14="http://schemas.microsoft.com/office/powerpoint/2010/main" val="1152915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32AEEBC8-9D30-42EF-95F2-386C2653FB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E2413C1-8EFD-1A3E-4769-76055DD49542}"/>
              </a:ext>
            </a:extLst>
          </p:cNvPr>
          <p:cNvSpPr>
            <a:spLocks noGrp="1"/>
          </p:cNvSpPr>
          <p:nvPr>
            <p:ph type="title"/>
          </p:nvPr>
        </p:nvSpPr>
        <p:spPr>
          <a:xfrm>
            <a:off x="630936" y="502920"/>
            <a:ext cx="3419856" cy="1463040"/>
          </a:xfrm>
        </p:spPr>
        <p:txBody>
          <a:bodyPr vert="horz" wrap="square" lIns="76200" tIns="45720" rIns="76200" bIns="45720" rtlCol="0" anchor="ctr">
            <a:normAutofit/>
          </a:bodyPr>
          <a:lstStyle/>
          <a:p>
            <a:pPr algn="l"/>
            <a:r>
              <a:rPr lang="en-US" sz="1800" b="1" kern="1200">
                <a:solidFill>
                  <a:srgbClr val="232323"/>
                </a:solidFill>
                <a:latin typeface="Aptos Display"/>
                <a:ea typeface="+mj-ea"/>
                <a:cs typeface="+mj-cs"/>
              </a:rPr>
              <a:t>Fragmento spektras</a:t>
            </a:r>
          </a:p>
        </p:txBody>
      </p:sp>
      <p:sp>
        <p:nvSpPr>
          <p:cNvPr id="14" name="sketch line">
            <a:extLst>
              <a:ext uri="{FF2B5EF4-FFF2-40B4-BE49-F238E27FC236}">
                <a16:creationId xmlns:a16="http://schemas.microsoft.com/office/drawing/2014/main" id="{2E92FA66-67D7-4CB4-94D3-E643A9AD47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566159" y="1225296"/>
            <a:ext cx="1554480" cy="18288"/>
          </a:xfrm>
          <a:custGeom>
            <a:avLst/>
            <a:gdLst>
              <a:gd name="csX0" fmla="*/ 0 w 1554480"/>
              <a:gd name="csY0" fmla="*/ 0 h 18288"/>
              <a:gd name="csX1" fmla="*/ 549250 w 1554480"/>
              <a:gd name="csY1" fmla="*/ 0 h 18288"/>
              <a:gd name="csX2" fmla="*/ 1082954 w 1554480"/>
              <a:gd name="csY2" fmla="*/ 0 h 18288"/>
              <a:gd name="csX3" fmla="*/ 1554480 w 1554480"/>
              <a:gd name="csY3" fmla="*/ 0 h 18288"/>
              <a:gd name="csX4" fmla="*/ 1554480 w 1554480"/>
              <a:gd name="csY4" fmla="*/ 18288 h 18288"/>
              <a:gd name="csX5" fmla="*/ 1067410 w 1554480"/>
              <a:gd name="csY5" fmla="*/ 18288 h 18288"/>
              <a:gd name="csX6" fmla="*/ 549250 w 1554480"/>
              <a:gd name="csY6" fmla="*/ 18288 h 18288"/>
              <a:gd name="csX7" fmla="*/ 0 w 1554480"/>
              <a:gd name="csY7" fmla="*/ 18288 h 18288"/>
              <a:gd name="csX8" fmla="*/ 0 w 1554480"/>
              <a:gd name="csY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554480" h="18288" fill="none" extrusionOk="0">
                <a:moveTo>
                  <a:pt x="0" y="0"/>
                </a:moveTo>
                <a:cubicBezTo>
                  <a:pt x="114141" y="-19864"/>
                  <a:pt x="345055" y="-1657"/>
                  <a:pt x="549250" y="0"/>
                </a:cubicBezTo>
                <a:cubicBezTo>
                  <a:pt x="753445" y="1657"/>
                  <a:pt x="862292" y="-5674"/>
                  <a:pt x="1082954" y="0"/>
                </a:cubicBezTo>
                <a:cubicBezTo>
                  <a:pt x="1303616" y="5674"/>
                  <a:pt x="1363530" y="4537"/>
                  <a:pt x="1554480" y="0"/>
                </a:cubicBezTo>
                <a:cubicBezTo>
                  <a:pt x="1554963" y="7176"/>
                  <a:pt x="1553909" y="13682"/>
                  <a:pt x="1554480" y="18288"/>
                </a:cubicBezTo>
                <a:cubicBezTo>
                  <a:pt x="1338847" y="6127"/>
                  <a:pt x="1215066" y="37851"/>
                  <a:pt x="1067410" y="18288"/>
                </a:cubicBezTo>
                <a:cubicBezTo>
                  <a:pt x="919754" y="-1275"/>
                  <a:pt x="800465" y="3080"/>
                  <a:pt x="549250" y="18288"/>
                </a:cubicBezTo>
                <a:cubicBezTo>
                  <a:pt x="298035" y="33496"/>
                  <a:pt x="158868" y="22769"/>
                  <a:pt x="0" y="18288"/>
                </a:cubicBezTo>
                <a:cubicBezTo>
                  <a:pt x="-655" y="13237"/>
                  <a:pt x="709" y="4645"/>
                  <a:pt x="0" y="0"/>
                </a:cubicBezTo>
                <a:close/>
              </a:path>
              <a:path w="1554480" h="18288" stroke="0" extrusionOk="0">
                <a:moveTo>
                  <a:pt x="0" y="0"/>
                </a:moveTo>
                <a:cubicBezTo>
                  <a:pt x="249941" y="-58"/>
                  <a:pt x="367334" y="23448"/>
                  <a:pt x="502615" y="0"/>
                </a:cubicBezTo>
                <a:cubicBezTo>
                  <a:pt x="637897" y="-23448"/>
                  <a:pt x="813653" y="-20418"/>
                  <a:pt x="974141" y="0"/>
                </a:cubicBezTo>
                <a:cubicBezTo>
                  <a:pt x="1134629" y="20418"/>
                  <a:pt x="1268772" y="6288"/>
                  <a:pt x="1554480" y="0"/>
                </a:cubicBezTo>
                <a:cubicBezTo>
                  <a:pt x="1554917" y="7222"/>
                  <a:pt x="1555359" y="13299"/>
                  <a:pt x="1554480" y="18288"/>
                </a:cubicBezTo>
                <a:cubicBezTo>
                  <a:pt x="1336087" y="12172"/>
                  <a:pt x="1310024" y="19759"/>
                  <a:pt x="1067410" y="18288"/>
                </a:cubicBezTo>
                <a:cubicBezTo>
                  <a:pt x="824796" y="16818"/>
                  <a:pt x="787902" y="34647"/>
                  <a:pt x="518160" y="18288"/>
                </a:cubicBezTo>
                <a:cubicBezTo>
                  <a:pt x="248418" y="1930"/>
                  <a:pt x="133160" y="9205"/>
                  <a:pt x="0" y="18288"/>
                </a:cubicBezTo>
                <a:cubicBezTo>
                  <a:pt x="-643" y="9451"/>
                  <a:pt x="-340" y="7114"/>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F6E45681-46BF-2711-4CF7-119C3752828C}"/>
              </a:ext>
            </a:extLst>
          </p:cNvPr>
          <p:cNvSpPr txBox="1"/>
          <p:nvPr/>
        </p:nvSpPr>
        <p:spPr>
          <a:xfrm>
            <a:off x="4654295" y="502920"/>
            <a:ext cx="6894576" cy="1463040"/>
          </a:xfrm>
          <a:prstGeom prst="rect">
            <a:avLst/>
          </a:prstGeom>
        </p:spPr>
        <p:txBody>
          <a:bodyPr vert="horz" wrap="square" lIns="50800" tIns="50800" rIns="50800" bIns="50800" rtlCol="0" anchor="ctr">
            <a:normAutofit/>
          </a:bodyPr>
          <a:lstStyle/>
          <a:p>
            <a:pPr>
              <a:defRPr sz="1800" b="0">
                <a:solidFill>
                  <a:srgbClr val="232323"/>
                </a:solidFill>
                <a:latin typeface="Aptos"/>
              </a:defRPr>
            </a:pPr>
            <a:r>
              <a:rPr b="1"/>
              <a:t>Įverčiai:</a:t>
            </a:r>
            <a:endParaRPr lang="lt-LT" sz="2000" dirty="0"/>
          </a:p>
          <a:p>
            <a:pPr>
              <a:defRPr sz="1800" b="0">
                <a:solidFill>
                  <a:srgbClr val="232323"/>
                </a:solidFill>
                <a:latin typeface="Aptos"/>
              </a:defRPr>
            </a:pPr>
            <a:r>
              <a:t>motion_artifact  0.7200</a:t>
            </a:r>
          </a:p>
          <a:p>
            <a:pPr>
              <a:defRPr sz="1800" b="0">
                <a:solidFill>
                  <a:srgbClr val="232323"/>
                </a:solidFill>
                <a:latin typeface="Aptos"/>
              </a:defRPr>
            </a:pPr>
            <a:r>
              <a:t>emg_broadband  0.1139</a:t>
            </a:r>
          </a:p>
          <a:p>
            <a:pPr>
              <a:defRPr sz="1800" b="0">
                <a:solidFill>
                  <a:srgbClr val="232323"/>
                </a:solidFill>
                <a:latin typeface="Aptos"/>
              </a:defRPr>
            </a:pPr>
            <a:r>
              <a:t>powerline_50hz  0.0017</a:t>
            </a:r>
          </a:p>
        </p:txBody>
      </p:sp>
      <p:pic>
        <p:nvPicPr>
          <p:cNvPr id="8" name="Content Placeholder 7">
            <a:extLst>
              <a:ext uri="{FF2B5EF4-FFF2-40B4-BE49-F238E27FC236}">
                <a16:creationId xmlns:a16="http://schemas.microsoft.com/office/drawing/2014/main" id="{D9385692-371D-C32B-224D-CE9E8C91E4EC}"/>
              </a:ext>
            </a:extLst>
          </p:cNvPr>
          <p:cNvPicPr>
            <a:picLocks noGrp="1" noChangeAspect="1"/>
          </p:cNvPicPr>
          <p:nvPr>
            <p:ph idx="1"/>
          </p:nvPr>
        </p:nvPicPr>
        <p:blipFill>
          <a:blip r:embed="rId3"/>
          <a:stretch>
            <a:fillRect/>
          </a:stretch>
        </p:blipFill>
        <p:spPr>
          <a:xfrm>
            <a:off x="651446" y="2208243"/>
            <a:ext cx="10526586" cy="4146837"/>
          </a:xfrm>
          <a:prstGeom prst="rect">
            <a:avLst/>
          </a:prstGeom>
        </p:spPr>
      </p:pic>
    </p:spTree>
    <p:extLst>
      <p:ext uri="{BB962C8B-B14F-4D97-AF65-F5344CB8AC3E}">
        <p14:creationId xmlns:p14="http://schemas.microsoft.com/office/powerpoint/2010/main" val="39902414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F0DCC097-1DB8-4B6D-85D0-6FBA0E1CA4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E0B58608-23C8-4441-994D-C6823EEE1D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9" cy="2083506"/>
          </a:xfrm>
          <a:custGeom>
            <a:avLst/>
            <a:gdLst>
              <a:gd name="connsiteX0" fmla="*/ 0 w 12191999"/>
              <a:gd name="connsiteY0" fmla="*/ 0 h 2083506"/>
              <a:gd name="connsiteX1" fmla="*/ 9429748 w 12191999"/>
              <a:gd name="connsiteY1" fmla="*/ 0 h 2083506"/>
              <a:gd name="connsiteX2" fmla="*/ 9429748 w 12191999"/>
              <a:gd name="connsiteY2" fmla="*/ 1 h 2083506"/>
              <a:gd name="connsiteX3" fmla="*/ 12191999 w 12191999"/>
              <a:gd name="connsiteY3" fmla="*/ 1 h 2083506"/>
              <a:gd name="connsiteX4" fmla="*/ 12191999 w 12191999"/>
              <a:gd name="connsiteY4" fmla="*/ 1164372 h 2083506"/>
              <a:gd name="connsiteX5" fmla="*/ 12147852 w 12191999"/>
              <a:gd name="connsiteY5" fmla="*/ 1163783 h 2083506"/>
              <a:gd name="connsiteX6" fmla="*/ 11993604 w 12191999"/>
              <a:gd name="connsiteY6" fmla="*/ 1153496 h 2083506"/>
              <a:gd name="connsiteX7" fmla="*/ 11865319 w 12191999"/>
              <a:gd name="connsiteY7" fmla="*/ 1176624 h 2083506"/>
              <a:gd name="connsiteX8" fmla="*/ 11718353 w 12191999"/>
              <a:gd name="connsiteY8" fmla="*/ 1209136 h 2083506"/>
              <a:gd name="connsiteX9" fmla="*/ 11609067 w 12191999"/>
              <a:gd name="connsiteY9" fmla="*/ 1218512 h 2083506"/>
              <a:gd name="connsiteX10" fmla="*/ 11545958 w 12191999"/>
              <a:gd name="connsiteY10" fmla="*/ 1240430 h 2083506"/>
              <a:gd name="connsiteX11" fmla="*/ 11445770 w 12191999"/>
              <a:gd name="connsiteY11" fmla="*/ 1225780 h 2083506"/>
              <a:gd name="connsiteX12" fmla="*/ 11398842 w 12191999"/>
              <a:gd name="connsiteY12" fmla="*/ 1227250 h 2083506"/>
              <a:gd name="connsiteX13" fmla="*/ 11240093 w 12191999"/>
              <a:gd name="connsiteY13" fmla="*/ 1266797 h 2083506"/>
              <a:gd name="connsiteX14" fmla="*/ 11141364 w 12191999"/>
              <a:gd name="connsiteY14" fmla="*/ 1288059 h 2083506"/>
              <a:gd name="connsiteX15" fmla="*/ 11015396 w 12191999"/>
              <a:gd name="connsiteY15" fmla="*/ 1353104 h 2083506"/>
              <a:gd name="connsiteX16" fmla="*/ 10973905 w 12191999"/>
              <a:gd name="connsiteY16" fmla="*/ 1365109 h 2083506"/>
              <a:gd name="connsiteX17" fmla="*/ 10904858 w 12191999"/>
              <a:gd name="connsiteY17" fmla="*/ 1371966 h 2083506"/>
              <a:gd name="connsiteX18" fmla="*/ 10827883 w 12191999"/>
              <a:gd name="connsiteY18" fmla="*/ 1410270 h 2083506"/>
              <a:gd name="connsiteX19" fmla="*/ 10690996 w 12191999"/>
              <a:gd name="connsiteY19" fmla="*/ 1426394 h 2083506"/>
              <a:gd name="connsiteX20" fmla="*/ 10624461 w 12191999"/>
              <a:gd name="connsiteY20" fmla="*/ 1444283 h 2083506"/>
              <a:gd name="connsiteX21" fmla="*/ 10517208 w 12191999"/>
              <a:gd name="connsiteY21" fmla="*/ 1478947 h 2083506"/>
              <a:gd name="connsiteX22" fmla="*/ 10497937 w 12191999"/>
              <a:gd name="connsiteY22" fmla="*/ 1469831 h 2083506"/>
              <a:gd name="connsiteX23" fmla="*/ 10471201 w 12191999"/>
              <a:gd name="connsiteY23" fmla="*/ 1486037 h 2083506"/>
              <a:gd name="connsiteX24" fmla="*/ 10448263 w 12191999"/>
              <a:gd name="connsiteY24" fmla="*/ 1478223 h 2083506"/>
              <a:gd name="connsiteX25" fmla="*/ 10388089 w 12191999"/>
              <a:gd name="connsiteY25" fmla="*/ 1507175 h 2083506"/>
              <a:gd name="connsiteX26" fmla="*/ 10333720 w 12191999"/>
              <a:gd name="connsiteY26" fmla="*/ 1515848 h 2083506"/>
              <a:gd name="connsiteX27" fmla="*/ 10104338 w 12191999"/>
              <a:gd name="connsiteY27" fmla="*/ 1569424 h 2083506"/>
              <a:gd name="connsiteX28" fmla="*/ 9910445 w 12191999"/>
              <a:gd name="connsiteY28" fmla="*/ 1632275 h 2083506"/>
              <a:gd name="connsiteX29" fmla="*/ 9770872 w 12191999"/>
              <a:gd name="connsiteY29" fmla="*/ 1688088 h 2083506"/>
              <a:gd name="connsiteX30" fmla="*/ 9733849 w 12191999"/>
              <a:gd name="connsiteY30" fmla="*/ 1700034 h 2083506"/>
              <a:gd name="connsiteX31" fmla="*/ 9703714 w 12191999"/>
              <a:gd name="connsiteY31" fmla="*/ 1730093 h 2083506"/>
              <a:gd name="connsiteX32" fmla="*/ 9698351 w 12191999"/>
              <a:gd name="connsiteY32" fmla="*/ 1730377 h 2083506"/>
              <a:gd name="connsiteX33" fmla="*/ 9632895 w 12191999"/>
              <a:gd name="connsiteY33" fmla="*/ 1736363 h 2083506"/>
              <a:gd name="connsiteX34" fmla="*/ 9569107 w 12191999"/>
              <a:gd name="connsiteY34" fmla="*/ 1741010 h 2083506"/>
              <a:gd name="connsiteX35" fmla="*/ 9536451 w 12191999"/>
              <a:gd name="connsiteY35" fmla="*/ 1755120 h 2083506"/>
              <a:gd name="connsiteX36" fmla="*/ 9529385 w 12191999"/>
              <a:gd name="connsiteY36" fmla="*/ 1757515 h 2083506"/>
              <a:gd name="connsiteX37" fmla="*/ 9498527 w 12191999"/>
              <a:gd name="connsiteY37" fmla="*/ 1753117 h 2083506"/>
              <a:gd name="connsiteX38" fmla="*/ 9436642 w 12191999"/>
              <a:gd name="connsiteY38" fmla="*/ 1755478 h 2083506"/>
              <a:gd name="connsiteX39" fmla="*/ 9429748 w 12191999"/>
              <a:gd name="connsiteY39" fmla="*/ 1756317 h 2083506"/>
              <a:gd name="connsiteX40" fmla="*/ 9429748 w 12191999"/>
              <a:gd name="connsiteY40" fmla="*/ 1768745 h 2083506"/>
              <a:gd name="connsiteX41" fmla="*/ 9425802 w 12191999"/>
              <a:gd name="connsiteY41" fmla="*/ 1769273 h 2083506"/>
              <a:gd name="connsiteX42" fmla="*/ 9349763 w 12191999"/>
              <a:gd name="connsiteY42" fmla="*/ 1776107 h 2083506"/>
              <a:gd name="connsiteX43" fmla="*/ 9256503 w 12191999"/>
              <a:gd name="connsiteY43" fmla="*/ 1800699 h 2083506"/>
              <a:gd name="connsiteX44" fmla="*/ 9222873 w 12191999"/>
              <a:gd name="connsiteY44" fmla="*/ 1803003 h 2083506"/>
              <a:gd name="connsiteX45" fmla="*/ 9224095 w 12191999"/>
              <a:gd name="connsiteY45" fmla="*/ 1807355 h 2083506"/>
              <a:gd name="connsiteX46" fmla="*/ 9211603 w 12191999"/>
              <a:gd name="connsiteY46" fmla="*/ 1807675 h 2083506"/>
              <a:gd name="connsiteX47" fmla="*/ 9183719 w 12191999"/>
              <a:gd name="connsiteY47" fmla="*/ 1807781 h 2083506"/>
              <a:gd name="connsiteX48" fmla="*/ 9100221 w 12191999"/>
              <a:gd name="connsiteY48" fmla="*/ 1808989 h 2083506"/>
              <a:gd name="connsiteX49" fmla="*/ 9077439 w 12191999"/>
              <a:gd name="connsiteY49" fmla="*/ 1817333 h 2083506"/>
              <a:gd name="connsiteX50" fmla="*/ 9055889 w 12191999"/>
              <a:gd name="connsiteY50" fmla="*/ 1817464 h 2083506"/>
              <a:gd name="connsiteX51" fmla="*/ 8930912 w 12191999"/>
              <a:gd name="connsiteY51" fmla="*/ 1828648 h 2083506"/>
              <a:gd name="connsiteX52" fmla="*/ 8913729 w 12191999"/>
              <a:gd name="connsiteY52" fmla="*/ 1829483 h 2083506"/>
              <a:gd name="connsiteX53" fmla="*/ 8904423 w 12191999"/>
              <a:gd name="connsiteY53" fmla="*/ 1833234 h 2083506"/>
              <a:gd name="connsiteX54" fmla="*/ 8871099 w 12191999"/>
              <a:gd name="connsiteY54" fmla="*/ 1833979 h 2083506"/>
              <a:gd name="connsiteX55" fmla="*/ 8869557 w 12191999"/>
              <a:gd name="connsiteY55" fmla="*/ 1836113 h 2083506"/>
              <a:gd name="connsiteX56" fmla="*/ 8760021 w 12191999"/>
              <a:gd name="connsiteY56" fmla="*/ 1854442 h 2083506"/>
              <a:gd name="connsiteX57" fmla="*/ 8741254 w 12191999"/>
              <a:gd name="connsiteY57" fmla="*/ 1857469 h 2083506"/>
              <a:gd name="connsiteX58" fmla="*/ 8725039 w 12191999"/>
              <a:gd name="connsiteY58" fmla="*/ 1856552 h 2083506"/>
              <a:gd name="connsiteX59" fmla="*/ 8635265 w 12191999"/>
              <a:gd name="connsiteY59" fmla="*/ 1859168 h 2083506"/>
              <a:gd name="connsiteX60" fmla="*/ 8613911 w 12191999"/>
              <a:gd name="connsiteY60" fmla="*/ 1857561 h 2083506"/>
              <a:gd name="connsiteX61" fmla="*/ 8604931 w 12191999"/>
              <a:gd name="connsiteY61" fmla="*/ 1854170 h 2083506"/>
              <a:gd name="connsiteX62" fmla="*/ 8570171 w 12191999"/>
              <a:gd name="connsiteY62" fmla="*/ 1860579 h 2083506"/>
              <a:gd name="connsiteX63" fmla="*/ 8516537 w 12191999"/>
              <a:gd name="connsiteY63" fmla="*/ 1864971 h 2083506"/>
              <a:gd name="connsiteX64" fmla="*/ 8491046 w 12191999"/>
              <a:gd name="connsiteY64" fmla="*/ 1868141 h 2083506"/>
              <a:gd name="connsiteX65" fmla="*/ 8470478 w 12191999"/>
              <a:gd name="connsiteY65" fmla="*/ 1866216 h 2083506"/>
              <a:gd name="connsiteX66" fmla="*/ 8353433 w 12191999"/>
              <a:gd name="connsiteY66" fmla="*/ 1865729 h 2083506"/>
              <a:gd name="connsiteX67" fmla="*/ 8347675 w 12191999"/>
              <a:gd name="connsiteY67" fmla="*/ 1865075 h 2083506"/>
              <a:gd name="connsiteX68" fmla="*/ 8343939 w 12191999"/>
              <a:gd name="connsiteY68" fmla="*/ 1865677 h 2083506"/>
              <a:gd name="connsiteX69" fmla="*/ 8221566 w 12191999"/>
              <a:gd name="connsiteY69" fmla="*/ 1881148 h 2083506"/>
              <a:gd name="connsiteX70" fmla="*/ 8066095 w 12191999"/>
              <a:gd name="connsiteY70" fmla="*/ 1919902 h 2083506"/>
              <a:gd name="connsiteX71" fmla="*/ 8044849 w 12191999"/>
              <a:gd name="connsiteY71" fmla="*/ 1916308 h 2083506"/>
              <a:gd name="connsiteX72" fmla="*/ 8041142 w 12191999"/>
              <a:gd name="connsiteY72" fmla="*/ 1915506 h 2083506"/>
              <a:gd name="connsiteX73" fmla="*/ 8022159 w 12191999"/>
              <a:gd name="connsiteY73" fmla="*/ 1911521 h 2083506"/>
              <a:gd name="connsiteX74" fmla="*/ 7944932 w 12191999"/>
              <a:gd name="connsiteY74" fmla="*/ 1917265 h 2083506"/>
              <a:gd name="connsiteX75" fmla="*/ 7879011 w 12191999"/>
              <a:gd name="connsiteY75" fmla="*/ 1928570 h 2083506"/>
              <a:gd name="connsiteX76" fmla="*/ 7865529 w 12191999"/>
              <a:gd name="connsiteY76" fmla="*/ 1934399 h 2083506"/>
              <a:gd name="connsiteX77" fmla="*/ 7774801 w 12191999"/>
              <a:gd name="connsiteY77" fmla="*/ 1947969 h 2083506"/>
              <a:gd name="connsiteX78" fmla="*/ 7748398 w 12191999"/>
              <a:gd name="connsiteY78" fmla="*/ 1955982 h 2083506"/>
              <a:gd name="connsiteX79" fmla="*/ 7740684 w 12191999"/>
              <a:gd name="connsiteY79" fmla="*/ 1955717 h 2083506"/>
              <a:gd name="connsiteX80" fmla="*/ 7712976 w 12191999"/>
              <a:gd name="connsiteY80" fmla="*/ 1960442 h 2083506"/>
              <a:gd name="connsiteX81" fmla="*/ 7699956 w 12191999"/>
              <a:gd name="connsiteY81" fmla="*/ 1966104 h 2083506"/>
              <a:gd name="connsiteX82" fmla="*/ 7684158 w 12191999"/>
              <a:gd name="connsiteY82" fmla="*/ 1962927 h 2083506"/>
              <a:gd name="connsiteX83" fmla="*/ 7643109 w 12191999"/>
              <a:gd name="connsiteY83" fmla="*/ 1964400 h 2083506"/>
              <a:gd name="connsiteX84" fmla="*/ 7630180 w 12191999"/>
              <a:gd name="connsiteY84" fmla="*/ 1970266 h 2083506"/>
              <a:gd name="connsiteX85" fmla="*/ 7609131 w 12191999"/>
              <a:gd name="connsiteY85" fmla="*/ 1971774 h 2083506"/>
              <a:gd name="connsiteX86" fmla="*/ 7555555 w 12191999"/>
              <a:gd name="connsiteY86" fmla="*/ 1969491 h 2083506"/>
              <a:gd name="connsiteX87" fmla="*/ 7520919 w 12191999"/>
              <a:gd name="connsiteY87" fmla="*/ 1970177 h 2083506"/>
              <a:gd name="connsiteX88" fmla="*/ 7456258 w 12191999"/>
              <a:gd name="connsiteY88" fmla="*/ 1960468 h 2083506"/>
              <a:gd name="connsiteX89" fmla="*/ 7393047 w 12191999"/>
              <a:gd name="connsiteY89" fmla="*/ 1952408 h 2083506"/>
              <a:gd name="connsiteX90" fmla="*/ 7199912 w 12191999"/>
              <a:gd name="connsiteY90" fmla="*/ 1959913 h 2083506"/>
              <a:gd name="connsiteX91" fmla="*/ 7146774 w 12191999"/>
              <a:gd name="connsiteY91" fmla="*/ 1956641 h 2083506"/>
              <a:gd name="connsiteX92" fmla="*/ 7122244 w 12191999"/>
              <a:gd name="connsiteY92" fmla="*/ 1953891 h 2083506"/>
              <a:gd name="connsiteX93" fmla="*/ 7032241 w 12191999"/>
              <a:gd name="connsiteY93" fmla="*/ 1962723 h 2083506"/>
              <a:gd name="connsiteX94" fmla="*/ 6941492 w 12191999"/>
              <a:gd name="connsiteY94" fmla="*/ 1976868 h 2083506"/>
              <a:gd name="connsiteX95" fmla="*/ 6906514 w 12191999"/>
              <a:gd name="connsiteY95" fmla="*/ 1968589 h 2083506"/>
              <a:gd name="connsiteX96" fmla="*/ 6826395 w 12191999"/>
              <a:gd name="connsiteY96" fmla="*/ 1974141 h 2083506"/>
              <a:gd name="connsiteX97" fmla="*/ 6716431 w 12191999"/>
              <a:gd name="connsiteY97" fmla="*/ 2004297 h 2083506"/>
              <a:gd name="connsiteX98" fmla="*/ 6569607 w 12191999"/>
              <a:gd name="connsiteY98" fmla="*/ 2015496 h 2083506"/>
              <a:gd name="connsiteX99" fmla="*/ 6561430 w 12191999"/>
              <a:gd name="connsiteY99" fmla="*/ 2020996 h 2083506"/>
              <a:gd name="connsiteX100" fmla="*/ 6549371 w 12191999"/>
              <a:gd name="connsiteY100" fmla="*/ 2024747 h 2083506"/>
              <a:gd name="connsiteX101" fmla="*/ 6547040 w 12191999"/>
              <a:gd name="connsiteY101" fmla="*/ 2024474 h 2083506"/>
              <a:gd name="connsiteX102" fmla="*/ 6530482 w 12191999"/>
              <a:gd name="connsiteY102" fmla="*/ 2026659 h 2083506"/>
              <a:gd name="connsiteX103" fmla="*/ 6528565 w 12191999"/>
              <a:gd name="connsiteY103" fmla="*/ 2028600 h 2083506"/>
              <a:gd name="connsiteX104" fmla="*/ 6517741 w 12191999"/>
              <a:gd name="connsiteY104" fmla="*/ 2030558 h 2083506"/>
              <a:gd name="connsiteX105" fmla="*/ 6497855 w 12191999"/>
              <a:gd name="connsiteY105" fmla="*/ 2035650 h 2083506"/>
              <a:gd name="connsiteX106" fmla="*/ 6492785 w 12191999"/>
              <a:gd name="connsiteY106" fmla="*/ 2035444 h 2083506"/>
              <a:gd name="connsiteX107" fmla="*/ 6460692 w 12191999"/>
              <a:gd name="connsiteY107" fmla="*/ 2041321 h 2083506"/>
              <a:gd name="connsiteX108" fmla="*/ 6459609 w 12191999"/>
              <a:gd name="connsiteY108" fmla="*/ 2040851 h 2083506"/>
              <a:gd name="connsiteX109" fmla="*/ 6447765 w 12191999"/>
              <a:gd name="connsiteY109" fmla="*/ 2040102 h 2083506"/>
              <a:gd name="connsiteX110" fmla="*/ 6426590 w 12191999"/>
              <a:gd name="connsiteY110" fmla="*/ 2039928 h 2083506"/>
              <a:gd name="connsiteX111" fmla="*/ 6401693 w 12191999"/>
              <a:gd name="connsiteY111" fmla="*/ 2033537 h 2083506"/>
              <a:gd name="connsiteX112" fmla="*/ 6387141 w 12191999"/>
              <a:gd name="connsiteY112" fmla="*/ 2033161 h 2083506"/>
              <a:gd name="connsiteX113" fmla="*/ 6357846 w 12191999"/>
              <a:gd name="connsiteY113" fmla="*/ 2036782 h 2083506"/>
              <a:gd name="connsiteX114" fmla="*/ 6342914 w 12191999"/>
              <a:gd name="connsiteY114" fmla="*/ 2037585 h 2083506"/>
              <a:gd name="connsiteX115" fmla="*/ 6336300 w 12191999"/>
              <a:gd name="connsiteY115" fmla="*/ 2038781 h 2083506"/>
              <a:gd name="connsiteX116" fmla="*/ 6317178 w 12191999"/>
              <a:gd name="connsiteY116" fmla="*/ 2038968 h 2083506"/>
              <a:gd name="connsiteX117" fmla="*/ 6161427 w 12191999"/>
              <a:gd name="connsiteY117" fmla="*/ 2047338 h 2083506"/>
              <a:gd name="connsiteX118" fmla="*/ 6097339 w 12191999"/>
              <a:gd name="connsiteY118" fmla="*/ 2082438 h 2083506"/>
              <a:gd name="connsiteX119" fmla="*/ 6079059 w 12191999"/>
              <a:gd name="connsiteY119" fmla="*/ 2081299 h 2083506"/>
              <a:gd name="connsiteX120" fmla="*/ 5998439 w 12191999"/>
              <a:gd name="connsiteY120" fmla="*/ 2070958 h 2083506"/>
              <a:gd name="connsiteX121" fmla="*/ 5904290 w 12191999"/>
              <a:gd name="connsiteY121" fmla="*/ 2070255 h 2083506"/>
              <a:gd name="connsiteX122" fmla="*/ 5814867 w 12191999"/>
              <a:gd name="connsiteY122" fmla="*/ 2079032 h 2083506"/>
              <a:gd name="connsiteX123" fmla="*/ 5725743 w 12191999"/>
              <a:gd name="connsiteY123" fmla="*/ 2070558 h 2083506"/>
              <a:gd name="connsiteX124" fmla="*/ 5650546 w 12191999"/>
              <a:gd name="connsiteY124" fmla="*/ 2052412 h 2083506"/>
              <a:gd name="connsiteX125" fmla="*/ 5581284 w 12191999"/>
              <a:gd name="connsiteY125" fmla="*/ 2023175 h 2083506"/>
              <a:gd name="connsiteX126" fmla="*/ 5572593 w 12191999"/>
              <a:gd name="connsiteY126" fmla="*/ 2018391 h 2083506"/>
              <a:gd name="connsiteX127" fmla="*/ 5548580 w 12191999"/>
              <a:gd name="connsiteY127" fmla="*/ 2016951 h 2083506"/>
              <a:gd name="connsiteX128" fmla="*/ 5471173 w 12191999"/>
              <a:gd name="connsiteY128" fmla="*/ 2018786 h 2083506"/>
              <a:gd name="connsiteX129" fmla="*/ 5340320 w 12191999"/>
              <a:gd name="connsiteY129" fmla="*/ 2037611 h 2083506"/>
              <a:gd name="connsiteX130" fmla="*/ 5254376 w 12191999"/>
              <a:gd name="connsiteY130" fmla="*/ 2042928 h 2083506"/>
              <a:gd name="connsiteX131" fmla="*/ 5258035 w 12191999"/>
              <a:gd name="connsiteY131" fmla="*/ 2035649 h 2083506"/>
              <a:gd name="connsiteX132" fmla="*/ 5230622 w 12191999"/>
              <a:gd name="connsiteY132" fmla="*/ 2024576 h 2083506"/>
              <a:gd name="connsiteX133" fmla="*/ 5026203 w 12191999"/>
              <a:gd name="connsiteY133" fmla="*/ 2030162 h 2083506"/>
              <a:gd name="connsiteX134" fmla="*/ 4973988 w 12191999"/>
              <a:gd name="connsiteY134" fmla="*/ 2026668 h 2083506"/>
              <a:gd name="connsiteX135" fmla="*/ 4928030 w 12191999"/>
              <a:gd name="connsiteY135" fmla="*/ 2033642 h 2083506"/>
              <a:gd name="connsiteX136" fmla="*/ 4908970 w 12191999"/>
              <a:gd name="connsiteY136" fmla="*/ 2030033 h 2083506"/>
              <a:gd name="connsiteX137" fmla="*/ 4905679 w 12191999"/>
              <a:gd name="connsiteY137" fmla="*/ 2029300 h 2083506"/>
              <a:gd name="connsiteX138" fmla="*/ 4892525 w 12191999"/>
              <a:gd name="connsiteY138" fmla="*/ 2028768 h 2083506"/>
              <a:gd name="connsiteX139" fmla="*/ 4888818 w 12191999"/>
              <a:gd name="connsiteY139" fmla="*/ 2025619 h 2083506"/>
              <a:gd name="connsiteX140" fmla="*/ 4869018 w 12191999"/>
              <a:gd name="connsiteY140" fmla="*/ 2022668 h 2083506"/>
              <a:gd name="connsiteX141" fmla="*/ 4844804 w 12191999"/>
              <a:gd name="connsiteY141" fmla="*/ 2022527 h 2083506"/>
              <a:gd name="connsiteX142" fmla="*/ 4758778 w 12191999"/>
              <a:gd name="connsiteY142" fmla="*/ 2021694 h 2083506"/>
              <a:gd name="connsiteX143" fmla="*/ 4744748 w 12191999"/>
              <a:gd name="connsiteY143" fmla="*/ 2023396 h 2083506"/>
              <a:gd name="connsiteX144" fmla="*/ 4698956 w 12191999"/>
              <a:gd name="connsiteY144" fmla="*/ 2020558 h 2083506"/>
              <a:gd name="connsiteX145" fmla="*/ 4658147 w 12191999"/>
              <a:gd name="connsiteY145" fmla="*/ 2019920 h 2083506"/>
              <a:gd name="connsiteX146" fmla="*/ 4631706 w 12191999"/>
              <a:gd name="connsiteY146" fmla="*/ 2021274 h 2083506"/>
              <a:gd name="connsiteX147" fmla="*/ 4624776 w 12191999"/>
              <a:gd name="connsiteY147" fmla="*/ 2020152 h 2083506"/>
              <a:gd name="connsiteX148" fmla="*/ 4598150 w 12191999"/>
              <a:gd name="connsiteY148" fmla="*/ 2019429 h 2083506"/>
              <a:gd name="connsiteX149" fmla="*/ 4584588 w 12191999"/>
              <a:gd name="connsiteY149" fmla="*/ 2021092 h 2083506"/>
              <a:gd name="connsiteX150" fmla="*/ 4571203 w 12191999"/>
              <a:gd name="connsiteY150" fmla="*/ 2017263 h 2083506"/>
              <a:gd name="connsiteX151" fmla="*/ 4567930 w 12191999"/>
              <a:gd name="connsiteY151" fmla="*/ 2014458 h 2083506"/>
              <a:gd name="connsiteX152" fmla="*/ 4548984 w 12191999"/>
              <a:gd name="connsiteY152" fmla="*/ 2015717 h 2083506"/>
              <a:gd name="connsiteX153" fmla="*/ 4533451 w 12191999"/>
              <a:gd name="connsiteY153" fmla="*/ 2012976 h 2083506"/>
              <a:gd name="connsiteX154" fmla="*/ 4519910 w 12191999"/>
              <a:gd name="connsiteY154" fmla="*/ 2014768 h 2083506"/>
              <a:gd name="connsiteX155" fmla="*/ 4514290 w 12191999"/>
              <a:gd name="connsiteY155" fmla="*/ 2014364 h 2083506"/>
              <a:gd name="connsiteX156" fmla="*/ 4500320 w 12191999"/>
              <a:gd name="connsiteY156" fmla="*/ 2013007 h 2083506"/>
              <a:gd name="connsiteX157" fmla="*/ 4476219 w 12191999"/>
              <a:gd name="connsiteY157" fmla="*/ 2009993 h 2083506"/>
              <a:gd name="connsiteX158" fmla="*/ 4468701 w 12191999"/>
              <a:gd name="connsiteY158" fmla="*/ 2009574 h 2083506"/>
              <a:gd name="connsiteX159" fmla="*/ 4452333 w 12191999"/>
              <a:gd name="connsiteY159" fmla="*/ 2004964 h 2083506"/>
              <a:gd name="connsiteX160" fmla="*/ 4420644 w 12191999"/>
              <a:gd name="connsiteY160" fmla="*/ 2001021 h 2083506"/>
              <a:gd name="connsiteX161" fmla="*/ 4364856 w 12191999"/>
              <a:gd name="connsiteY161" fmla="*/ 1987267 h 2083506"/>
              <a:gd name="connsiteX162" fmla="*/ 4332062 w 12191999"/>
              <a:gd name="connsiteY162" fmla="*/ 1980703 h 2083506"/>
              <a:gd name="connsiteX163" fmla="*/ 4309876 w 12191999"/>
              <a:gd name="connsiteY163" fmla="*/ 1974653 h 2083506"/>
              <a:gd name="connsiteX164" fmla="*/ 4244391 w 12191999"/>
              <a:gd name="connsiteY164" fmla="*/ 1966109 h 2083506"/>
              <a:gd name="connsiteX165" fmla="*/ 4132071 w 12191999"/>
              <a:gd name="connsiteY165" fmla="*/ 1954813 h 2083506"/>
              <a:gd name="connsiteX166" fmla="*/ 4109069 w 12191999"/>
              <a:gd name="connsiteY166" fmla="*/ 1951778 h 2083506"/>
              <a:gd name="connsiteX167" fmla="*/ 4092908 w 12191999"/>
              <a:gd name="connsiteY167" fmla="*/ 1946662 h 2083506"/>
              <a:gd name="connsiteX168" fmla="*/ 4092306 w 12191999"/>
              <a:gd name="connsiteY168" fmla="*/ 1943291 h 2083506"/>
              <a:gd name="connsiteX169" fmla="*/ 4080234 w 12191999"/>
              <a:gd name="connsiteY169" fmla="*/ 1941219 h 2083506"/>
              <a:gd name="connsiteX170" fmla="*/ 4077778 w 12191999"/>
              <a:gd name="connsiteY170" fmla="*/ 1940145 h 2083506"/>
              <a:gd name="connsiteX171" fmla="*/ 4062936 w 12191999"/>
              <a:gd name="connsiteY171" fmla="*/ 1934506 h 2083506"/>
              <a:gd name="connsiteX172" fmla="*/ 4012506 w 12191999"/>
              <a:gd name="connsiteY172" fmla="*/ 1935475 h 2083506"/>
              <a:gd name="connsiteX173" fmla="*/ 3965880 w 12191999"/>
              <a:gd name="connsiteY173" fmla="*/ 1925968 h 2083506"/>
              <a:gd name="connsiteX174" fmla="*/ 3765338 w 12191999"/>
              <a:gd name="connsiteY174" fmla="*/ 1906649 h 2083506"/>
              <a:gd name="connsiteX175" fmla="*/ 3749493 w 12191999"/>
              <a:gd name="connsiteY175" fmla="*/ 1893071 h 2083506"/>
              <a:gd name="connsiteX176" fmla="*/ 3672704 w 12191999"/>
              <a:gd name="connsiteY176" fmla="*/ 1881383 h 2083506"/>
              <a:gd name="connsiteX177" fmla="*/ 3530082 w 12191999"/>
              <a:gd name="connsiteY177" fmla="*/ 1883187 h 2083506"/>
              <a:gd name="connsiteX178" fmla="*/ 3387664 w 12191999"/>
              <a:gd name="connsiteY178" fmla="*/ 1862579 h 2083506"/>
              <a:gd name="connsiteX179" fmla="*/ 3371681 w 12191999"/>
              <a:gd name="connsiteY179" fmla="*/ 1865293 h 2083506"/>
              <a:gd name="connsiteX180" fmla="*/ 3355305 w 12191999"/>
              <a:gd name="connsiteY180" fmla="*/ 1865842 h 2083506"/>
              <a:gd name="connsiteX181" fmla="*/ 3353790 w 12191999"/>
              <a:gd name="connsiteY181" fmla="*/ 1865158 h 2083506"/>
              <a:gd name="connsiteX182" fmla="*/ 3336210 w 12191999"/>
              <a:gd name="connsiteY182" fmla="*/ 1863564 h 2083506"/>
              <a:gd name="connsiteX183" fmla="*/ 3331381 w 12191999"/>
              <a:gd name="connsiteY183" fmla="*/ 1864716 h 2083506"/>
              <a:gd name="connsiteX184" fmla="*/ 3319012 w 12191999"/>
              <a:gd name="connsiteY184" fmla="*/ 1864093 h 2083506"/>
              <a:gd name="connsiteX185" fmla="*/ 3293818 w 12191999"/>
              <a:gd name="connsiteY185" fmla="*/ 1864135 h 2083506"/>
              <a:gd name="connsiteX186" fmla="*/ 3289881 w 12191999"/>
              <a:gd name="connsiteY186" fmla="*/ 1862954 h 2083506"/>
              <a:gd name="connsiteX187" fmla="*/ 3253090 w 12191999"/>
              <a:gd name="connsiteY187" fmla="*/ 1861164 h 2083506"/>
              <a:gd name="connsiteX188" fmla="*/ 3252949 w 12191999"/>
              <a:gd name="connsiteY188" fmla="*/ 1860574 h 2083506"/>
              <a:gd name="connsiteX189" fmla="*/ 3244187 w 12191999"/>
              <a:gd name="connsiteY189" fmla="*/ 1857604 h 2083506"/>
              <a:gd name="connsiteX190" fmla="*/ 3246570 w 12191999"/>
              <a:gd name="connsiteY190" fmla="*/ 1852946 h 2083506"/>
              <a:gd name="connsiteX191" fmla="*/ 3237810 w 12191999"/>
              <a:gd name="connsiteY191" fmla="*/ 1853064 h 2083506"/>
              <a:gd name="connsiteX192" fmla="*/ 3230822 w 12191999"/>
              <a:gd name="connsiteY192" fmla="*/ 1855474 h 2083506"/>
              <a:gd name="connsiteX193" fmla="*/ 3136549 w 12191999"/>
              <a:gd name="connsiteY193" fmla="*/ 1874037 h 2083506"/>
              <a:gd name="connsiteX194" fmla="*/ 2845754 w 12191999"/>
              <a:gd name="connsiteY194" fmla="*/ 1910932 h 2083506"/>
              <a:gd name="connsiteX195" fmla="*/ 2786878 w 12191999"/>
              <a:gd name="connsiteY195" fmla="*/ 1917162 h 2083506"/>
              <a:gd name="connsiteX196" fmla="*/ 2725298 w 12191999"/>
              <a:gd name="connsiteY196" fmla="*/ 1912340 h 2083506"/>
              <a:gd name="connsiteX197" fmla="*/ 2697754 w 12191999"/>
              <a:gd name="connsiteY197" fmla="*/ 1914863 h 2083506"/>
              <a:gd name="connsiteX198" fmla="*/ 2568063 w 12191999"/>
              <a:gd name="connsiteY198" fmla="*/ 1936283 h 2083506"/>
              <a:gd name="connsiteX199" fmla="*/ 2489784 w 12191999"/>
              <a:gd name="connsiteY199" fmla="*/ 1943720 h 2083506"/>
              <a:gd name="connsiteX200" fmla="*/ 2458978 w 12191999"/>
              <a:gd name="connsiteY200" fmla="*/ 1938095 h 2083506"/>
              <a:gd name="connsiteX201" fmla="*/ 2318712 w 12191999"/>
              <a:gd name="connsiteY201" fmla="*/ 1934474 h 2083506"/>
              <a:gd name="connsiteX202" fmla="*/ 2268709 w 12191999"/>
              <a:gd name="connsiteY202" fmla="*/ 1940521 h 2083506"/>
              <a:gd name="connsiteX203" fmla="*/ 2264080 w 12191999"/>
              <a:gd name="connsiteY203" fmla="*/ 1941232 h 2083506"/>
              <a:gd name="connsiteX204" fmla="*/ 2254684 w 12191999"/>
              <a:gd name="connsiteY204" fmla="*/ 1943524 h 2083506"/>
              <a:gd name="connsiteX205" fmla="*/ 2252523 w 12191999"/>
              <a:gd name="connsiteY205" fmla="*/ 1943004 h 2083506"/>
              <a:gd name="connsiteX206" fmla="*/ 2173350 w 12191999"/>
              <a:gd name="connsiteY206" fmla="*/ 1929202 h 2083506"/>
              <a:gd name="connsiteX207" fmla="*/ 2155266 w 12191999"/>
              <a:gd name="connsiteY207" fmla="*/ 1920267 h 2083506"/>
              <a:gd name="connsiteX208" fmla="*/ 2091013 w 12191999"/>
              <a:gd name="connsiteY208" fmla="*/ 1914631 h 2083506"/>
              <a:gd name="connsiteX209" fmla="*/ 2030712 w 12191999"/>
              <a:gd name="connsiteY209" fmla="*/ 1897690 h 2083506"/>
              <a:gd name="connsiteX210" fmla="*/ 1908838 w 12191999"/>
              <a:gd name="connsiteY210" fmla="*/ 1892222 h 2083506"/>
              <a:gd name="connsiteX211" fmla="*/ 1877796 w 12191999"/>
              <a:gd name="connsiteY211" fmla="*/ 1883887 h 2083506"/>
              <a:gd name="connsiteX212" fmla="*/ 1875824 w 12191999"/>
              <a:gd name="connsiteY212" fmla="*/ 1879265 h 2083506"/>
              <a:gd name="connsiteX213" fmla="*/ 1823048 w 12191999"/>
              <a:gd name="connsiteY213" fmla="*/ 1881064 h 2083506"/>
              <a:gd name="connsiteX214" fmla="*/ 1765736 w 12191999"/>
              <a:gd name="connsiteY214" fmla="*/ 1856578 h 2083506"/>
              <a:gd name="connsiteX215" fmla="*/ 1725669 w 12191999"/>
              <a:gd name="connsiteY215" fmla="*/ 1833744 h 2083506"/>
              <a:gd name="connsiteX216" fmla="*/ 1725216 w 12191999"/>
              <a:gd name="connsiteY216" fmla="*/ 1829447 h 2083506"/>
              <a:gd name="connsiteX217" fmla="*/ 1721485 w 12191999"/>
              <a:gd name="connsiteY217" fmla="*/ 1828960 h 2083506"/>
              <a:gd name="connsiteX218" fmla="*/ 1717786 w 12191999"/>
              <a:gd name="connsiteY218" fmla="*/ 1832224 h 2083506"/>
              <a:gd name="connsiteX219" fmla="*/ 1689907 w 12191999"/>
              <a:gd name="connsiteY219" fmla="*/ 1825425 h 2083506"/>
              <a:gd name="connsiteX220" fmla="*/ 1688093 w 12191999"/>
              <a:gd name="connsiteY220" fmla="*/ 1817391 h 2083506"/>
              <a:gd name="connsiteX221" fmla="*/ 1496789 w 12191999"/>
              <a:gd name="connsiteY221" fmla="*/ 1805297 h 2083506"/>
              <a:gd name="connsiteX222" fmla="*/ 1392839 w 12191999"/>
              <a:gd name="connsiteY222" fmla="*/ 1758649 h 2083506"/>
              <a:gd name="connsiteX223" fmla="*/ 1360872 w 12191999"/>
              <a:gd name="connsiteY223" fmla="*/ 1752441 h 2083506"/>
              <a:gd name="connsiteX224" fmla="*/ 1313885 w 12191999"/>
              <a:gd name="connsiteY224" fmla="*/ 1731785 h 2083506"/>
              <a:gd name="connsiteX225" fmla="*/ 1247665 w 12191999"/>
              <a:gd name="connsiteY225" fmla="*/ 1727765 h 2083506"/>
              <a:gd name="connsiteX226" fmla="*/ 1196850 w 12191999"/>
              <a:gd name="connsiteY226" fmla="*/ 1729622 h 2083506"/>
              <a:gd name="connsiteX227" fmla="*/ 1168728 w 12191999"/>
              <a:gd name="connsiteY227" fmla="*/ 1728550 h 2083506"/>
              <a:gd name="connsiteX228" fmla="*/ 1096918 w 12191999"/>
              <a:gd name="connsiteY228" fmla="*/ 1721485 h 2083506"/>
              <a:gd name="connsiteX229" fmla="*/ 1094082 w 12191999"/>
              <a:gd name="connsiteY229" fmla="*/ 1720113 h 2083506"/>
              <a:gd name="connsiteX230" fmla="*/ 1040782 w 12191999"/>
              <a:gd name="connsiteY230" fmla="*/ 1721762 h 2083506"/>
              <a:gd name="connsiteX231" fmla="*/ 955980 w 12191999"/>
              <a:gd name="connsiteY231" fmla="*/ 1719289 h 2083506"/>
              <a:gd name="connsiteX232" fmla="*/ 926108 w 12191999"/>
              <a:gd name="connsiteY232" fmla="*/ 1715917 h 2083506"/>
              <a:gd name="connsiteX233" fmla="*/ 876049 w 12191999"/>
              <a:gd name="connsiteY233" fmla="*/ 1710422 h 2083506"/>
              <a:gd name="connsiteX234" fmla="*/ 839194 w 12191999"/>
              <a:gd name="connsiteY234" fmla="*/ 1700176 h 2083506"/>
              <a:gd name="connsiteX235" fmla="*/ 797112 w 12191999"/>
              <a:gd name="connsiteY235" fmla="*/ 1698014 h 2083506"/>
              <a:gd name="connsiteX236" fmla="*/ 786610 w 12191999"/>
              <a:gd name="connsiteY236" fmla="*/ 1705455 h 2083506"/>
              <a:gd name="connsiteX237" fmla="*/ 741833 w 12191999"/>
              <a:gd name="connsiteY237" fmla="*/ 1700566 h 2083506"/>
              <a:gd name="connsiteX238" fmla="*/ 673985 w 12191999"/>
              <a:gd name="connsiteY238" fmla="*/ 1692278 h 2083506"/>
              <a:gd name="connsiteX239" fmla="*/ 634665 w 12191999"/>
              <a:gd name="connsiteY239" fmla="*/ 1689550 h 2083506"/>
              <a:gd name="connsiteX240" fmla="*/ 527471 w 12191999"/>
              <a:gd name="connsiteY240" fmla="*/ 1679869 h 2083506"/>
              <a:gd name="connsiteX241" fmla="*/ 420260 w 12191999"/>
              <a:gd name="connsiteY241" fmla="*/ 1668475 h 2083506"/>
              <a:gd name="connsiteX242" fmla="*/ 357630 w 12191999"/>
              <a:gd name="connsiteY242" fmla="*/ 1652142 h 2083506"/>
              <a:gd name="connsiteX243" fmla="*/ 269407 w 12191999"/>
              <a:gd name="connsiteY243" fmla="*/ 1643812 h 2083506"/>
              <a:gd name="connsiteX244" fmla="*/ 254769 w 12191999"/>
              <a:gd name="connsiteY244" fmla="*/ 1641013 h 2083506"/>
              <a:gd name="connsiteX245" fmla="*/ 150763 w 12191999"/>
              <a:gd name="connsiteY245" fmla="*/ 1628143 h 2083506"/>
              <a:gd name="connsiteX246" fmla="*/ 29133 w 12191999"/>
              <a:gd name="connsiteY246" fmla="*/ 1626172 h 2083506"/>
              <a:gd name="connsiteX247" fmla="*/ 0 w 12191999"/>
              <a:gd name="connsiteY247" fmla="*/ 1619589 h 20835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Lst>
            <a:rect l="l" t="t" r="r" b="b"/>
            <a:pathLst>
              <a:path w="12191999" h="2083506">
                <a:moveTo>
                  <a:pt x="0" y="0"/>
                </a:moveTo>
                <a:lnTo>
                  <a:pt x="9429748" y="0"/>
                </a:lnTo>
                <a:lnTo>
                  <a:pt x="9429748" y="1"/>
                </a:lnTo>
                <a:lnTo>
                  <a:pt x="12191999" y="1"/>
                </a:lnTo>
                <a:lnTo>
                  <a:pt x="12191999" y="1164372"/>
                </a:lnTo>
                <a:lnTo>
                  <a:pt x="12147852" y="1163783"/>
                </a:lnTo>
                <a:cubicBezTo>
                  <a:pt x="12063101" y="1189107"/>
                  <a:pt x="12045020" y="1156925"/>
                  <a:pt x="11993604" y="1153496"/>
                </a:cubicBezTo>
                <a:cubicBezTo>
                  <a:pt x="11954216" y="1165241"/>
                  <a:pt x="11911195" y="1167350"/>
                  <a:pt x="11865319" y="1176624"/>
                </a:cubicBezTo>
                <a:cubicBezTo>
                  <a:pt x="11822513" y="1184682"/>
                  <a:pt x="11766915" y="1201558"/>
                  <a:pt x="11718353" y="1209136"/>
                </a:cubicBezTo>
                <a:cubicBezTo>
                  <a:pt x="11675379" y="1217463"/>
                  <a:pt x="11638007" y="1216639"/>
                  <a:pt x="11609067" y="1218512"/>
                </a:cubicBezTo>
                <a:cubicBezTo>
                  <a:pt x="11597582" y="1221322"/>
                  <a:pt x="11554280" y="1243577"/>
                  <a:pt x="11545958" y="1240430"/>
                </a:cubicBezTo>
                <a:lnTo>
                  <a:pt x="11445770" y="1225780"/>
                </a:lnTo>
                <a:cubicBezTo>
                  <a:pt x="11425543" y="1230782"/>
                  <a:pt x="11413740" y="1222096"/>
                  <a:pt x="11398842" y="1227250"/>
                </a:cubicBezTo>
                <a:cubicBezTo>
                  <a:pt x="11367060" y="1233093"/>
                  <a:pt x="11269285" y="1263712"/>
                  <a:pt x="11240093" y="1266797"/>
                </a:cubicBezTo>
                <a:cubicBezTo>
                  <a:pt x="11197297" y="1273685"/>
                  <a:pt x="11181311" y="1272682"/>
                  <a:pt x="11141364" y="1288059"/>
                </a:cubicBezTo>
                <a:cubicBezTo>
                  <a:pt x="11099891" y="1305386"/>
                  <a:pt x="11051533" y="1319157"/>
                  <a:pt x="11015396" y="1353104"/>
                </a:cubicBezTo>
                <a:cubicBezTo>
                  <a:pt x="11009424" y="1362217"/>
                  <a:pt x="10992328" y="1361966"/>
                  <a:pt x="10973905" y="1365109"/>
                </a:cubicBezTo>
                <a:cubicBezTo>
                  <a:pt x="10955482" y="1368254"/>
                  <a:pt x="10907369" y="1372817"/>
                  <a:pt x="10904858" y="1371966"/>
                </a:cubicBezTo>
                <a:cubicBezTo>
                  <a:pt x="10880521" y="1379494"/>
                  <a:pt x="10873670" y="1399734"/>
                  <a:pt x="10827883" y="1410270"/>
                </a:cubicBezTo>
                <a:cubicBezTo>
                  <a:pt x="10790248" y="1415655"/>
                  <a:pt x="10724899" y="1420726"/>
                  <a:pt x="10690996" y="1426394"/>
                </a:cubicBezTo>
                <a:cubicBezTo>
                  <a:pt x="10676463" y="1423331"/>
                  <a:pt x="10634514" y="1436908"/>
                  <a:pt x="10624461" y="1444283"/>
                </a:cubicBezTo>
                <a:cubicBezTo>
                  <a:pt x="10601952" y="1468442"/>
                  <a:pt x="10536224" y="1460228"/>
                  <a:pt x="10517208" y="1478947"/>
                </a:cubicBezTo>
                <a:cubicBezTo>
                  <a:pt x="10509508" y="1482271"/>
                  <a:pt x="10505833" y="1468818"/>
                  <a:pt x="10497937" y="1469831"/>
                </a:cubicBezTo>
                <a:lnTo>
                  <a:pt x="10471201" y="1486037"/>
                </a:lnTo>
                <a:lnTo>
                  <a:pt x="10448263" y="1478223"/>
                </a:lnTo>
                <a:lnTo>
                  <a:pt x="10388089" y="1507175"/>
                </a:lnTo>
                <a:cubicBezTo>
                  <a:pt x="10350285" y="1513081"/>
                  <a:pt x="10383281" y="1526586"/>
                  <a:pt x="10333720" y="1515848"/>
                </a:cubicBezTo>
                <a:cubicBezTo>
                  <a:pt x="10286428" y="1526223"/>
                  <a:pt x="10174884" y="1550019"/>
                  <a:pt x="10104338" y="1569424"/>
                </a:cubicBezTo>
                <a:cubicBezTo>
                  <a:pt x="10066963" y="1581564"/>
                  <a:pt x="9967395" y="1605712"/>
                  <a:pt x="9910445" y="1632275"/>
                </a:cubicBezTo>
                <a:cubicBezTo>
                  <a:pt x="9856131" y="1644130"/>
                  <a:pt x="9831118" y="1689967"/>
                  <a:pt x="9770872" y="1688088"/>
                </a:cubicBezTo>
                <a:cubicBezTo>
                  <a:pt x="9769882" y="1691843"/>
                  <a:pt x="9737016" y="1697044"/>
                  <a:pt x="9733849" y="1700034"/>
                </a:cubicBezTo>
                <a:lnTo>
                  <a:pt x="9703714" y="1730093"/>
                </a:lnTo>
                <a:lnTo>
                  <a:pt x="9698351" y="1730377"/>
                </a:lnTo>
                <a:lnTo>
                  <a:pt x="9632895" y="1736363"/>
                </a:lnTo>
                <a:lnTo>
                  <a:pt x="9569107" y="1741010"/>
                </a:lnTo>
                <a:cubicBezTo>
                  <a:pt x="9558961" y="1745882"/>
                  <a:pt x="9548028" y="1750646"/>
                  <a:pt x="9536451" y="1755120"/>
                </a:cubicBezTo>
                <a:lnTo>
                  <a:pt x="9529385" y="1757515"/>
                </a:lnTo>
                <a:lnTo>
                  <a:pt x="9498527" y="1753117"/>
                </a:lnTo>
                <a:lnTo>
                  <a:pt x="9436642" y="1755478"/>
                </a:lnTo>
                <a:lnTo>
                  <a:pt x="9429748" y="1756317"/>
                </a:lnTo>
                <a:lnTo>
                  <a:pt x="9429748" y="1768745"/>
                </a:lnTo>
                <a:lnTo>
                  <a:pt x="9425802" y="1769273"/>
                </a:lnTo>
                <a:cubicBezTo>
                  <a:pt x="9390751" y="1773262"/>
                  <a:pt x="9371406" y="1773457"/>
                  <a:pt x="9349763" y="1776107"/>
                </a:cubicBezTo>
                <a:cubicBezTo>
                  <a:pt x="9314721" y="1782260"/>
                  <a:pt x="9277650" y="1796217"/>
                  <a:pt x="9256503" y="1800699"/>
                </a:cubicBezTo>
                <a:lnTo>
                  <a:pt x="9222873" y="1803003"/>
                </a:lnTo>
                <a:lnTo>
                  <a:pt x="9224095" y="1807355"/>
                </a:lnTo>
                <a:lnTo>
                  <a:pt x="9211603" y="1807675"/>
                </a:lnTo>
                <a:lnTo>
                  <a:pt x="9183719" y="1807781"/>
                </a:lnTo>
                <a:cubicBezTo>
                  <a:pt x="9166319" y="1808439"/>
                  <a:pt x="9117935" y="1807396"/>
                  <a:pt x="9100221" y="1808989"/>
                </a:cubicBezTo>
                <a:cubicBezTo>
                  <a:pt x="9095111" y="1813630"/>
                  <a:pt x="9087224" y="1816160"/>
                  <a:pt x="9077439" y="1817333"/>
                </a:cubicBezTo>
                <a:lnTo>
                  <a:pt x="9055889" y="1817464"/>
                </a:lnTo>
                <a:lnTo>
                  <a:pt x="8930912" y="1828648"/>
                </a:lnTo>
                <a:lnTo>
                  <a:pt x="8913729" y="1829483"/>
                </a:lnTo>
                <a:lnTo>
                  <a:pt x="8904423" y="1833234"/>
                </a:lnTo>
                <a:cubicBezTo>
                  <a:pt x="8897319" y="1833982"/>
                  <a:pt x="8876911" y="1833498"/>
                  <a:pt x="8871099" y="1833979"/>
                </a:cubicBezTo>
                <a:lnTo>
                  <a:pt x="8869557" y="1836113"/>
                </a:lnTo>
                <a:cubicBezTo>
                  <a:pt x="8851043" y="1839524"/>
                  <a:pt x="8781405" y="1850882"/>
                  <a:pt x="8760021" y="1854442"/>
                </a:cubicBezTo>
                <a:cubicBezTo>
                  <a:pt x="8755749" y="1851161"/>
                  <a:pt x="8746183" y="1856343"/>
                  <a:pt x="8741254" y="1857469"/>
                </a:cubicBezTo>
                <a:cubicBezTo>
                  <a:pt x="8740491" y="1855259"/>
                  <a:pt x="8728559" y="1854585"/>
                  <a:pt x="8725039" y="1856552"/>
                </a:cubicBezTo>
                <a:cubicBezTo>
                  <a:pt x="8641157" y="1867333"/>
                  <a:pt x="8683145" y="1845054"/>
                  <a:pt x="8635265" y="1859168"/>
                </a:cubicBezTo>
                <a:cubicBezTo>
                  <a:pt x="8626795" y="1860103"/>
                  <a:pt x="8619931" y="1859212"/>
                  <a:pt x="8613911" y="1857561"/>
                </a:cubicBezTo>
                <a:lnTo>
                  <a:pt x="8604931" y="1854170"/>
                </a:lnTo>
                <a:lnTo>
                  <a:pt x="8570171" y="1860579"/>
                </a:lnTo>
                <a:cubicBezTo>
                  <a:pt x="8553049" y="1862813"/>
                  <a:pt x="8535028" y="1864294"/>
                  <a:pt x="8516537" y="1864971"/>
                </a:cubicBezTo>
                <a:cubicBezTo>
                  <a:pt x="8512388" y="1860455"/>
                  <a:pt x="8497874" y="1866870"/>
                  <a:pt x="8491046" y="1868141"/>
                </a:cubicBezTo>
                <a:cubicBezTo>
                  <a:pt x="8490975" y="1865191"/>
                  <a:pt x="8475847" y="1863778"/>
                  <a:pt x="8470478" y="1866216"/>
                </a:cubicBezTo>
                <a:cubicBezTo>
                  <a:pt x="8357654" y="1876758"/>
                  <a:pt x="8421139" y="1849210"/>
                  <a:pt x="8353433" y="1865729"/>
                </a:cubicBezTo>
                <a:lnTo>
                  <a:pt x="8347675" y="1865075"/>
                </a:lnTo>
                <a:lnTo>
                  <a:pt x="8343939" y="1865677"/>
                </a:lnTo>
                <a:cubicBezTo>
                  <a:pt x="8309852" y="1870841"/>
                  <a:pt x="8272587" y="1875809"/>
                  <a:pt x="8221566" y="1881148"/>
                </a:cubicBezTo>
                <a:cubicBezTo>
                  <a:pt x="8158043" y="1892960"/>
                  <a:pt x="8095547" y="1914042"/>
                  <a:pt x="8066095" y="1919902"/>
                </a:cubicBezTo>
                <a:cubicBezTo>
                  <a:pt x="8058949" y="1919234"/>
                  <a:pt x="8051921" y="1917862"/>
                  <a:pt x="8044849" y="1916308"/>
                </a:cubicBezTo>
                <a:lnTo>
                  <a:pt x="8041142" y="1915506"/>
                </a:lnTo>
                <a:lnTo>
                  <a:pt x="8022159" y="1911521"/>
                </a:lnTo>
                <a:lnTo>
                  <a:pt x="7944932" y="1917265"/>
                </a:lnTo>
                <a:lnTo>
                  <a:pt x="7879011" y="1928570"/>
                </a:lnTo>
                <a:lnTo>
                  <a:pt x="7865529" y="1934399"/>
                </a:lnTo>
                <a:lnTo>
                  <a:pt x="7774801" y="1947969"/>
                </a:lnTo>
                <a:lnTo>
                  <a:pt x="7748398" y="1955982"/>
                </a:lnTo>
                <a:lnTo>
                  <a:pt x="7740684" y="1955717"/>
                </a:lnTo>
                <a:cubicBezTo>
                  <a:pt x="7728362" y="1958584"/>
                  <a:pt x="7714099" y="1968442"/>
                  <a:pt x="7712976" y="1960442"/>
                </a:cubicBezTo>
                <a:lnTo>
                  <a:pt x="7699956" y="1966104"/>
                </a:lnTo>
                <a:lnTo>
                  <a:pt x="7684158" y="1962927"/>
                </a:lnTo>
                <a:cubicBezTo>
                  <a:pt x="7674684" y="1962643"/>
                  <a:pt x="7652105" y="1963177"/>
                  <a:pt x="7643109" y="1964400"/>
                </a:cubicBezTo>
                <a:lnTo>
                  <a:pt x="7630180" y="1970266"/>
                </a:lnTo>
                <a:lnTo>
                  <a:pt x="7609131" y="1971774"/>
                </a:lnTo>
                <a:cubicBezTo>
                  <a:pt x="7596694" y="1971644"/>
                  <a:pt x="7570258" y="1969757"/>
                  <a:pt x="7555555" y="1969491"/>
                </a:cubicBezTo>
                <a:cubicBezTo>
                  <a:pt x="7541460" y="1966540"/>
                  <a:pt x="7530571" y="1964848"/>
                  <a:pt x="7520919" y="1970177"/>
                </a:cubicBezTo>
                <a:cubicBezTo>
                  <a:pt x="7500295" y="1966884"/>
                  <a:pt x="7480780" y="1949401"/>
                  <a:pt x="7456258" y="1960468"/>
                </a:cubicBezTo>
                <a:cubicBezTo>
                  <a:pt x="7434946" y="1957506"/>
                  <a:pt x="7435772" y="1952500"/>
                  <a:pt x="7393047" y="1952408"/>
                </a:cubicBezTo>
                <a:cubicBezTo>
                  <a:pt x="7356520" y="1952860"/>
                  <a:pt x="7236307" y="1958626"/>
                  <a:pt x="7199912" y="1959913"/>
                </a:cubicBezTo>
                <a:cubicBezTo>
                  <a:pt x="7176501" y="1959942"/>
                  <a:pt x="7160098" y="1958343"/>
                  <a:pt x="7146774" y="1956641"/>
                </a:cubicBezTo>
                <a:lnTo>
                  <a:pt x="7122244" y="1953891"/>
                </a:lnTo>
                <a:lnTo>
                  <a:pt x="7032241" y="1962723"/>
                </a:lnTo>
                <a:cubicBezTo>
                  <a:pt x="6997214" y="1965198"/>
                  <a:pt x="6963725" y="1968396"/>
                  <a:pt x="6941492" y="1976868"/>
                </a:cubicBezTo>
                <a:cubicBezTo>
                  <a:pt x="6947015" y="1970398"/>
                  <a:pt x="6923088" y="1965379"/>
                  <a:pt x="6906514" y="1968589"/>
                </a:cubicBezTo>
                <a:cubicBezTo>
                  <a:pt x="6925890" y="1943204"/>
                  <a:pt x="6840983" y="1991464"/>
                  <a:pt x="6826395" y="1974141"/>
                </a:cubicBezTo>
                <a:cubicBezTo>
                  <a:pt x="6825676" y="1990223"/>
                  <a:pt x="6751393" y="2017492"/>
                  <a:pt x="6716431" y="2004297"/>
                </a:cubicBezTo>
                <a:cubicBezTo>
                  <a:pt x="6663167" y="2007518"/>
                  <a:pt x="6625450" y="2020811"/>
                  <a:pt x="6569607" y="2015496"/>
                </a:cubicBezTo>
                <a:cubicBezTo>
                  <a:pt x="6567874" y="2017648"/>
                  <a:pt x="6565034" y="2019449"/>
                  <a:pt x="6561430" y="2020996"/>
                </a:cubicBezTo>
                <a:lnTo>
                  <a:pt x="6549371" y="2024747"/>
                </a:lnTo>
                <a:lnTo>
                  <a:pt x="6547040" y="2024474"/>
                </a:lnTo>
                <a:cubicBezTo>
                  <a:pt x="6537882" y="2024425"/>
                  <a:pt x="6533193" y="2025332"/>
                  <a:pt x="6530482" y="2026659"/>
                </a:cubicBezTo>
                <a:lnTo>
                  <a:pt x="6528565" y="2028600"/>
                </a:lnTo>
                <a:lnTo>
                  <a:pt x="6517741" y="2030558"/>
                </a:lnTo>
                <a:lnTo>
                  <a:pt x="6497855" y="2035650"/>
                </a:lnTo>
                <a:lnTo>
                  <a:pt x="6492785" y="2035444"/>
                </a:lnTo>
                <a:lnTo>
                  <a:pt x="6460692" y="2041321"/>
                </a:lnTo>
                <a:lnTo>
                  <a:pt x="6459609" y="2040851"/>
                </a:lnTo>
                <a:cubicBezTo>
                  <a:pt x="6456451" y="2039933"/>
                  <a:pt x="6452734" y="2039508"/>
                  <a:pt x="6447765" y="2040102"/>
                </a:cubicBezTo>
                <a:cubicBezTo>
                  <a:pt x="6446007" y="2031126"/>
                  <a:pt x="6441093" y="2037380"/>
                  <a:pt x="6426590" y="2039928"/>
                </a:cubicBezTo>
                <a:cubicBezTo>
                  <a:pt x="6423606" y="2033241"/>
                  <a:pt x="6413230" y="2032925"/>
                  <a:pt x="6401693" y="2033537"/>
                </a:cubicBezTo>
                <a:lnTo>
                  <a:pt x="6387141" y="2033161"/>
                </a:lnTo>
                <a:lnTo>
                  <a:pt x="6357846" y="2036782"/>
                </a:lnTo>
                <a:lnTo>
                  <a:pt x="6342914" y="2037585"/>
                </a:lnTo>
                <a:lnTo>
                  <a:pt x="6336300" y="2038781"/>
                </a:lnTo>
                <a:lnTo>
                  <a:pt x="6317178" y="2038968"/>
                </a:lnTo>
                <a:lnTo>
                  <a:pt x="6161427" y="2047338"/>
                </a:lnTo>
                <a:cubicBezTo>
                  <a:pt x="6147824" y="2057658"/>
                  <a:pt x="6118908" y="2077615"/>
                  <a:pt x="6097339" y="2082438"/>
                </a:cubicBezTo>
                <a:cubicBezTo>
                  <a:pt x="6090149" y="2084046"/>
                  <a:pt x="6083776" y="2083972"/>
                  <a:pt x="6079059" y="2081299"/>
                </a:cubicBezTo>
                <a:cubicBezTo>
                  <a:pt x="6063900" y="2082334"/>
                  <a:pt x="6011621" y="2084537"/>
                  <a:pt x="5998439" y="2070958"/>
                </a:cubicBezTo>
                <a:cubicBezTo>
                  <a:pt x="5976443" y="2071759"/>
                  <a:pt x="5925514" y="2069780"/>
                  <a:pt x="5904290" y="2070255"/>
                </a:cubicBezTo>
                <a:cubicBezTo>
                  <a:pt x="5871515" y="2066244"/>
                  <a:pt x="5843986" y="2088249"/>
                  <a:pt x="5814867" y="2079032"/>
                </a:cubicBezTo>
                <a:cubicBezTo>
                  <a:pt x="5792003" y="2070559"/>
                  <a:pt x="5750009" y="2076273"/>
                  <a:pt x="5725743" y="2070558"/>
                </a:cubicBezTo>
                <a:cubicBezTo>
                  <a:pt x="5716432" y="2058355"/>
                  <a:pt x="5667424" y="2047322"/>
                  <a:pt x="5650546" y="2052412"/>
                </a:cubicBezTo>
                <a:cubicBezTo>
                  <a:pt x="5614627" y="2046084"/>
                  <a:pt x="5608108" y="2028306"/>
                  <a:pt x="5581284" y="2023175"/>
                </a:cubicBezTo>
                <a:lnTo>
                  <a:pt x="5572593" y="2018391"/>
                </a:lnTo>
                <a:lnTo>
                  <a:pt x="5548580" y="2016951"/>
                </a:lnTo>
                <a:cubicBezTo>
                  <a:pt x="5523726" y="2017783"/>
                  <a:pt x="5498337" y="2019663"/>
                  <a:pt x="5471173" y="2018786"/>
                </a:cubicBezTo>
                <a:cubicBezTo>
                  <a:pt x="5447687" y="2003020"/>
                  <a:pt x="5353807" y="2022324"/>
                  <a:pt x="5340320" y="2037611"/>
                </a:cubicBezTo>
                <a:cubicBezTo>
                  <a:pt x="5340015" y="2024215"/>
                  <a:pt x="5271937" y="2042455"/>
                  <a:pt x="5254376" y="2042928"/>
                </a:cubicBezTo>
                <a:cubicBezTo>
                  <a:pt x="5248522" y="2043086"/>
                  <a:pt x="5248281" y="2041270"/>
                  <a:pt x="5258035" y="2035649"/>
                </a:cubicBezTo>
                <a:cubicBezTo>
                  <a:pt x="5239374" y="2037214"/>
                  <a:pt x="5220112" y="2030252"/>
                  <a:pt x="5230622" y="2024576"/>
                </a:cubicBezTo>
                <a:cubicBezTo>
                  <a:pt x="5173932" y="2036724"/>
                  <a:pt x="5090262" y="2024645"/>
                  <a:pt x="5026203" y="2030162"/>
                </a:cubicBezTo>
                <a:cubicBezTo>
                  <a:pt x="4991280" y="2016814"/>
                  <a:pt x="5010212" y="2029164"/>
                  <a:pt x="4973988" y="2026668"/>
                </a:cubicBezTo>
                <a:cubicBezTo>
                  <a:pt x="4983896" y="2038955"/>
                  <a:pt x="4930012" y="2019774"/>
                  <a:pt x="4928030" y="2033642"/>
                </a:cubicBezTo>
                <a:cubicBezTo>
                  <a:pt x="4921501" y="2032748"/>
                  <a:pt x="4915238" y="2031445"/>
                  <a:pt x="4908970" y="2030033"/>
                </a:cubicBezTo>
                <a:lnTo>
                  <a:pt x="4905679" y="2029300"/>
                </a:lnTo>
                <a:lnTo>
                  <a:pt x="4892525" y="2028768"/>
                </a:lnTo>
                <a:lnTo>
                  <a:pt x="4888818" y="2025619"/>
                </a:lnTo>
                <a:lnTo>
                  <a:pt x="4869018" y="2022668"/>
                </a:lnTo>
                <a:cubicBezTo>
                  <a:pt x="4861602" y="2022028"/>
                  <a:pt x="4853622" y="2021880"/>
                  <a:pt x="4844804" y="2022527"/>
                </a:cubicBezTo>
                <a:cubicBezTo>
                  <a:pt x="4823110" y="2028022"/>
                  <a:pt x="4789330" y="2021287"/>
                  <a:pt x="4758778" y="2021694"/>
                </a:cubicBezTo>
                <a:lnTo>
                  <a:pt x="4744748" y="2023396"/>
                </a:lnTo>
                <a:lnTo>
                  <a:pt x="4698956" y="2020558"/>
                </a:lnTo>
                <a:cubicBezTo>
                  <a:pt x="4685921" y="2020008"/>
                  <a:pt x="4672392" y="2019718"/>
                  <a:pt x="4658147" y="2019920"/>
                </a:cubicBezTo>
                <a:lnTo>
                  <a:pt x="4631706" y="2021274"/>
                </a:lnTo>
                <a:lnTo>
                  <a:pt x="4624776" y="2020152"/>
                </a:lnTo>
                <a:cubicBezTo>
                  <a:pt x="4612703" y="2020277"/>
                  <a:pt x="4596727" y="2024226"/>
                  <a:pt x="4598150" y="2019429"/>
                </a:cubicBezTo>
                <a:lnTo>
                  <a:pt x="4584588" y="2021092"/>
                </a:lnTo>
                <a:lnTo>
                  <a:pt x="4571203" y="2017263"/>
                </a:lnTo>
                <a:cubicBezTo>
                  <a:pt x="4569736" y="2016374"/>
                  <a:pt x="4568633" y="2015427"/>
                  <a:pt x="4567930" y="2014458"/>
                </a:cubicBezTo>
                <a:lnTo>
                  <a:pt x="4548984" y="2015717"/>
                </a:lnTo>
                <a:lnTo>
                  <a:pt x="4533451" y="2012976"/>
                </a:lnTo>
                <a:lnTo>
                  <a:pt x="4519910" y="2014768"/>
                </a:lnTo>
                <a:lnTo>
                  <a:pt x="4514290" y="2014364"/>
                </a:lnTo>
                <a:lnTo>
                  <a:pt x="4500320" y="2013007"/>
                </a:lnTo>
                <a:cubicBezTo>
                  <a:pt x="4493159" y="2012056"/>
                  <a:pt x="4485144" y="2010910"/>
                  <a:pt x="4476219" y="2009993"/>
                </a:cubicBezTo>
                <a:lnTo>
                  <a:pt x="4468701" y="2009574"/>
                </a:lnTo>
                <a:lnTo>
                  <a:pt x="4452333" y="2004964"/>
                </a:lnTo>
                <a:cubicBezTo>
                  <a:pt x="4440422" y="2001479"/>
                  <a:pt x="4431048" y="1999130"/>
                  <a:pt x="4420644" y="2001021"/>
                </a:cubicBezTo>
                <a:cubicBezTo>
                  <a:pt x="4402911" y="1996519"/>
                  <a:pt x="4390524" y="1983900"/>
                  <a:pt x="4364856" y="1987267"/>
                </a:cubicBezTo>
                <a:cubicBezTo>
                  <a:pt x="4372645" y="1981550"/>
                  <a:pt x="4336350" y="1986575"/>
                  <a:pt x="4332062" y="1980703"/>
                </a:cubicBezTo>
                <a:cubicBezTo>
                  <a:pt x="4330083" y="1975974"/>
                  <a:pt x="4318612" y="1976397"/>
                  <a:pt x="4309876" y="1974653"/>
                </a:cubicBezTo>
                <a:cubicBezTo>
                  <a:pt x="4303650" y="1969824"/>
                  <a:pt x="4259693" y="1965414"/>
                  <a:pt x="4244391" y="1966109"/>
                </a:cubicBezTo>
                <a:cubicBezTo>
                  <a:pt x="4201255" y="1970914"/>
                  <a:pt x="4166558" y="1951471"/>
                  <a:pt x="4132071" y="1954813"/>
                </a:cubicBezTo>
                <a:cubicBezTo>
                  <a:pt x="4123041" y="1954358"/>
                  <a:pt x="4115554" y="1953263"/>
                  <a:pt x="4109069" y="1951778"/>
                </a:cubicBezTo>
                <a:lnTo>
                  <a:pt x="4092908" y="1946662"/>
                </a:lnTo>
                <a:cubicBezTo>
                  <a:pt x="4092707" y="1945539"/>
                  <a:pt x="4092506" y="1944415"/>
                  <a:pt x="4092306" y="1943291"/>
                </a:cubicBezTo>
                <a:lnTo>
                  <a:pt x="4080234" y="1941219"/>
                </a:lnTo>
                <a:lnTo>
                  <a:pt x="4077778" y="1940145"/>
                </a:lnTo>
                <a:cubicBezTo>
                  <a:pt x="4073105" y="1938081"/>
                  <a:pt x="4068339" y="1936119"/>
                  <a:pt x="4062936" y="1934506"/>
                </a:cubicBezTo>
                <a:cubicBezTo>
                  <a:pt x="4048082" y="1947155"/>
                  <a:pt x="4014523" y="1922869"/>
                  <a:pt x="4012506" y="1935475"/>
                </a:cubicBezTo>
                <a:cubicBezTo>
                  <a:pt x="3980228" y="1928812"/>
                  <a:pt x="3986775" y="1942559"/>
                  <a:pt x="3965880" y="1925968"/>
                </a:cubicBezTo>
                <a:cubicBezTo>
                  <a:pt x="3899515" y="1923414"/>
                  <a:pt x="3830855" y="1902158"/>
                  <a:pt x="3765338" y="1906649"/>
                </a:cubicBezTo>
                <a:cubicBezTo>
                  <a:pt x="3780686" y="1902635"/>
                  <a:pt x="3768784" y="1893856"/>
                  <a:pt x="3749493" y="1893071"/>
                </a:cubicBezTo>
                <a:cubicBezTo>
                  <a:pt x="3807776" y="1876857"/>
                  <a:pt x="3656400" y="1898030"/>
                  <a:pt x="3672704" y="1881383"/>
                </a:cubicBezTo>
                <a:cubicBezTo>
                  <a:pt x="3645532" y="1893973"/>
                  <a:pt x="3537791" y="1900656"/>
                  <a:pt x="3530082" y="1883187"/>
                </a:cubicBezTo>
                <a:cubicBezTo>
                  <a:pt x="3479808" y="1875044"/>
                  <a:pt x="3426017" y="1877998"/>
                  <a:pt x="3387664" y="1862579"/>
                </a:cubicBezTo>
                <a:cubicBezTo>
                  <a:pt x="3382649" y="1863935"/>
                  <a:pt x="3377277" y="1864791"/>
                  <a:pt x="3371681" y="1865293"/>
                </a:cubicBezTo>
                <a:lnTo>
                  <a:pt x="3355305" y="1865842"/>
                </a:lnTo>
                <a:lnTo>
                  <a:pt x="3353790" y="1865158"/>
                </a:lnTo>
                <a:cubicBezTo>
                  <a:pt x="3346144" y="1863282"/>
                  <a:pt x="3340687" y="1863057"/>
                  <a:pt x="3336210" y="1863564"/>
                </a:cubicBezTo>
                <a:lnTo>
                  <a:pt x="3331381" y="1864716"/>
                </a:lnTo>
                <a:lnTo>
                  <a:pt x="3319012" y="1864093"/>
                </a:lnTo>
                <a:lnTo>
                  <a:pt x="3293818" y="1864135"/>
                </a:lnTo>
                <a:lnTo>
                  <a:pt x="3289881" y="1862954"/>
                </a:lnTo>
                <a:lnTo>
                  <a:pt x="3253090" y="1861164"/>
                </a:lnTo>
                <a:cubicBezTo>
                  <a:pt x="3253042" y="1860968"/>
                  <a:pt x="3252996" y="1860771"/>
                  <a:pt x="3252949" y="1860574"/>
                </a:cubicBezTo>
                <a:cubicBezTo>
                  <a:pt x="3251799" y="1859213"/>
                  <a:pt x="3249368" y="1858131"/>
                  <a:pt x="3244187" y="1857604"/>
                </a:cubicBezTo>
                <a:cubicBezTo>
                  <a:pt x="3250860" y="1853873"/>
                  <a:pt x="3250577" y="1852999"/>
                  <a:pt x="3246570" y="1852946"/>
                </a:cubicBezTo>
                <a:lnTo>
                  <a:pt x="3237810" y="1853064"/>
                </a:lnTo>
                <a:lnTo>
                  <a:pt x="3230822" y="1855474"/>
                </a:lnTo>
                <a:cubicBezTo>
                  <a:pt x="3206812" y="1862286"/>
                  <a:pt x="3176733" y="1868865"/>
                  <a:pt x="3136549" y="1874037"/>
                </a:cubicBezTo>
                <a:cubicBezTo>
                  <a:pt x="3081163" y="1880168"/>
                  <a:pt x="2902557" y="1900580"/>
                  <a:pt x="2845754" y="1910932"/>
                </a:cubicBezTo>
                <a:cubicBezTo>
                  <a:pt x="2860822" y="1944376"/>
                  <a:pt x="2813389" y="1905358"/>
                  <a:pt x="2786878" y="1917162"/>
                </a:cubicBezTo>
                <a:cubicBezTo>
                  <a:pt x="2766803" y="1917398"/>
                  <a:pt x="2741628" y="1915886"/>
                  <a:pt x="2725298" y="1912340"/>
                </a:cubicBezTo>
                <a:cubicBezTo>
                  <a:pt x="2716680" y="1911427"/>
                  <a:pt x="2707572" y="1911972"/>
                  <a:pt x="2697754" y="1914863"/>
                </a:cubicBezTo>
                <a:cubicBezTo>
                  <a:pt x="2667185" y="1939014"/>
                  <a:pt x="2622149" y="1926211"/>
                  <a:pt x="2568063" y="1936283"/>
                </a:cubicBezTo>
                <a:cubicBezTo>
                  <a:pt x="2552625" y="1932001"/>
                  <a:pt x="2502682" y="1953378"/>
                  <a:pt x="2489784" y="1943720"/>
                </a:cubicBezTo>
                <a:cubicBezTo>
                  <a:pt x="2478524" y="1943155"/>
                  <a:pt x="2467418" y="1949411"/>
                  <a:pt x="2458978" y="1938095"/>
                </a:cubicBezTo>
                <a:cubicBezTo>
                  <a:pt x="2417552" y="1934639"/>
                  <a:pt x="2366376" y="1931293"/>
                  <a:pt x="2318712" y="1934474"/>
                </a:cubicBezTo>
                <a:cubicBezTo>
                  <a:pt x="2296029" y="1936526"/>
                  <a:pt x="2282069" y="1938434"/>
                  <a:pt x="2268709" y="1940521"/>
                </a:cubicBezTo>
                <a:lnTo>
                  <a:pt x="2264080" y="1941232"/>
                </a:lnTo>
                <a:lnTo>
                  <a:pt x="2254684" y="1943524"/>
                </a:lnTo>
                <a:lnTo>
                  <a:pt x="2252523" y="1943004"/>
                </a:lnTo>
                <a:lnTo>
                  <a:pt x="2173350" y="1929202"/>
                </a:lnTo>
                <a:lnTo>
                  <a:pt x="2155266" y="1920267"/>
                </a:lnTo>
                <a:lnTo>
                  <a:pt x="2091013" y="1914631"/>
                </a:lnTo>
                <a:cubicBezTo>
                  <a:pt x="2033357" y="1920614"/>
                  <a:pt x="2070513" y="1905065"/>
                  <a:pt x="2030712" y="1897690"/>
                </a:cubicBezTo>
                <a:cubicBezTo>
                  <a:pt x="1994539" y="1893055"/>
                  <a:pt x="1958569" y="1883188"/>
                  <a:pt x="1908838" y="1892222"/>
                </a:cubicBezTo>
                <a:cubicBezTo>
                  <a:pt x="1897236" y="1896147"/>
                  <a:pt x="1883338" y="1892415"/>
                  <a:pt x="1877796" y="1883887"/>
                </a:cubicBezTo>
                <a:cubicBezTo>
                  <a:pt x="1876842" y="1882419"/>
                  <a:pt x="1876177" y="1880863"/>
                  <a:pt x="1875824" y="1879265"/>
                </a:cubicBezTo>
                <a:cubicBezTo>
                  <a:pt x="1843474" y="1887199"/>
                  <a:pt x="1841511" y="1873818"/>
                  <a:pt x="1823048" y="1881064"/>
                </a:cubicBezTo>
                <a:cubicBezTo>
                  <a:pt x="1792640" y="1872164"/>
                  <a:pt x="1782358" y="1850450"/>
                  <a:pt x="1765736" y="1856578"/>
                </a:cubicBezTo>
                <a:cubicBezTo>
                  <a:pt x="1753024" y="1849107"/>
                  <a:pt x="1745932" y="1828316"/>
                  <a:pt x="1725669" y="1833744"/>
                </a:cubicBezTo>
                <a:cubicBezTo>
                  <a:pt x="1727428" y="1831405"/>
                  <a:pt x="1726953" y="1830157"/>
                  <a:pt x="1725216" y="1829447"/>
                </a:cubicBezTo>
                <a:lnTo>
                  <a:pt x="1721485" y="1828960"/>
                </a:lnTo>
                <a:lnTo>
                  <a:pt x="1717786" y="1832224"/>
                </a:lnTo>
                <a:cubicBezTo>
                  <a:pt x="1703445" y="1843277"/>
                  <a:pt x="1706547" y="1827935"/>
                  <a:pt x="1689907" y="1825425"/>
                </a:cubicBezTo>
                <a:cubicBezTo>
                  <a:pt x="1682338" y="1823445"/>
                  <a:pt x="1685181" y="1820226"/>
                  <a:pt x="1688093" y="1817391"/>
                </a:cubicBezTo>
                <a:lnTo>
                  <a:pt x="1496789" y="1805297"/>
                </a:lnTo>
                <a:cubicBezTo>
                  <a:pt x="1463551" y="1793913"/>
                  <a:pt x="1426345" y="1786892"/>
                  <a:pt x="1392839" y="1758649"/>
                </a:cubicBezTo>
                <a:cubicBezTo>
                  <a:pt x="1386461" y="1750573"/>
                  <a:pt x="1374031" y="1756918"/>
                  <a:pt x="1360872" y="1752441"/>
                </a:cubicBezTo>
                <a:cubicBezTo>
                  <a:pt x="1347711" y="1747963"/>
                  <a:pt x="1332751" y="1735898"/>
                  <a:pt x="1313885" y="1731785"/>
                </a:cubicBezTo>
                <a:cubicBezTo>
                  <a:pt x="1281989" y="1726305"/>
                  <a:pt x="1256405" y="1739744"/>
                  <a:pt x="1247665" y="1727765"/>
                </a:cubicBezTo>
                <a:cubicBezTo>
                  <a:pt x="1231363" y="1728538"/>
                  <a:pt x="1209120" y="1742556"/>
                  <a:pt x="1196850" y="1729622"/>
                </a:cubicBezTo>
                <a:cubicBezTo>
                  <a:pt x="1195195" y="1740224"/>
                  <a:pt x="1178147" y="1721561"/>
                  <a:pt x="1168728" y="1728550"/>
                </a:cubicBezTo>
                <a:cubicBezTo>
                  <a:pt x="1152073" y="1727193"/>
                  <a:pt x="1122804" y="1725926"/>
                  <a:pt x="1096918" y="1721485"/>
                </a:cubicBezTo>
                <a:lnTo>
                  <a:pt x="1094082" y="1720113"/>
                </a:lnTo>
                <a:lnTo>
                  <a:pt x="1040782" y="1721762"/>
                </a:lnTo>
                <a:cubicBezTo>
                  <a:pt x="987172" y="1722352"/>
                  <a:pt x="1023272" y="1708707"/>
                  <a:pt x="955980" y="1719289"/>
                </a:cubicBezTo>
                <a:cubicBezTo>
                  <a:pt x="948995" y="1714208"/>
                  <a:pt x="940521" y="1713816"/>
                  <a:pt x="926108" y="1715917"/>
                </a:cubicBezTo>
                <a:cubicBezTo>
                  <a:pt x="900077" y="1715834"/>
                  <a:pt x="902688" y="1703436"/>
                  <a:pt x="876049" y="1710422"/>
                </a:cubicBezTo>
                <a:cubicBezTo>
                  <a:pt x="881084" y="1703830"/>
                  <a:pt x="826830" y="1706893"/>
                  <a:pt x="839194" y="1700176"/>
                </a:cubicBezTo>
                <a:cubicBezTo>
                  <a:pt x="822548" y="1693764"/>
                  <a:pt x="813674" y="1703628"/>
                  <a:pt x="797112" y="1698014"/>
                </a:cubicBezTo>
                <a:cubicBezTo>
                  <a:pt x="778195" y="1696418"/>
                  <a:pt x="807647" y="1705364"/>
                  <a:pt x="786610" y="1705455"/>
                </a:cubicBezTo>
                <a:cubicBezTo>
                  <a:pt x="761170" y="1704357"/>
                  <a:pt x="760599" y="1716610"/>
                  <a:pt x="741833" y="1700566"/>
                </a:cubicBezTo>
                <a:lnTo>
                  <a:pt x="673985" y="1692278"/>
                </a:lnTo>
                <a:cubicBezTo>
                  <a:pt x="658515" y="1695829"/>
                  <a:pt x="646395" y="1693620"/>
                  <a:pt x="634665" y="1689550"/>
                </a:cubicBezTo>
                <a:cubicBezTo>
                  <a:pt x="599149" y="1689690"/>
                  <a:pt x="567176" y="1683160"/>
                  <a:pt x="527471" y="1679869"/>
                </a:cubicBezTo>
                <a:cubicBezTo>
                  <a:pt x="484099" y="1683240"/>
                  <a:pt x="462693" y="1671949"/>
                  <a:pt x="420260" y="1668475"/>
                </a:cubicBezTo>
                <a:cubicBezTo>
                  <a:pt x="377482" y="1677390"/>
                  <a:pt x="393500" y="1652730"/>
                  <a:pt x="357630" y="1652142"/>
                </a:cubicBezTo>
                <a:cubicBezTo>
                  <a:pt x="298692" y="1659518"/>
                  <a:pt x="359631" y="1643849"/>
                  <a:pt x="269407" y="1643812"/>
                </a:cubicBezTo>
                <a:cubicBezTo>
                  <a:pt x="264204" y="1645215"/>
                  <a:pt x="253436" y="1643159"/>
                  <a:pt x="254769" y="1641013"/>
                </a:cubicBezTo>
                <a:cubicBezTo>
                  <a:pt x="234996" y="1641090"/>
                  <a:pt x="179093" y="1626583"/>
                  <a:pt x="150763" y="1628143"/>
                </a:cubicBezTo>
                <a:cubicBezTo>
                  <a:pt x="96232" y="1619954"/>
                  <a:pt x="68845" y="1629422"/>
                  <a:pt x="29133" y="1626172"/>
                </a:cubicBezTo>
                <a:lnTo>
                  <a:pt x="0" y="1619589"/>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61EA577D-6659-765A-EA47-7004F532273A}"/>
              </a:ext>
            </a:extLst>
          </p:cNvPr>
          <p:cNvSpPr>
            <a:spLocks noGrp="1"/>
          </p:cNvSpPr>
          <p:nvPr>
            <p:ph type="title"/>
          </p:nvPr>
        </p:nvSpPr>
        <p:spPr>
          <a:xfrm>
            <a:off x="828675" y="494414"/>
            <a:ext cx="10534650" cy="817403"/>
          </a:xfrm>
        </p:spPr>
        <p:txBody>
          <a:bodyPr vert="horz" wrap="square" lIns="76200" tIns="45720" rIns="76200" bIns="45720" rtlCol="0" anchor="ctr">
            <a:normAutofit/>
          </a:bodyPr>
          <a:lstStyle/>
          <a:p>
            <a:pPr algn="l"/>
            <a:r>
              <a:rPr lang="en-US" sz="1800" b="1" kern="1200" dirty="0">
                <a:solidFill>
                  <a:srgbClr val="232323"/>
                </a:solidFill>
                <a:latin typeface="Aptos Display"/>
                <a:ea typeface="+mj-ea"/>
                <a:cs typeface="+mj-cs"/>
              </a:rPr>
              <a:t>EKG </a:t>
            </a:r>
            <a:r>
              <a:rPr lang="en-US" sz="1800" b="1" kern="1200" dirty="0" err="1">
                <a:solidFill>
                  <a:srgbClr val="232323"/>
                </a:solidFill>
                <a:latin typeface="Aptos Display"/>
                <a:ea typeface="+mj-ea"/>
                <a:cs typeface="+mj-cs"/>
              </a:rPr>
              <a:t>įrašo</a:t>
            </a:r>
            <a:r>
              <a:rPr lang="en-US" sz="1800" b="1" kern="1200" dirty="0">
                <a:solidFill>
                  <a:srgbClr val="232323"/>
                </a:solidFill>
                <a:latin typeface="Aptos Display"/>
                <a:ea typeface="+mj-ea"/>
                <a:cs typeface="+mj-cs"/>
              </a:rPr>
              <a:t> </a:t>
            </a:r>
            <a:r>
              <a:rPr lang="en-US" sz="1800" b="1" kern="1200" dirty="0" err="1">
                <a:solidFill>
                  <a:srgbClr val="232323"/>
                </a:solidFill>
                <a:latin typeface="Aptos Display"/>
                <a:ea typeface="+mj-ea"/>
                <a:cs typeface="+mj-cs"/>
              </a:rPr>
              <a:t>fragmentas</a:t>
            </a:r>
            <a:r>
              <a:rPr lang="en-US" sz="1800" b="1" kern="1200" dirty="0">
                <a:solidFill>
                  <a:srgbClr val="232323"/>
                </a:solidFill>
                <a:latin typeface="Aptos Display"/>
                <a:ea typeface="+mj-ea"/>
                <a:cs typeface="+mj-cs"/>
              </a:rPr>
              <a:t>, </a:t>
            </a:r>
            <a:r>
              <a:rPr lang="en-US" sz="1800" b="1" kern="1200" dirty="0" err="1">
                <a:solidFill>
                  <a:srgbClr val="232323"/>
                </a:solidFill>
                <a:latin typeface="Aptos Display"/>
                <a:ea typeface="+mj-ea"/>
                <a:cs typeface="+mj-cs"/>
              </a:rPr>
              <a:t>juostinis</a:t>
            </a:r>
            <a:r>
              <a:rPr lang="en-US" sz="1800" b="1" kern="1200" dirty="0">
                <a:solidFill>
                  <a:srgbClr val="232323"/>
                </a:solidFill>
                <a:latin typeface="Aptos Display"/>
                <a:ea typeface="+mj-ea"/>
                <a:cs typeface="+mj-cs"/>
              </a:rPr>
              <a:t> filtras 0.5 – 40 Hz</a:t>
            </a:r>
          </a:p>
        </p:txBody>
      </p:sp>
      <p:pic>
        <p:nvPicPr>
          <p:cNvPr id="5" name="Content Placeholder 4">
            <a:extLst>
              <a:ext uri="{FF2B5EF4-FFF2-40B4-BE49-F238E27FC236}">
                <a16:creationId xmlns:a16="http://schemas.microsoft.com/office/drawing/2014/main" id="{8A751E42-9774-23C0-C1CC-E9ECBAFF6C38}"/>
              </a:ext>
            </a:extLst>
          </p:cNvPr>
          <p:cNvPicPr>
            <a:picLocks noGrp="1" noChangeAspect="1"/>
          </p:cNvPicPr>
          <p:nvPr>
            <p:ph idx="1"/>
          </p:nvPr>
        </p:nvPicPr>
        <p:blipFill>
          <a:blip r:embed="rId2"/>
          <a:stretch>
            <a:fillRect/>
          </a:stretch>
        </p:blipFill>
        <p:spPr>
          <a:xfrm>
            <a:off x="220594" y="2293258"/>
            <a:ext cx="11142731" cy="3649244"/>
          </a:xfrm>
          <a:prstGeom prst="rect">
            <a:avLst/>
          </a:prstGeom>
        </p:spPr>
      </p:pic>
    </p:spTree>
    <p:extLst>
      <p:ext uri="{BB962C8B-B14F-4D97-AF65-F5344CB8AC3E}">
        <p14:creationId xmlns:p14="http://schemas.microsoft.com/office/powerpoint/2010/main" val="198576209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F511316-C35E-9B92-64AB-57683920CC00}"/>
            </a:ext>
          </a:extLst>
        </p:cNvPr>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E5A28BFA-BC4C-7F13-221E-76E515099B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C0EE79C-7BE7-48CA-28FD-A7914BEE1432}"/>
              </a:ext>
            </a:extLst>
          </p:cNvPr>
          <p:cNvSpPr>
            <a:spLocks noGrp="1"/>
          </p:cNvSpPr>
          <p:nvPr>
            <p:ph type="title"/>
          </p:nvPr>
        </p:nvSpPr>
        <p:spPr>
          <a:xfrm>
            <a:off x="630936" y="502920"/>
            <a:ext cx="3419856" cy="1463040"/>
          </a:xfrm>
        </p:spPr>
        <p:txBody>
          <a:bodyPr vert="horz" wrap="square" lIns="76200" tIns="45720" rIns="76200" bIns="45720" rtlCol="0" anchor="ctr">
            <a:normAutofit/>
          </a:bodyPr>
          <a:lstStyle/>
          <a:p>
            <a:pPr algn="l"/>
            <a:r>
              <a:rPr lang="en-US" sz="1800" b="1" kern="1200">
                <a:solidFill>
                  <a:srgbClr val="232323"/>
                </a:solidFill>
                <a:latin typeface="Aptos Display"/>
                <a:ea typeface="+mj-ea"/>
                <a:cs typeface="+mj-cs"/>
              </a:rPr>
              <a:t>Fragmento spektras</a:t>
            </a:r>
          </a:p>
        </p:txBody>
      </p:sp>
      <p:sp>
        <p:nvSpPr>
          <p:cNvPr id="14" name="sketch line">
            <a:extLst>
              <a:ext uri="{FF2B5EF4-FFF2-40B4-BE49-F238E27FC236}">
                <a16:creationId xmlns:a16="http://schemas.microsoft.com/office/drawing/2014/main" id="{194A579B-2726-DD90-576B-D651E5BECA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566159" y="1225296"/>
            <a:ext cx="1554480" cy="18288"/>
          </a:xfrm>
          <a:custGeom>
            <a:avLst/>
            <a:gdLst>
              <a:gd name="csX0" fmla="*/ 0 w 1554480"/>
              <a:gd name="csY0" fmla="*/ 0 h 18288"/>
              <a:gd name="csX1" fmla="*/ 549250 w 1554480"/>
              <a:gd name="csY1" fmla="*/ 0 h 18288"/>
              <a:gd name="csX2" fmla="*/ 1082954 w 1554480"/>
              <a:gd name="csY2" fmla="*/ 0 h 18288"/>
              <a:gd name="csX3" fmla="*/ 1554480 w 1554480"/>
              <a:gd name="csY3" fmla="*/ 0 h 18288"/>
              <a:gd name="csX4" fmla="*/ 1554480 w 1554480"/>
              <a:gd name="csY4" fmla="*/ 18288 h 18288"/>
              <a:gd name="csX5" fmla="*/ 1067410 w 1554480"/>
              <a:gd name="csY5" fmla="*/ 18288 h 18288"/>
              <a:gd name="csX6" fmla="*/ 549250 w 1554480"/>
              <a:gd name="csY6" fmla="*/ 18288 h 18288"/>
              <a:gd name="csX7" fmla="*/ 0 w 1554480"/>
              <a:gd name="csY7" fmla="*/ 18288 h 18288"/>
              <a:gd name="csX8" fmla="*/ 0 w 1554480"/>
              <a:gd name="csY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554480" h="18288" fill="none" extrusionOk="0">
                <a:moveTo>
                  <a:pt x="0" y="0"/>
                </a:moveTo>
                <a:cubicBezTo>
                  <a:pt x="114141" y="-19864"/>
                  <a:pt x="345055" y="-1657"/>
                  <a:pt x="549250" y="0"/>
                </a:cubicBezTo>
                <a:cubicBezTo>
                  <a:pt x="753445" y="1657"/>
                  <a:pt x="862292" y="-5674"/>
                  <a:pt x="1082954" y="0"/>
                </a:cubicBezTo>
                <a:cubicBezTo>
                  <a:pt x="1303616" y="5674"/>
                  <a:pt x="1363530" y="4537"/>
                  <a:pt x="1554480" y="0"/>
                </a:cubicBezTo>
                <a:cubicBezTo>
                  <a:pt x="1554963" y="7176"/>
                  <a:pt x="1553909" y="13682"/>
                  <a:pt x="1554480" y="18288"/>
                </a:cubicBezTo>
                <a:cubicBezTo>
                  <a:pt x="1338847" y="6127"/>
                  <a:pt x="1215066" y="37851"/>
                  <a:pt x="1067410" y="18288"/>
                </a:cubicBezTo>
                <a:cubicBezTo>
                  <a:pt x="919754" y="-1275"/>
                  <a:pt x="800465" y="3080"/>
                  <a:pt x="549250" y="18288"/>
                </a:cubicBezTo>
                <a:cubicBezTo>
                  <a:pt x="298035" y="33496"/>
                  <a:pt x="158868" y="22769"/>
                  <a:pt x="0" y="18288"/>
                </a:cubicBezTo>
                <a:cubicBezTo>
                  <a:pt x="-655" y="13237"/>
                  <a:pt x="709" y="4645"/>
                  <a:pt x="0" y="0"/>
                </a:cubicBezTo>
                <a:close/>
              </a:path>
              <a:path w="1554480" h="18288" stroke="0" extrusionOk="0">
                <a:moveTo>
                  <a:pt x="0" y="0"/>
                </a:moveTo>
                <a:cubicBezTo>
                  <a:pt x="249941" y="-58"/>
                  <a:pt x="367334" y="23448"/>
                  <a:pt x="502615" y="0"/>
                </a:cubicBezTo>
                <a:cubicBezTo>
                  <a:pt x="637897" y="-23448"/>
                  <a:pt x="813653" y="-20418"/>
                  <a:pt x="974141" y="0"/>
                </a:cubicBezTo>
                <a:cubicBezTo>
                  <a:pt x="1134629" y="20418"/>
                  <a:pt x="1268772" y="6288"/>
                  <a:pt x="1554480" y="0"/>
                </a:cubicBezTo>
                <a:cubicBezTo>
                  <a:pt x="1554917" y="7222"/>
                  <a:pt x="1555359" y="13299"/>
                  <a:pt x="1554480" y="18288"/>
                </a:cubicBezTo>
                <a:cubicBezTo>
                  <a:pt x="1336087" y="12172"/>
                  <a:pt x="1310024" y="19759"/>
                  <a:pt x="1067410" y="18288"/>
                </a:cubicBezTo>
                <a:cubicBezTo>
                  <a:pt x="824796" y="16818"/>
                  <a:pt x="787902" y="34647"/>
                  <a:pt x="518160" y="18288"/>
                </a:cubicBezTo>
                <a:cubicBezTo>
                  <a:pt x="248418" y="1930"/>
                  <a:pt x="133160" y="9205"/>
                  <a:pt x="0" y="18288"/>
                </a:cubicBezTo>
                <a:cubicBezTo>
                  <a:pt x="-643" y="9451"/>
                  <a:pt x="-340" y="7114"/>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6DAFEC0F-F36F-8CBF-94D7-FD3FEA4DF64D}"/>
              </a:ext>
            </a:extLst>
          </p:cNvPr>
          <p:cNvSpPr txBox="1"/>
          <p:nvPr/>
        </p:nvSpPr>
        <p:spPr>
          <a:xfrm>
            <a:off x="4654295" y="502920"/>
            <a:ext cx="6894576" cy="1463040"/>
          </a:xfrm>
          <a:prstGeom prst="rect">
            <a:avLst/>
          </a:prstGeom>
        </p:spPr>
        <p:txBody>
          <a:bodyPr vert="horz" wrap="square" lIns="50800" tIns="50800" rIns="50800" bIns="50800" rtlCol="0" anchor="ctr">
            <a:normAutofit/>
          </a:bodyPr>
          <a:lstStyle/>
          <a:p>
            <a:pPr>
              <a:lnSpc>
                <a:spcPct val="90000"/>
              </a:lnSpc>
              <a:spcAft>
                <a:spcPts val="600"/>
              </a:spcAft>
              <a:defRPr sz="1800" b="0">
                <a:solidFill>
                  <a:srgbClr val="232323"/>
                </a:solidFill>
                <a:latin typeface="Aptos"/>
              </a:defRPr>
            </a:pPr>
            <a:r>
              <a:rPr b="1"/>
              <a:t>Įverčiai:</a:t>
            </a:r>
          </a:p>
          <a:p>
            <a:pPr>
              <a:defRPr sz="1800" b="0">
                <a:solidFill>
                  <a:srgbClr val="232323"/>
                </a:solidFill>
                <a:latin typeface="Aptos"/>
              </a:defRPr>
            </a:pPr>
            <a:r>
              <a:t>motion_artifact  0.7489</a:t>
            </a:r>
          </a:p>
          <a:p>
            <a:pPr>
              <a:defRPr sz="1800" b="0">
                <a:solidFill>
                  <a:srgbClr val="232323"/>
                </a:solidFill>
                <a:latin typeface="Aptos"/>
              </a:defRPr>
            </a:pPr>
            <a:r>
              <a:t>emg_broadband  0.0644</a:t>
            </a:r>
          </a:p>
          <a:p>
            <a:pPr>
              <a:defRPr sz="1800" b="0">
                <a:solidFill>
                  <a:srgbClr val="232323"/>
                </a:solidFill>
                <a:latin typeface="Aptos"/>
              </a:defRPr>
            </a:pPr>
            <a:r>
              <a:t>powerline_50hz  0.0001</a:t>
            </a:r>
          </a:p>
        </p:txBody>
      </p:sp>
      <p:pic>
        <p:nvPicPr>
          <p:cNvPr id="8" name="Picture 7">
            <a:extLst>
              <a:ext uri="{FF2B5EF4-FFF2-40B4-BE49-F238E27FC236}">
                <a16:creationId xmlns:a16="http://schemas.microsoft.com/office/drawing/2014/main" id="{C447B641-17D2-55F4-EB80-9BD1FEC0EC41}"/>
              </a:ext>
            </a:extLst>
          </p:cNvPr>
          <p:cNvPicPr>
            <a:picLocks noChangeAspect="1"/>
          </p:cNvPicPr>
          <p:nvPr/>
        </p:nvPicPr>
        <p:blipFill>
          <a:blip r:embed="rId2"/>
          <a:stretch>
            <a:fillRect/>
          </a:stretch>
        </p:blipFill>
        <p:spPr>
          <a:xfrm>
            <a:off x="795528" y="2190686"/>
            <a:ext cx="10191786" cy="4014945"/>
          </a:xfrm>
          <a:prstGeom prst="rect">
            <a:avLst/>
          </a:prstGeom>
        </p:spPr>
      </p:pic>
    </p:spTree>
    <p:extLst>
      <p:ext uri="{BB962C8B-B14F-4D97-AF65-F5344CB8AC3E}">
        <p14:creationId xmlns:p14="http://schemas.microsoft.com/office/powerpoint/2010/main" val="6678216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2F175E-0596-BB57-ADBA-2E8D068A43FC}"/>
              </a:ext>
            </a:extLst>
          </p:cNvPr>
          <p:cNvSpPr>
            <a:spLocks noGrp="1"/>
          </p:cNvSpPr>
          <p:nvPr>
            <p:ph type="title"/>
          </p:nvPr>
        </p:nvSpPr>
        <p:spPr/>
        <p:txBody>
          <a:bodyPr wrap="square" lIns="76200" rIns="76200" anchor="ctr"/>
          <a:lstStyle/>
          <a:p>
            <a:pPr algn="l"/>
            <a:r>
              <a:rPr lang="lt-LT" sz="1800" b="1" dirty="0">
                <a:solidFill>
                  <a:srgbClr val="232323"/>
                </a:solidFill>
                <a:latin typeface="Aptos Display"/>
              </a:rPr>
              <a:t>Artimų triukšminių intervalų apjungimas (pvz.)</a:t>
            </a:r>
          </a:p>
        </p:txBody>
      </p:sp>
      <p:pic>
        <p:nvPicPr>
          <p:cNvPr id="5" name="Picture 4">
            <a:extLst>
              <a:ext uri="{FF2B5EF4-FFF2-40B4-BE49-F238E27FC236}">
                <a16:creationId xmlns:a16="http://schemas.microsoft.com/office/drawing/2014/main" id="{E8B8332C-7084-F232-3241-E4E0F9ADBCC6}"/>
              </a:ext>
            </a:extLst>
          </p:cNvPr>
          <p:cNvPicPr>
            <a:picLocks noChangeAspect="1"/>
          </p:cNvPicPr>
          <p:nvPr/>
        </p:nvPicPr>
        <p:blipFill>
          <a:blip r:embed="rId3"/>
          <a:stretch>
            <a:fillRect/>
          </a:stretch>
        </p:blipFill>
        <p:spPr>
          <a:xfrm>
            <a:off x="703944" y="2089604"/>
            <a:ext cx="10515600" cy="3937042"/>
          </a:xfrm>
          <a:prstGeom prst="rect">
            <a:avLst/>
          </a:prstGeom>
        </p:spPr>
      </p:pic>
    </p:spTree>
    <p:extLst>
      <p:ext uri="{BB962C8B-B14F-4D97-AF65-F5344CB8AC3E}">
        <p14:creationId xmlns:p14="http://schemas.microsoft.com/office/powerpoint/2010/main" val="220885093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F0DCC097-1DB8-4B6D-85D0-6FBA0E1CA4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E0B58608-23C8-4441-994D-C6823EEE1D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9" cy="2083506"/>
          </a:xfrm>
          <a:custGeom>
            <a:avLst/>
            <a:gdLst>
              <a:gd name="connsiteX0" fmla="*/ 0 w 12191999"/>
              <a:gd name="connsiteY0" fmla="*/ 0 h 2083506"/>
              <a:gd name="connsiteX1" fmla="*/ 9429748 w 12191999"/>
              <a:gd name="connsiteY1" fmla="*/ 0 h 2083506"/>
              <a:gd name="connsiteX2" fmla="*/ 9429748 w 12191999"/>
              <a:gd name="connsiteY2" fmla="*/ 1 h 2083506"/>
              <a:gd name="connsiteX3" fmla="*/ 12191999 w 12191999"/>
              <a:gd name="connsiteY3" fmla="*/ 1 h 2083506"/>
              <a:gd name="connsiteX4" fmla="*/ 12191999 w 12191999"/>
              <a:gd name="connsiteY4" fmla="*/ 1164372 h 2083506"/>
              <a:gd name="connsiteX5" fmla="*/ 12147852 w 12191999"/>
              <a:gd name="connsiteY5" fmla="*/ 1163783 h 2083506"/>
              <a:gd name="connsiteX6" fmla="*/ 11993604 w 12191999"/>
              <a:gd name="connsiteY6" fmla="*/ 1153496 h 2083506"/>
              <a:gd name="connsiteX7" fmla="*/ 11865319 w 12191999"/>
              <a:gd name="connsiteY7" fmla="*/ 1176624 h 2083506"/>
              <a:gd name="connsiteX8" fmla="*/ 11718353 w 12191999"/>
              <a:gd name="connsiteY8" fmla="*/ 1209136 h 2083506"/>
              <a:gd name="connsiteX9" fmla="*/ 11609067 w 12191999"/>
              <a:gd name="connsiteY9" fmla="*/ 1218512 h 2083506"/>
              <a:gd name="connsiteX10" fmla="*/ 11545958 w 12191999"/>
              <a:gd name="connsiteY10" fmla="*/ 1240430 h 2083506"/>
              <a:gd name="connsiteX11" fmla="*/ 11445770 w 12191999"/>
              <a:gd name="connsiteY11" fmla="*/ 1225780 h 2083506"/>
              <a:gd name="connsiteX12" fmla="*/ 11398842 w 12191999"/>
              <a:gd name="connsiteY12" fmla="*/ 1227250 h 2083506"/>
              <a:gd name="connsiteX13" fmla="*/ 11240093 w 12191999"/>
              <a:gd name="connsiteY13" fmla="*/ 1266797 h 2083506"/>
              <a:gd name="connsiteX14" fmla="*/ 11141364 w 12191999"/>
              <a:gd name="connsiteY14" fmla="*/ 1288059 h 2083506"/>
              <a:gd name="connsiteX15" fmla="*/ 11015396 w 12191999"/>
              <a:gd name="connsiteY15" fmla="*/ 1353104 h 2083506"/>
              <a:gd name="connsiteX16" fmla="*/ 10973905 w 12191999"/>
              <a:gd name="connsiteY16" fmla="*/ 1365109 h 2083506"/>
              <a:gd name="connsiteX17" fmla="*/ 10904858 w 12191999"/>
              <a:gd name="connsiteY17" fmla="*/ 1371966 h 2083506"/>
              <a:gd name="connsiteX18" fmla="*/ 10827883 w 12191999"/>
              <a:gd name="connsiteY18" fmla="*/ 1410270 h 2083506"/>
              <a:gd name="connsiteX19" fmla="*/ 10690996 w 12191999"/>
              <a:gd name="connsiteY19" fmla="*/ 1426394 h 2083506"/>
              <a:gd name="connsiteX20" fmla="*/ 10624461 w 12191999"/>
              <a:gd name="connsiteY20" fmla="*/ 1444283 h 2083506"/>
              <a:gd name="connsiteX21" fmla="*/ 10517208 w 12191999"/>
              <a:gd name="connsiteY21" fmla="*/ 1478947 h 2083506"/>
              <a:gd name="connsiteX22" fmla="*/ 10497937 w 12191999"/>
              <a:gd name="connsiteY22" fmla="*/ 1469831 h 2083506"/>
              <a:gd name="connsiteX23" fmla="*/ 10471201 w 12191999"/>
              <a:gd name="connsiteY23" fmla="*/ 1486037 h 2083506"/>
              <a:gd name="connsiteX24" fmla="*/ 10448263 w 12191999"/>
              <a:gd name="connsiteY24" fmla="*/ 1478223 h 2083506"/>
              <a:gd name="connsiteX25" fmla="*/ 10388089 w 12191999"/>
              <a:gd name="connsiteY25" fmla="*/ 1507175 h 2083506"/>
              <a:gd name="connsiteX26" fmla="*/ 10333720 w 12191999"/>
              <a:gd name="connsiteY26" fmla="*/ 1515848 h 2083506"/>
              <a:gd name="connsiteX27" fmla="*/ 10104338 w 12191999"/>
              <a:gd name="connsiteY27" fmla="*/ 1569424 h 2083506"/>
              <a:gd name="connsiteX28" fmla="*/ 9910445 w 12191999"/>
              <a:gd name="connsiteY28" fmla="*/ 1632275 h 2083506"/>
              <a:gd name="connsiteX29" fmla="*/ 9770872 w 12191999"/>
              <a:gd name="connsiteY29" fmla="*/ 1688088 h 2083506"/>
              <a:gd name="connsiteX30" fmla="*/ 9733849 w 12191999"/>
              <a:gd name="connsiteY30" fmla="*/ 1700034 h 2083506"/>
              <a:gd name="connsiteX31" fmla="*/ 9703714 w 12191999"/>
              <a:gd name="connsiteY31" fmla="*/ 1730093 h 2083506"/>
              <a:gd name="connsiteX32" fmla="*/ 9698351 w 12191999"/>
              <a:gd name="connsiteY32" fmla="*/ 1730377 h 2083506"/>
              <a:gd name="connsiteX33" fmla="*/ 9632895 w 12191999"/>
              <a:gd name="connsiteY33" fmla="*/ 1736363 h 2083506"/>
              <a:gd name="connsiteX34" fmla="*/ 9569107 w 12191999"/>
              <a:gd name="connsiteY34" fmla="*/ 1741010 h 2083506"/>
              <a:gd name="connsiteX35" fmla="*/ 9536451 w 12191999"/>
              <a:gd name="connsiteY35" fmla="*/ 1755120 h 2083506"/>
              <a:gd name="connsiteX36" fmla="*/ 9529385 w 12191999"/>
              <a:gd name="connsiteY36" fmla="*/ 1757515 h 2083506"/>
              <a:gd name="connsiteX37" fmla="*/ 9498527 w 12191999"/>
              <a:gd name="connsiteY37" fmla="*/ 1753117 h 2083506"/>
              <a:gd name="connsiteX38" fmla="*/ 9436642 w 12191999"/>
              <a:gd name="connsiteY38" fmla="*/ 1755478 h 2083506"/>
              <a:gd name="connsiteX39" fmla="*/ 9429748 w 12191999"/>
              <a:gd name="connsiteY39" fmla="*/ 1756317 h 2083506"/>
              <a:gd name="connsiteX40" fmla="*/ 9429748 w 12191999"/>
              <a:gd name="connsiteY40" fmla="*/ 1768745 h 2083506"/>
              <a:gd name="connsiteX41" fmla="*/ 9425802 w 12191999"/>
              <a:gd name="connsiteY41" fmla="*/ 1769273 h 2083506"/>
              <a:gd name="connsiteX42" fmla="*/ 9349763 w 12191999"/>
              <a:gd name="connsiteY42" fmla="*/ 1776107 h 2083506"/>
              <a:gd name="connsiteX43" fmla="*/ 9256503 w 12191999"/>
              <a:gd name="connsiteY43" fmla="*/ 1800699 h 2083506"/>
              <a:gd name="connsiteX44" fmla="*/ 9222873 w 12191999"/>
              <a:gd name="connsiteY44" fmla="*/ 1803003 h 2083506"/>
              <a:gd name="connsiteX45" fmla="*/ 9224095 w 12191999"/>
              <a:gd name="connsiteY45" fmla="*/ 1807355 h 2083506"/>
              <a:gd name="connsiteX46" fmla="*/ 9211603 w 12191999"/>
              <a:gd name="connsiteY46" fmla="*/ 1807675 h 2083506"/>
              <a:gd name="connsiteX47" fmla="*/ 9183719 w 12191999"/>
              <a:gd name="connsiteY47" fmla="*/ 1807781 h 2083506"/>
              <a:gd name="connsiteX48" fmla="*/ 9100221 w 12191999"/>
              <a:gd name="connsiteY48" fmla="*/ 1808989 h 2083506"/>
              <a:gd name="connsiteX49" fmla="*/ 9077439 w 12191999"/>
              <a:gd name="connsiteY49" fmla="*/ 1817333 h 2083506"/>
              <a:gd name="connsiteX50" fmla="*/ 9055889 w 12191999"/>
              <a:gd name="connsiteY50" fmla="*/ 1817464 h 2083506"/>
              <a:gd name="connsiteX51" fmla="*/ 8930912 w 12191999"/>
              <a:gd name="connsiteY51" fmla="*/ 1828648 h 2083506"/>
              <a:gd name="connsiteX52" fmla="*/ 8913729 w 12191999"/>
              <a:gd name="connsiteY52" fmla="*/ 1829483 h 2083506"/>
              <a:gd name="connsiteX53" fmla="*/ 8904423 w 12191999"/>
              <a:gd name="connsiteY53" fmla="*/ 1833234 h 2083506"/>
              <a:gd name="connsiteX54" fmla="*/ 8871099 w 12191999"/>
              <a:gd name="connsiteY54" fmla="*/ 1833979 h 2083506"/>
              <a:gd name="connsiteX55" fmla="*/ 8869557 w 12191999"/>
              <a:gd name="connsiteY55" fmla="*/ 1836113 h 2083506"/>
              <a:gd name="connsiteX56" fmla="*/ 8760021 w 12191999"/>
              <a:gd name="connsiteY56" fmla="*/ 1854442 h 2083506"/>
              <a:gd name="connsiteX57" fmla="*/ 8741254 w 12191999"/>
              <a:gd name="connsiteY57" fmla="*/ 1857469 h 2083506"/>
              <a:gd name="connsiteX58" fmla="*/ 8725039 w 12191999"/>
              <a:gd name="connsiteY58" fmla="*/ 1856552 h 2083506"/>
              <a:gd name="connsiteX59" fmla="*/ 8635265 w 12191999"/>
              <a:gd name="connsiteY59" fmla="*/ 1859168 h 2083506"/>
              <a:gd name="connsiteX60" fmla="*/ 8613911 w 12191999"/>
              <a:gd name="connsiteY60" fmla="*/ 1857561 h 2083506"/>
              <a:gd name="connsiteX61" fmla="*/ 8604931 w 12191999"/>
              <a:gd name="connsiteY61" fmla="*/ 1854170 h 2083506"/>
              <a:gd name="connsiteX62" fmla="*/ 8570171 w 12191999"/>
              <a:gd name="connsiteY62" fmla="*/ 1860579 h 2083506"/>
              <a:gd name="connsiteX63" fmla="*/ 8516537 w 12191999"/>
              <a:gd name="connsiteY63" fmla="*/ 1864971 h 2083506"/>
              <a:gd name="connsiteX64" fmla="*/ 8491046 w 12191999"/>
              <a:gd name="connsiteY64" fmla="*/ 1868141 h 2083506"/>
              <a:gd name="connsiteX65" fmla="*/ 8470478 w 12191999"/>
              <a:gd name="connsiteY65" fmla="*/ 1866216 h 2083506"/>
              <a:gd name="connsiteX66" fmla="*/ 8353433 w 12191999"/>
              <a:gd name="connsiteY66" fmla="*/ 1865729 h 2083506"/>
              <a:gd name="connsiteX67" fmla="*/ 8347675 w 12191999"/>
              <a:gd name="connsiteY67" fmla="*/ 1865075 h 2083506"/>
              <a:gd name="connsiteX68" fmla="*/ 8343939 w 12191999"/>
              <a:gd name="connsiteY68" fmla="*/ 1865677 h 2083506"/>
              <a:gd name="connsiteX69" fmla="*/ 8221566 w 12191999"/>
              <a:gd name="connsiteY69" fmla="*/ 1881148 h 2083506"/>
              <a:gd name="connsiteX70" fmla="*/ 8066095 w 12191999"/>
              <a:gd name="connsiteY70" fmla="*/ 1919902 h 2083506"/>
              <a:gd name="connsiteX71" fmla="*/ 8044849 w 12191999"/>
              <a:gd name="connsiteY71" fmla="*/ 1916308 h 2083506"/>
              <a:gd name="connsiteX72" fmla="*/ 8041142 w 12191999"/>
              <a:gd name="connsiteY72" fmla="*/ 1915506 h 2083506"/>
              <a:gd name="connsiteX73" fmla="*/ 8022159 w 12191999"/>
              <a:gd name="connsiteY73" fmla="*/ 1911521 h 2083506"/>
              <a:gd name="connsiteX74" fmla="*/ 7944932 w 12191999"/>
              <a:gd name="connsiteY74" fmla="*/ 1917265 h 2083506"/>
              <a:gd name="connsiteX75" fmla="*/ 7879011 w 12191999"/>
              <a:gd name="connsiteY75" fmla="*/ 1928570 h 2083506"/>
              <a:gd name="connsiteX76" fmla="*/ 7865529 w 12191999"/>
              <a:gd name="connsiteY76" fmla="*/ 1934399 h 2083506"/>
              <a:gd name="connsiteX77" fmla="*/ 7774801 w 12191999"/>
              <a:gd name="connsiteY77" fmla="*/ 1947969 h 2083506"/>
              <a:gd name="connsiteX78" fmla="*/ 7748398 w 12191999"/>
              <a:gd name="connsiteY78" fmla="*/ 1955982 h 2083506"/>
              <a:gd name="connsiteX79" fmla="*/ 7740684 w 12191999"/>
              <a:gd name="connsiteY79" fmla="*/ 1955717 h 2083506"/>
              <a:gd name="connsiteX80" fmla="*/ 7712976 w 12191999"/>
              <a:gd name="connsiteY80" fmla="*/ 1960442 h 2083506"/>
              <a:gd name="connsiteX81" fmla="*/ 7699956 w 12191999"/>
              <a:gd name="connsiteY81" fmla="*/ 1966104 h 2083506"/>
              <a:gd name="connsiteX82" fmla="*/ 7684158 w 12191999"/>
              <a:gd name="connsiteY82" fmla="*/ 1962927 h 2083506"/>
              <a:gd name="connsiteX83" fmla="*/ 7643109 w 12191999"/>
              <a:gd name="connsiteY83" fmla="*/ 1964400 h 2083506"/>
              <a:gd name="connsiteX84" fmla="*/ 7630180 w 12191999"/>
              <a:gd name="connsiteY84" fmla="*/ 1970266 h 2083506"/>
              <a:gd name="connsiteX85" fmla="*/ 7609131 w 12191999"/>
              <a:gd name="connsiteY85" fmla="*/ 1971774 h 2083506"/>
              <a:gd name="connsiteX86" fmla="*/ 7555555 w 12191999"/>
              <a:gd name="connsiteY86" fmla="*/ 1969491 h 2083506"/>
              <a:gd name="connsiteX87" fmla="*/ 7520919 w 12191999"/>
              <a:gd name="connsiteY87" fmla="*/ 1970177 h 2083506"/>
              <a:gd name="connsiteX88" fmla="*/ 7456258 w 12191999"/>
              <a:gd name="connsiteY88" fmla="*/ 1960468 h 2083506"/>
              <a:gd name="connsiteX89" fmla="*/ 7393047 w 12191999"/>
              <a:gd name="connsiteY89" fmla="*/ 1952408 h 2083506"/>
              <a:gd name="connsiteX90" fmla="*/ 7199912 w 12191999"/>
              <a:gd name="connsiteY90" fmla="*/ 1959913 h 2083506"/>
              <a:gd name="connsiteX91" fmla="*/ 7146774 w 12191999"/>
              <a:gd name="connsiteY91" fmla="*/ 1956641 h 2083506"/>
              <a:gd name="connsiteX92" fmla="*/ 7122244 w 12191999"/>
              <a:gd name="connsiteY92" fmla="*/ 1953891 h 2083506"/>
              <a:gd name="connsiteX93" fmla="*/ 7032241 w 12191999"/>
              <a:gd name="connsiteY93" fmla="*/ 1962723 h 2083506"/>
              <a:gd name="connsiteX94" fmla="*/ 6941492 w 12191999"/>
              <a:gd name="connsiteY94" fmla="*/ 1976868 h 2083506"/>
              <a:gd name="connsiteX95" fmla="*/ 6906514 w 12191999"/>
              <a:gd name="connsiteY95" fmla="*/ 1968589 h 2083506"/>
              <a:gd name="connsiteX96" fmla="*/ 6826395 w 12191999"/>
              <a:gd name="connsiteY96" fmla="*/ 1974141 h 2083506"/>
              <a:gd name="connsiteX97" fmla="*/ 6716431 w 12191999"/>
              <a:gd name="connsiteY97" fmla="*/ 2004297 h 2083506"/>
              <a:gd name="connsiteX98" fmla="*/ 6569607 w 12191999"/>
              <a:gd name="connsiteY98" fmla="*/ 2015496 h 2083506"/>
              <a:gd name="connsiteX99" fmla="*/ 6561430 w 12191999"/>
              <a:gd name="connsiteY99" fmla="*/ 2020996 h 2083506"/>
              <a:gd name="connsiteX100" fmla="*/ 6549371 w 12191999"/>
              <a:gd name="connsiteY100" fmla="*/ 2024747 h 2083506"/>
              <a:gd name="connsiteX101" fmla="*/ 6547040 w 12191999"/>
              <a:gd name="connsiteY101" fmla="*/ 2024474 h 2083506"/>
              <a:gd name="connsiteX102" fmla="*/ 6530482 w 12191999"/>
              <a:gd name="connsiteY102" fmla="*/ 2026659 h 2083506"/>
              <a:gd name="connsiteX103" fmla="*/ 6528565 w 12191999"/>
              <a:gd name="connsiteY103" fmla="*/ 2028600 h 2083506"/>
              <a:gd name="connsiteX104" fmla="*/ 6517741 w 12191999"/>
              <a:gd name="connsiteY104" fmla="*/ 2030558 h 2083506"/>
              <a:gd name="connsiteX105" fmla="*/ 6497855 w 12191999"/>
              <a:gd name="connsiteY105" fmla="*/ 2035650 h 2083506"/>
              <a:gd name="connsiteX106" fmla="*/ 6492785 w 12191999"/>
              <a:gd name="connsiteY106" fmla="*/ 2035444 h 2083506"/>
              <a:gd name="connsiteX107" fmla="*/ 6460692 w 12191999"/>
              <a:gd name="connsiteY107" fmla="*/ 2041321 h 2083506"/>
              <a:gd name="connsiteX108" fmla="*/ 6459609 w 12191999"/>
              <a:gd name="connsiteY108" fmla="*/ 2040851 h 2083506"/>
              <a:gd name="connsiteX109" fmla="*/ 6447765 w 12191999"/>
              <a:gd name="connsiteY109" fmla="*/ 2040102 h 2083506"/>
              <a:gd name="connsiteX110" fmla="*/ 6426590 w 12191999"/>
              <a:gd name="connsiteY110" fmla="*/ 2039928 h 2083506"/>
              <a:gd name="connsiteX111" fmla="*/ 6401693 w 12191999"/>
              <a:gd name="connsiteY111" fmla="*/ 2033537 h 2083506"/>
              <a:gd name="connsiteX112" fmla="*/ 6387141 w 12191999"/>
              <a:gd name="connsiteY112" fmla="*/ 2033161 h 2083506"/>
              <a:gd name="connsiteX113" fmla="*/ 6357846 w 12191999"/>
              <a:gd name="connsiteY113" fmla="*/ 2036782 h 2083506"/>
              <a:gd name="connsiteX114" fmla="*/ 6342914 w 12191999"/>
              <a:gd name="connsiteY114" fmla="*/ 2037585 h 2083506"/>
              <a:gd name="connsiteX115" fmla="*/ 6336300 w 12191999"/>
              <a:gd name="connsiteY115" fmla="*/ 2038781 h 2083506"/>
              <a:gd name="connsiteX116" fmla="*/ 6317178 w 12191999"/>
              <a:gd name="connsiteY116" fmla="*/ 2038968 h 2083506"/>
              <a:gd name="connsiteX117" fmla="*/ 6161427 w 12191999"/>
              <a:gd name="connsiteY117" fmla="*/ 2047338 h 2083506"/>
              <a:gd name="connsiteX118" fmla="*/ 6097339 w 12191999"/>
              <a:gd name="connsiteY118" fmla="*/ 2082438 h 2083506"/>
              <a:gd name="connsiteX119" fmla="*/ 6079059 w 12191999"/>
              <a:gd name="connsiteY119" fmla="*/ 2081299 h 2083506"/>
              <a:gd name="connsiteX120" fmla="*/ 5998439 w 12191999"/>
              <a:gd name="connsiteY120" fmla="*/ 2070958 h 2083506"/>
              <a:gd name="connsiteX121" fmla="*/ 5904290 w 12191999"/>
              <a:gd name="connsiteY121" fmla="*/ 2070255 h 2083506"/>
              <a:gd name="connsiteX122" fmla="*/ 5814867 w 12191999"/>
              <a:gd name="connsiteY122" fmla="*/ 2079032 h 2083506"/>
              <a:gd name="connsiteX123" fmla="*/ 5725743 w 12191999"/>
              <a:gd name="connsiteY123" fmla="*/ 2070558 h 2083506"/>
              <a:gd name="connsiteX124" fmla="*/ 5650546 w 12191999"/>
              <a:gd name="connsiteY124" fmla="*/ 2052412 h 2083506"/>
              <a:gd name="connsiteX125" fmla="*/ 5581284 w 12191999"/>
              <a:gd name="connsiteY125" fmla="*/ 2023175 h 2083506"/>
              <a:gd name="connsiteX126" fmla="*/ 5572593 w 12191999"/>
              <a:gd name="connsiteY126" fmla="*/ 2018391 h 2083506"/>
              <a:gd name="connsiteX127" fmla="*/ 5548580 w 12191999"/>
              <a:gd name="connsiteY127" fmla="*/ 2016951 h 2083506"/>
              <a:gd name="connsiteX128" fmla="*/ 5471173 w 12191999"/>
              <a:gd name="connsiteY128" fmla="*/ 2018786 h 2083506"/>
              <a:gd name="connsiteX129" fmla="*/ 5340320 w 12191999"/>
              <a:gd name="connsiteY129" fmla="*/ 2037611 h 2083506"/>
              <a:gd name="connsiteX130" fmla="*/ 5254376 w 12191999"/>
              <a:gd name="connsiteY130" fmla="*/ 2042928 h 2083506"/>
              <a:gd name="connsiteX131" fmla="*/ 5258035 w 12191999"/>
              <a:gd name="connsiteY131" fmla="*/ 2035649 h 2083506"/>
              <a:gd name="connsiteX132" fmla="*/ 5230622 w 12191999"/>
              <a:gd name="connsiteY132" fmla="*/ 2024576 h 2083506"/>
              <a:gd name="connsiteX133" fmla="*/ 5026203 w 12191999"/>
              <a:gd name="connsiteY133" fmla="*/ 2030162 h 2083506"/>
              <a:gd name="connsiteX134" fmla="*/ 4973988 w 12191999"/>
              <a:gd name="connsiteY134" fmla="*/ 2026668 h 2083506"/>
              <a:gd name="connsiteX135" fmla="*/ 4928030 w 12191999"/>
              <a:gd name="connsiteY135" fmla="*/ 2033642 h 2083506"/>
              <a:gd name="connsiteX136" fmla="*/ 4908970 w 12191999"/>
              <a:gd name="connsiteY136" fmla="*/ 2030033 h 2083506"/>
              <a:gd name="connsiteX137" fmla="*/ 4905679 w 12191999"/>
              <a:gd name="connsiteY137" fmla="*/ 2029300 h 2083506"/>
              <a:gd name="connsiteX138" fmla="*/ 4892525 w 12191999"/>
              <a:gd name="connsiteY138" fmla="*/ 2028768 h 2083506"/>
              <a:gd name="connsiteX139" fmla="*/ 4888818 w 12191999"/>
              <a:gd name="connsiteY139" fmla="*/ 2025619 h 2083506"/>
              <a:gd name="connsiteX140" fmla="*/ 4869018 w 12191999"/>
              <a:gd name="connsiteY140" fmla="*/ 2022668 h 2083506"/>
              <a:gd name="connsiteX141" fmla="*/ 4844804 w 12191999"/>
              <a:gd name="connsiteY141" fmla="*/ 2022527 h 2083506"/>
              <a:gd name="connsiteX142" fmla="*/ 4758778 w 12191999"/>
              <a:gd name="connsiteY142" fmla="*/ 2021694 h 2083506"/>
              <a:gd name="connsiteX143" fmla="*/ 4744748 w 12191999"/>
              <a:gd name="connsiteY143" fmla="*/ 2023396 h 2083506"/>
              <a:gd name="connsiteX144" fmla="*/ 4698956 w 12191999"/>
              <a:gd name="connsiteY144" fmla="*/ 2020558 h 2083506"/>
              <a:gd name="connsiteX145" fmla="*/ 4658147 w 12191999"/>
              <a:gd name="connsiteY145" fmla="*/ 2019920 h 2083506"/>
              <a:gd name="connsiteX146" fmla="*/ 4631706 w 12191999"/>
              <a:gd name="connsiteY146" fmla="*/ 2021274 h 2083506"/>
              <a:gd name="connsiteX147" fmla="*/ 4624776 w 12191999"/>
              <a:gd name="connsiteY147" fmla="*/ 2020152 h 2083506"/>
              <a:gd name="connsiteX148" fmla="*/ 4598150 w 12191999"/>
              <a:gd name="connsiteY148" fmla="*/ 2019429 h 2083506"/>
              <a:gd name="connsiteX149" fmla="*/ 4584588 w 12191999"/>
              <a:gd name="connsiteY149" fmla="*/ 2021092 h 2083506"/>
              <a:gd name="connsiteX150" fmla="*/ 4571203 w 12191999"/>
              <a:gd name="connsiteY150" fmla="*/ 2017263 h 2083506"/>
              <a:gd name="connsiteX151" fmla="*/ 4567930 w 12191999"/>
              <a:gd name="connsiteY151" fmla="*/ 2014458 h 2083506"/>
              <a:gd name="connsiteX152" fmla="*/ 4548984 w 12191999"/>
              <a:gd name="connsiteY152" fmla="*/ 2015717 h 2083506"/>
              <a:gd name="connsiteX153" fmla="*/ 4533451 w 12191999"/>
              <a:gd name="connsiteY153" fmla="*/ 2012976 h 2083506"/>
              <a:gd name="connsiteX154" fmla="*/ 4519910 w 12191999"/>
              <a:gd name="connsiteY154" fmla="*/ 2014768 h 2083506"/>
              <a:gd name="connsiteX155" fmla="*/ 4514290 w 12191999"/>
              <a:gd name="connsiteY155" fmla="*/ 2014364 h 2083506"/>
              <a:gd name="connsiteX156" fmla="*/ 4500320 w 12191999"/>
              <a:gd name="connsiteY156" fmla="*/ 2013007 h 2083506"/>
              <a:gd name="connsiteX157" fmla="*/ 4476219 w 12191999"/>
              <a:gd name="connsiteY157" fmla="*/ 2009993 h 2083506"/>
              <a:gd name="connsiteX158" fmla="*/ 4468701 w 12191999"/>
              <a:gd name="connsiteY158" fmla="*/ 2009574 h 2083506"/>
              <a:gd name="connsiteX159" fmla="*/ 4452333 w 12191999"/>
              <a:gd name="connsiteY159" fmla="*/ 2004964 h 2083506"/>
              <a:gd name="connsiteX160" fmla="*/ 4420644 w 12191999"/>
              <a:gd name="connsiteY160" fmla="*/ 2001021 h 2083506"/>
              <a:gd name="connsiteX161" fmla="*/ 4364856 w 12191999"/>
              <a:gd name="connsiteY161" fmla="*/ 1987267 h 2083506"/>
              <a:gd name="connsiteX162" fmla="*/ 4332062 w 12191999"/>
              <a:gd name="connsiteY162" fmla="*/ 1980703 h 2083506"/>
              <a:gd name="connsiteX163" fmla="*/ 4309876 w 12191999"/>
              <a:gd name="connsiteY163" fmla="*/ 1974653 h 2083506"/>
              <a:gd name="connsiteX164" fmla="*/ 4244391 w 12191999"/>
              <a:gd name="connsiteY164" fmla="*/ 1966109 h 2083506"/>
              <a:gd name="connsiteX165" fmla="*/ 4132071 w 12191999"/>
              <a:gd name="connsiteY165" fmla="*/ 1954813 h 2083506"/>
              <a:gd name="connsiteX166" fmla="*/ 4109069 w 12191999"/>
              <a:gd name="connsiteY166" fmla="*/ 1951778 h 2083506"/>
              <a:gd name="connsiteX167" fmla="*/ 4092908 w 12191999"/>
              <a:gd name="connsiteY167" fmla="*/ 1946662 h 2083506"/>
              <a:gd name="connsiteX168" fmla="*/ 4092306 w 12191999"/>
              <a:gd name="connsiteY168" fmla="*/ 1943291 h 2083506"/>
              <a:gd name="connsiteX169" fmla="*/ 4080234 w 12191999"/>
              <a:gd name="connsiteY169" fmla="*/ 1941219 h 2083506"/>
              <a:gd name="connsiteX170" fmla="*/ 4077778 w 12191999"/>
              <a:gd name="connsiteY170" fmla="*/ 1940145 h 2083506"/>
              <a:gd name="connsiteX171" fmla="*/ 4062936 w 12191999"/>
              <a:gd name="connsiteY171" fmla="*/ 1934506 h 2083506"/>
              <a:gd name="connsiteX172" fmla="*/ 4012506 w 12191999"/>
              <a:gd name="connsiteY172" fmla="*/ 1935475 h 2083506"/>
              <a:gd name="connsiteX173" fmla="*/ 3965880 w 12191999"/>
              <a:gd name="connsiteY173" fmla="*/ 1925968 h 2083506"/>
              <a:gd name="connsiteX174" fmla="*/ 3765338 w 12191999"/>
              <a:gd name="connsiteY174" fmla="*/ 1906649 h 2083506"/>
              <a:gd name="connsiteX175" fmla="*/ 3749493 w 12191999"/>
              <a:gd name="connsiteY175" fmla="*/ 1893071 h 2083506"/>
              <a:gd name="connsiteX176" fmla="*/ 3672704 w 12191999"/>
              <a:gd name="connsiteY176" fmla="*/ 1881383 h 2083506"/>
              <a:gd name="connsiteX177" fmla="*/ 3530082 w 12191999"/>
              <a:gd name="connsiteY177" fmla="*/ 1883187 h 2083506"/>
              <a:gd name="connsiteX178" fmla="*/ 3387664 w 12191999"/>
              <a:gd name="connsiteY178" fmla="*/ 1862579 h 2083506"/>
              <a:gd name="connsiteX179" fmla="*/ 3371681 w 12191999"/>
              <a:gd name="connsiteY179" fmla="*/ 1865293 h 2083506"/>
              <a:gd name="connsiteX180" fmla="*/ 3355305 w 12191999"/>
              <a:gd name="connsiteY180" fmla="*/ 1865842 h 2083506"/>
              <a:gd name="connsiteX181" fmla="*/ 3353790 w 12191999"/>
              <a:gd name="connsiteY181" fmla="*/ 1865158 h 2083506"/>
              <a:gd name="connsiteX182" fmla="*/ 3336210 w 12191999"/>
              <a:gd name="connsiteY182" fmla="*/ 1863564 h 2083506"/>
              <a:gd name="connsiteX183" fmla="*/ 3331381 w 12191999"/>
              <a:gd name="connsiteY183" fmla="*/ 1864716 h 2083506"/>
              <a:gd name="connsiteX184" fmla="*/ 3319012 w 12191999"/>
              <a:gd name="connsiteY184" fmla="*/ 1864093 h 2083506"/>
              <a:gd name="connsiteX185" fmla="*/ 3293818 w 12191999"/>
              <a:gd name="connsiteY185" fmla="*/ 1864135 h 2083506"/>
              <a:gd name="connsiteX186" fmla="*/ 3289881 w 12191999"/>
              <a:gd name="connsiteY186" fmla="*/ 1862954 h 2083506"/>
              <a:gd name="connsiteX187" fmla="*/ 3253090 w 12191999"/>
              <a:gd name="connsiteY187" fmla="*/ 1861164 h 2083506"/>
              <a:gd name="connsiteX188" fmla="*/ 3252949 w 12191999"/>
              <a:gd name="connsiteY188" fmla="*/ 1860574 h 2083506"/>
              <a:gd name="connsiteX189" fmla="*/ 3244187 w 12191999"/>
              <a:gd name="connsiteY189" fmla="*/ 1857604 h 2083506"/>
              <a:gd name="connsiteX190" fmla="*/ 3246570 w 12191999"/>
              <a:gd name="connsiteY190" fmla="*/ 1852946 h 2083506"/>
              <a:gd name="connsiteX191" fmla="*/ 3237810 w 12191999"/>
              <a:gd name="connsiteY191" fmla="*/ 1853064 h 2083506"/>
              <a:gd name="connsiteX192" fmla="*/ 3230822 w 12191999"/>
              <a:gd name="connsiteY192" fmla="*/ 1855474 h 2083506"/>
              <a:gd name="connsiteX193" fmla="*/ 3136549 w 12191999"/>
              <a:gd name="connsiteY193" fmla="*/ 1874037 h 2083506"/>
              <a:gd name="connsiteX194" fmla="*/ 2845754 w 12191999"/>
              <a:gd name="connsiteY194" fmla="*/ 1910932 h 2083506"/>
              <a:gd name="connsiteX195" fmla="*/ 2786878 w 12191999"/>
              <a:gd name="connsiteY195" fmla="*/ 1917162 h 2083506"/>
              <a:gd name="connsiteX196" fmla="*/ 2725298 w 12191999"/>
              <a:gd name="connsiteY196" fmla="*/ 1912340 h 2083506"/>
              <a:gd name="connsiteX197" fmla="*/ 2697754 w 12191999"/>
              <a:gd name="connsiteY197" fmla="*/ 1914863 h 2083506"/>
              <a:gd name="connsiteX198" fmla="*/ 2568063 w 12191999"/>
              <a:gd name="connsiteY198" fmla="*/ 1936283 h 2083506"/>
              <a:gd name="connsiteX199" fmla="*/ 2489784 w 12191999"/>
              <a:gd name="connsiteY199" fmla="*/ 1943720 h 2083506"/>
              <a:gd name="connsiteX200" fmla="*/ 2458978 w 12191999"/>
              <a:gd name="connsiteY200" fmla="*/ 1938095 h 2083506"/>
              <a:gd name="connsiteX201" fmla="*/ 2318712 w 12191999"/>
              <a:gd name="connsiteY201" fmla="*/ 1934474 h 2083506"/>
              <a:gd name="connsiteX202" fmla="*/ 2268709 w 12191999"/>
              <a:gd name="connsiteY202" fmla="*/ 1940521 h 2083506"/>
              <a:gd name="connsiteX203" fmla="*/ 2264080 w 12191999"/>
              <a:gd name="connsiteY203" fmla="*/ 1941232 h 2083506"/>
              <a:gd name="connsiteX204" fmla="*/ 2254684 w 12191999"/>
              <a:gd name="connsiteY204" fmla="*/ 1943524 h 2083506"/>
              <a:gd name="connsiteX205" fmla="*/ 2252523 w 12191999"/>
              <a:gd name="connsiteY205" fmla="*/ 1943004 h 2083506"/>
              <a:gd name="connsiteX206" fmla="*/ 2173350 w 12191999"/>
              <a:gd name="connsiteY206" fmla="*/ 1929202 h 2083506"/>
              <a:gd name="connsiteX207" fmla="*/ 2155266 w 12191999"/>
              <a:gd name="connsiteY207" fmla="*/ 1920267 h 2083506"/>
              <a:gd name="connsiteX208" fmla="*/ 2091013 w 12191999"/>
              <a:gd name="connsiteY208" fmla="*/ 1914631 h 2083506"/>
              <a:gd name="connsiteX209" fmla="*/ 2030712 w 12191999"/>
              <a:gd name="connsiteY209" fmla="*/ 1897690 h 2083506"/>
              <a:gd name="connsiteX210" fmla="*/ 1908838 w 12191999"/>
              <a:gd name="connsiteY210" fmla="*/ 1892222 h 2083506"/>
              <a:gd name="connsiteX211" fmla="*/ 1877796 w 12191999"/>
              <a:gd name="connsiteY211" fmla="*/ 1883887 h 2083506"/>
              <a:gd name="connsiteX212" fmla="*/ 1875824 w 12191999"/>
              <a:gd name="connsiteY212" fmla="*/ 1879265 h 2083506"/>
              <a:gd name="connsiteX213" fmla="*/ 1823048 w 12191999"/>
              <a:gd name="connsiteY213" fmla="*/ 1881064 h 2083506"/>
              <a:gd name="connsiteX214" fmla="*/ 1765736 w 12191999"/>
              <a:gd name="connsiteY214" fmla="*/ 1856578 h 2083506"/>
              <a:gd name="connsiteX215" fmla="*/ 1725669 w 12191999"/>
              <a:gd name="connsiteY215" fmla="*/ 1833744 h 2083506"/>
              <a:gd name="connsiteX216" fmla="*/ 1725216 w 12191999"/>
              <a:gd name="connsiteY216" fmla="*/ 1829447 h 2083506"/>
              <a:gd name="connsiteX217" fmla="*/ 1721485 w 12191999"/>
              <a:gd name="connsiteY217" fmla="*/ 1828960 h 2083506"/>
              <a:gd name="connsiteX218" fmla="*/ 1717786 w 12191999"/>
              <a:gd name="connsiteY218" fmla="*/ 1832224 h 2083506"/>
              <a:gd name="connsiteX219" fmla="*/ 1689907 w 12191999"/>
              <a:gd name="connsiteY219" fmla="*/ 1825425 h 2083506"/>
              <a:gd name="connsiteX220" fmla="*/ 1688093 w 12191999"/>
              <a:gd name="connsiteY220" fmla="*/ 1817391 h 2083506"/>
              <a:gd name="connsiteX221" fmla="*/ 1496789 w 12191999"/>
              <a:gd name="connsiteY221" fmla="*/ 1805297 h 2083506"/>
              <a:gd name="connsiteX222" fmla="*/ 1392839 w 12191999"/>
              <a:gd name="connsiteY222" fmla="*/ 1758649 h 2083506"/>
              <a:gd name="connsiteX223" fmla="*/ 1360872 w 12191999"/>
              <a:gd name="connsiteY223" fmla="*/ 1752441 h 2083506"/>
              <a:gd name="connsiteX224" fmla="*/ 1313885 w 12191999"/>
              <a:gd name="connsiteY224" fmla="*/ 1731785 h 2083506"/>
              <a:gd name="connsiteX225" fmla="*/ 1247665 w 12191999"/>
              <a:gd name="connsiteY225" fmla="*/ 1727765 h 2083506"/>
              <a:gd name="connsiteX226" fmla="*/ 1196850 w 12191999"/>
              <a:gd name="connsiteY226" fmla="*/ 1729622 h 2083506"/>
              <a:gd name="connsiteX227" fmla="*/ 1168728 w 12191999"/>
              <a:gd name="connsiteY227" fmla="*/ 1728550 h 2083506"/>
              <a:gd name="connsiteX228" fmla="*/ 1096918 w 12191999"/>
              <a:gd name="connsiteY228" fmla="*/ 1721485 h 2083506"/>
              <a:gd name="connsiteX229" fmla="*/ 1094082 w 12191999"/>
              <a:gd name="connsiteY229" fmla="*/ 1720113 h 2083506"/>
              <a:gd name="connsiteX230" fmla="*/ 1040782 w 12191999"/>
              <a:gd name="connsiteY230" fmla="*/ 1721762 h 2083506"/>
              <a:gd name="connsiteX231" fmla="*/ 955980 w 12191999"/>
              <a:gd name="connsiteY231" fmla="*/ 1719289 h 2083506"/>
              <a:gd name="connsiteX232" fmla="*/ 926108 w 12191999"/>
              <a:gd name="connsiteY232" fmla="*/ 1715917 h 2083506"/>
              <a:gd name="connsiteX233" fmla="*/ 876049 w 12191999"/>
              <a:gd name="connsiteY233" fmla="*/ 1710422 h 2083506"/>
              <a:gd name="connsiteX234" fmla="*/ 839194 w 12191999"/>
              <a:gd name="connsiteY234" fmla="*/ 1700176 h 2083506"/>
              <a:gd name="connsiteX235" fmla="*/ 797112 w 12191999"/>
              <a:gd name="connsiteY235" fmla="*/ 1698014 h 2083506"/>
              <a:gd name="connsiteX236" fmla="*/ 786610 w 12191999"/>
              <a:gd name="connsiteY236" fmla="*/ 1705455 h 2083506"/>
              <a:gd name="connsiteX237" fmla="*/ 741833 w 12191999"/>
              <a:gd name="connsiteY237" fmla="*/ 1700566 h 2083506"/>
              <a:gd name="connsiteX238" fmla="*/ 673985 w 12191999"/>
              <a:gd name="connsiteY238" fmla="*/ 1692278 h 2083506"/>
              <a:gd name="connsiteX239" fmla="*/ 634665 w 12191999"/>
              <a:gd name="connsiteY239" fmla="*/ 1689550 h 2083506"/>
              <a:gd name="connsiteX240" fmla="*/ 527471 w 12191999"/>
              <a:gd name="connsiteY240" fmla="*/ 1679869 h 2083506"/>
              <a:gd name="connsiteX241" fmla="*/ 420260 w 12191999"/>
              <a:gd name="connsiteY241" fmla="*/ 1668475 h 2083506"/>
              <a:gd name="connsiteX242" fmla="*/ 357630 w 12191999"/>
              <a:gd name="connsiteY242" fmla="*/ 1652142 h 2083506"/>
              <a:gd name="connsiteX243" fmla="*/ 269407 w 12191999"/>
              <a:gd name="connsiteY243" fmla="*/ 1643812 h 2083506"/>
              <a:gd name="connsiteX244" fmla="*/ 254769 w 12191999"/>
              <a:gd name="connsiteY244" fmla="*/ 1641013 h 2083506"/>
              <a:gd name="connsiteX245" fmla="*/ 150763 w 12191999"/>
              <a:gd name="connsiteY245" fmla="*/ 1628143 h 2083506"/>
              <a:gd name="connsiteX246" fmla="*/ 29133 w 12191999"/>
              <a:gd name="connsiteY246" fmla="*/ 1626172 h 2083506"/>
              <a:gd name="connsiteX247" fmla="*/ 0 w 12191999"/>
              <a:gd name="connsiteY247" fmla="*/ 1619589 h 20835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Lst>
            <a:rect l="l" t="t" r="r" b="b"/>
            <a:pathLst>
              <a:path w="12191999" h="2083506">
                <a:moveTo>
                  <a:pt x="0" y="0"/>
                </a:moveTo>
                <a:lnTo>
                  <a:pt x="9429748" y="0"/>
                </a:lnTo>
                <a:lnTo>
                  <a:pt x="9429748" y="1"/>
                </a:lnTo>
                <a:lnTo>
                  <a:pt x="12191999" y="1"/>
                </a:lnTo>
                <a:lnTo>
                  <a:pt x="12191999" y="1164372"/>
                </a:lnTo>
                <a:lnTo>
                  <a:pt x="12147852" y="1163783"/>
                </a:lnTo>
                <a:cubicBezTo>
                  <a:pt x="12063101" y="1189107"/>
                  <a:pt x="12045020" y="1156925"/>
                  <a:pt x="11993604" y="1153496"/>
                </a:cubicBezTo>
                <a:cubicBezTo>
                  <a:pt x="11954216" y="1165241"/>
                  <a:pt x="11911195" y="1167350"/>
                  <a:pt x="11865319" y="1176624"/>
                </a:cubicBezTo>
                <a:cubicBezTo>
                  <a:pt x="11822513" y="1184682"/>
                  <a:pt x="11766915" y="1201558"/>
                  <a:pt x="11718353" y="1209136"/>
                </a:cubicBezTo>
                <a:cubicBezTo>
                  <a:pt x="11675379" y="1217463"/>
                  <a:pt x="11638007" y="1216639"/>
                  <a:pt x="11609067" y="1218512"/>
                </a:cubicBezTo>
                <a:cubicBezTo>
                  <a:pt x="11597582" y="1221322"/>
                  <a:pt x="11554280" y="1243577"/>
                  <a:pt x="11545958" y="1240430"/>
                </a:cubicBezTo>
                <a:lnTo>
                  <a:pt x="11445770" y="1225780"/>
                </a:lnTo>
                <a:cubicBezTo>
                  <a:pt x="11425543" y="1230782"/>
                  <a:pt x="11413740" y="1222096"/>
                  <a:pt x="11398842" y="1227250"/>
                </a:cubicBezTo>
                <a:cubicBezTo>
                  <a:pt x="11367060" y="1233093"/>
                  <a:pt x="11269285" y="1263712"/>
                  <a:pt x="11240093" y="1266797"/>
                </a:cubicBezTo>
                <a:cubicBezTo>
                  <a:pt x="11197297" y="1273685"/>
                  <a:pt x="11181311" y="1272682"/>
                  <a:pt x="11141364" y="1288059"/>
                </a:cubicBezTo>
                <a:cubicBezTo>
                  <a:pt x="11099891" y="1305386"/>
                  <a:pt x="11051533" y="1319157"/>
                  <a:pt x="11015396" y="1353104"/>
                </a:cubicBezTo>
                <a:cubicBezTo>
                  <a:pt x="11009424" y="1362217"/>
                  <a:pt x="10992328" y="1361966"/>
                  <a:pt x="10973905" y="1365109"/>
                </a:cubicBezTo>
                <a:cubicBezTo>
                  <a:pt x="10955482" y="1368254"/>
                  <a:pt x="10907369" y="1372817"/>
                  <a:pt x="10904858" y="1371966"/>
                </a:cubicBezTo>
                <a:cubicBezTo>
                  <a:pt x="10880521" y="1379494"/>
                  <a:pt x="10873670" y="1399734"/>
                  <a:pt x="10827883" y="1410270"/>
                </a:cubicBezTo>
                <a:cubicBezTo>
                  <a:pt x="10790248" y="1415655"/>
                  <a:pt x="10724899" y="1420726"/>
                  <a:pt x="10690996" y="1426394"/>
                </a:cubicBezTo>
                <a:cubicBezTo>
                  <a:pt x="10676463" y="1423331"/>
                  <a:pt x="10634514" y="1436908"/>
                  <a:pt x="10624461" y="1444283"/>
                </a:cubicBezTo>
                <a:cubicBezTo>
                  <a:pt x="10601952" y="1468442"/>
                  <a:pt x="10536224" y="1460228"/>
                  <a:pt x="10517208" y="1478947"/>
                </a:cubicBezTo>
                <a:cubicBezTo>
                  <a:pt x="10509508" y="1482271"/>
                  <a:pt x="10505833" y="1468818"/>
                  <a:pt x="10497937" y="1469831"/>
                </a:cubicBezTo>
                <a:lnTo>
                  <a:pt x="10471201" y="1486037"/>
                </a:lnTo>
                <a:lnTo>
                  <a:pt x="10448263" y="1478223"/>
                </a:lnTo>
                <a:lnTo>
                  <a:pt x="10388089" y="1507175"/>
                </a:lnTo>
                <a:cubicBezTo>
                  <a:pt x="10350285" y="1513081"/>
                  <a:pt x="10383281" y="1526586"/>
                  <a:pt x="10333720" y="1515848"/>
                </a:cubicBezTo>
                <a:cubicBezTo>
                  <a:pt x="10286428" y="1526223"/>
                  <a:pt x="10174884" y="1550019"/>
                  <a:pt x="10104338" y="1569424"/>
                </a:cubicBezTo>
                <a:cubicBezTo>
                  <a:pt x="10066963" y="1581564"/>
                  <a:pt x="9967395" y="1605712"/>
                  <a:pt x="9910445" y="1632275"/>
                </a:cubicBezTo>
                <a:cubicBezTo>
                  <a:pt x="9856131" y="1644130"/>
                  <a:pt x="9831118" y="1689967"/>
                  <a:pt x="9770872" y="1688088"/>
                </a:cubicBezTo>
                <a:cubicBezTo>
                  <a:pt x="9769882" y="1691843"/>
                  <a:pt x="9737016" y="1697044"/>
                  <a:pt x="9733849" y="1700034"/>
                </a:cubicBezTo>
                <a:lnTo>
                  <a:pt x="9703714" y="1730093"/>
                </a:lnTo>
                <a:lnTo>
                  <a:pt x="9698351" y="1730377"/>
                </a:lnTo>
                <a:lnTo>
                  <a:pt x="9632895" y="1736363"/>
                </a:lnTo>
                <a:lnTo>
                  <a:pt x="9569107" y="1741010"/>
                </a:lnTo>
                <a:cubicBezTo>
                  <a:pt x="9558961" y="1745882"/>
                  <a:pt x="9548028" y="1750646"/>
                  <a:pt x="9536451" y="1755120"/>
                </a:cubicBezTo>
                <a:lnTo>
                  <a:pt x="9529385" y="1757515"/>
                </a:lnTo>
                <a:lnTo>
                  <a:pt x="9498527" y="1753117"/>
                </a:lnTo>
                <a:lnTo>
                  <a:pt x="9436642" y="1755478"/>
                </a:lnTo>
                <a:lnTo>
                  <a:pt x="9429748" y="1756317"/>
                </a:lnTo>
                <a:lnTo>
                  <a:pt x="9429748" y="1768745"/>
                </a:lnTo>
                <a:lnTo>
                  <a:pt x="9425802" y="1769273"/>
                </a:lnTo>
                <a:cubicBezTo>
                  <a:pt x="9390751" y="1773262"/>
                  <a:pt x="9371406" y="1773457"/>
                  <a:pt x="9349763" y="1776107"/>
                </a:cubicBezTo>
                <a:cubicBezTo>
                  <a:pt x="9314721" y="1782260"/>
                  <a:pt x="9277650" y="1796217"/>
                  <a:pt x="9256503" y="1800699"/>
                </a:cubicBezTo>
                <a:lnTo>
                  <a:pt x="9222873" y="1803003"/>
                </a:lnTo>
                <a:lnTo>
                  <a:pt x="9224095" y="1807355"/>
                </a:lnTo>
                <a:lnTo>
                  <a:pt x="9211603" y="1807675"/>
                </a:lnTo>
                <a:lnTo>
                  <a:pt x="9183719" y="1807781"/>
                </a:lnTo>
                <a:cubicBezTo>
                  <a:pt x="9166319" y="1808439"/>
                  <a:pt x="9117935" y="1807396"/>
                  <a:pt x="9100221" y="1808989"/>
                </a:cubicBezTo>
                <a:cubicBezTo>
                  <a:pt x="9095111" y="1813630"/>
                  <a:pt x="9087224" y="1816160"/>
                  <a:pt x="9077439" y="1817333"/>
                </a:cubicBezTo>
                <a:lnTo>
                  <a:pt x="9055889" y="1817464"/>
                </a:lnTo>
                <a:lnTo>
                  <a:pt x="8930912" y="1828648"/>
                </a:lnTo>
                <a:lnTo>
                  <a:pt x="8913729" y="1829483"/>
                </a:lnTo>
                <a:lnTo>
                  <a:pt x="8904423" y="1833234"/>
                </a:lnTo>
                <a:cubicBezTo>
                  <a:pt x="8897319" y="1833982"/>
                  <a:pt x="8876911" y="1833498"/>
                  <a:pt x="8871099" y="1833979"/>
                </a:cubicBezTo>
                <a:lnTo>
                  <a:pt x="8869557" y="1836113"/>
                </a:lnTo>
                <a:cubicBezTo>
                  <a:pt x="8851043" y="1839524"/>
                  <a:pt x="8781405" y="1850882"/>
                  <a:pt x="8760021" y="1854442"/>
                </a:cubicBezTo>
                <a:cubicBezTo>
                  <a:pt x="8755749" y="1851161"/>
                  <a:pt x="8746183" y="1856343"/>
                  <a:pt x="8741254" y="1857469"/>
                </a:cubicBezTo>
                <a:cubicBezTo>
                  <a:pt x="8740491" y="1855259"/>
                  <a:pt x="8728559" y="1854585"/>
                  <a:pt x="8725039" y="1856552"/>
                </a:cubicBezTo>
                <a:cubicBezTo>
                  <a:pt x="8641157" y="1867333"/>
                  <a:pt x="8683145" y="1845054"/>
                  <a:pt x="8635265" y="1859168"/>
                </a:cubicBezTo>
                <a:cubicBezTo>
                  <a:pt x="8626795" y="1860103"/>
                  <a:pt x="8619931" y="1859212"/>
                  <a:pt x="8613911" y="1857561"/>
                </a:cubicBezTo>
                <a:lnTo>
                  <a:pt x="8604931" y="1854170"/>
                </a:lnTo>
                <a:lnTo>
                  <a:pt x="8570171" y="1860579"/>
                </a:lnTo>
                <a:cubicBezTo>
                  <a:pt x="8553049" y="1862813"/>
                  <a:pt x="8535028" y="1864294"/>
                  <a:pt x="8516537" y="1864971"/>
                </a:cubicBezTo>
                <a:cubicBezTo>
                  <a:pt x="8512388" y="1860455"/>
                  <a:pt x="8497874" y="1866870"/>
                  <a:pt x="8491046" y="1868141"/>
                </a:cubicBezTo>
                <a:cubicBezTo>
                  <a:pt x="8490975" y="1865191"/>
                  <a:pt x="8475847" y="1863778"/>
                  <a:pt x="8470478" y="1866216"/>
                </a:cubicBezTo>
                <a:cubicBezTo>
                  <a:pt x="8357654" y="1876758"/>
                  <a:pt x="8421139" y="1849210"/>
                  <a:pt x="8353433" y="1865729"/>
                </a:cubicBezTo>
                <a:lnTo>
                  <a:pt x="8347675" y="1865075"/>
                </a:lnTo>
                <a:lnTo>
                  <a:pt x="8343939" y="1865677"/>
                </a:lnTo>
                <a:cubicBezTo>
                  <a:pt x="8309852" y="1870841"/>
                  <a:pt x="8272587" y="1875809"/>
                  <a:pt x="8221566" y="1881148"/>
                </a:cubicBezTo>
                <a:cubicBezTo>
                  <a:pt x="8158043" y="1892960"/>
                  <a:pt x="8095547" y="1914042"/>
                  <a:pt x="8066095" y="1919902"/>
                </a:cubicBezTo>
                <a:cubicBezTo>
                  <a:pt x="8058949" y="1919234"/>
                  <a:pt x="8051921" y="1917862"/>
                  <a:pt x="8044849" y="1916308"/>
                </a:cubicBezTo>
                <a:lnTo>
                  <a:pt x="8041142" y="1915506"/>
                </a:lnTo>
                <a:lnTo>
                  <a:pt x="8022159" y="1911521"/>
                </a:lnTo>
                <a:lnTo>
                  <a:pt x="7944932" y="1917265"/>
                </a:lnTo>
                <a:lnTo>
                  <a:pt x="7879011" y="1928570"/>
                </a:lnTo>
                <a:lnTo>
                  <a:pt x="7865529" y="1934399"/>
                </a:lnTo>
                <a:lnTo>
                  <a:pt x="7774801" y="1947969"/>
                </a:lnTo>
                <a:lnTo>
                  <a:pt x="7748398" y="1955982"/>
                </a:lnTo>
                <a:lnTo>
                  <a:pt x="7740684" y="1955717"/>
                </a:lnTo>
                <a:cubicBezTo>
                  <a:pt x="7728362" y="1958584"/>
                  <a:pt x="7714099" y="1968442"/>
                  <a:pt x="7712976" y="1960442"/>
                </a:cubicBezTo>
                <a:lnTo>
                  <a:pt x="7699956" y="1966104"/>
                </a:lnTo>
                <a:lnTo>
                  <a:pt x="7684158" y="1962927"/>
                </a:lnTo>
                <a:cubicBezTo>
                  <a:pt x="7674684" y="1962643"/>
                  <a:pt x="7652105" y="1963177"/>
                  <a:pt x="7643109" y="1964400"/>
                </a:cubicBezTo>
                <a:lnTo>
                  <a:pt x="7630180" y="1970266"/>
                </a:lnTo>
                <a:lnTo>
                  <a:pt x="7609131" y="1971774"/>
                </a:lnTo>
                <a:cubicBezTo>
                  <a:pt x="7596694" y="1971644"/>
                  <a:pt x="7570258" y="1969757"/>
                  <a:pt x="7555555" y="1969491"/>
                </a:cubicBezTo>
                <a:cubicBezTo>
                  <a:pt x="7541460" y="1966540"/>
                  <a:pt x="7530571" y="1964848"/>
                  <a:pt x="7520919" y="1970177"/>
                </a:cubicBezTo>
                <a:cubicBezTo>
                  <a:pt x="7500295" y="1966884"/>
                  <a:pt x="7480780" y="1949401"/>
                  <a:pt x="7456258" y="1960468"/>
                </a:cubicBezTo>
                <a:cubicBezTo>
                  <a:pt x="7434946" y="1957506"/>
                  <a:pt x="7435772" y="1952500"/>
                  <a:pt x="7393047" y="1952408"/>
                </a:cubicBezTo>
                <a:cubicBezTo>
                  <a:pt x="7356520" y="1952860"/>
                  <a:pt x="7236307" y="1958626"/>
                  <a:pt x="7199912" y="1959913"/>
                </a:cubicBezTo>
                <a:cubicBezTo>
                  <a:pt x="7176501" y="1959942"/>
                  <a:pt x="7160098" y="1958343"/>
                  <a:pt x="7146774" y="1956641"/>
                </a:cubicBezTo>
                <a:lnTo>
                  <a:pt x="7122244" y="1953891"/>
                </a:lnTo>
                <a:lnTo>
                  <a:pt x="7032241" y="1962723"/>
                </a:lnTo>
                <a:cubicBezTo>
                  <a:pt x="6997214" y="1965198"/>
                  <a:pt x="6963725" y="1968396"/>
                  <a:pt x="6941492" y="1976868"/>
                </a:cubicBezTo>
                <a:cubicBezTo>
                  <a:pt x="6947015" y="1970398"/>
                  <a:pt x="6923088" y="1965379"/>
                  <a:pt x="6906514" y="1968589"/>
                </a:cubicBezTo>
                <a:cubicBezTo>
                  <a:pt x="6925890" y="1943204"/>
                  <a:pt x="6840983" y="1991464"/>
                  <a:pt x="6826395" y="1974141"/>
                </a:cubicBezTo>
                <a:cubicBezTo>
                  <a:pt x="6825676" y="1990223"/>
                  <a:pt x="6751393" y="2017492"/>
                  <a:pt x="6716431" y="2004297"/>
                </a:cubicBezTo>
                <a:cubicBezTo>
                  <a:pt x="6663167" y="2007518"/>
                  <a:pt x="6625450" y="2020811"/>
                  <a:pt x="6569607" y="2015496"/>
                </a:cubicBezTo>
                <a:cubicBezTo>
                  <a:pt x="6567874" y="2017648"/>
                  <a:pt x="6565034" y="2019449"/>
                  <a:pt x="6561430" y="2020996"/>
                </a:cubicBezTo>
                <a:lnTo>
                  <a:pt x="6549371" y="2024747"/>
                </a:lnTo>
                <a:lnTo>
                  <a:pt x="6547040" y="2024474"/>
                </a:lnTo>
                <a:cubicBezTo>
                  <a:pt x="6537882" y="2024425"/>
                  <a:pt x="6533193" y="2025332"/>
                  <a:pt x="6530482" y="2026659"/>
                </a:cubicBezTo>
                <a:lnTo>
                  <a:pt x="6528565" y="2028600"/>
                </a:lnTo>
                <a:lnTo>
                  <a:pt x="6517741" y="2030558"/>
                </a:lnTo>
                <a:lnTo>
                  <a:pt x="6497855" y="2035650"/>
                </a:lnTo>
                <a:lnTo>
                  <a:pt x="6492785" y="2035444"/>
                </a:lnTo>
                <a:lnTo>
                  <a:pt x="6460692" y="2041321"/>
                </a:lnTo>
                <a:lnTo>
                  <a:pt x="6459609" y="2040851"/>
                </a:lnTo>
                <a:cubicBezTo>
                  <a:pt x="6456451" y="2039933"/>
                  <a:pt x="6452734" y="2039508"/>
                  <a:pt x="6447765" y="2040102"/>
                </a:cubicBezTo>
                <a:cubicBezTo>
                  <a:pt x="6446007" y="2031126"/>
                  <a:pt x="6441093" y="2037380"/>
                  <a:pt x="6426590" y="2039928"/>
                </a:cubicBezTo>
                <a:cubicBezTo>
                  <a:pt x="6423606" y="2033241"/>
                  <a:pt x="6413230" y="2032925"/>
                  <a:pt x="6401693" y="2033537"/>
                </a:cubicBezTo>
                <a:lnTo>
                  <a:pt x="6387141" y="2033161"/>
                </a:lnTo>
                <a:lnTo>
                  <a:pt x="6357846" y="2036782"/>
                </a:lnTo>
                <a:lnTo>
                  <a:pt x="6342914" y="2037585"/>
                </a:lnTo>
                <a:lnTo>
                  <a:pt x="6336300" y="2038781"/>
                </a:lnTo>
                <a:lnTo>
                  <a:pt x="6317178" y="2038968"/>
                </a:lnTo>
                <a:lnTo>
                  <a:pt x="6161427" y="2047338"/>
                </a:lnTo>
                <a:cubicBezTo>
                  <a:pt x="6147824" y="2057658"/>
                  <a:pt x="6118908" y="2077615"/>
                  <a:pt x="6097339" y="2082438"/>
                </a:cubicBezTo>
                <a:cubicBezTo>
                  <a:pt x="6090149" y="2084046"/>
                  <a:pt x="6083776" y="2083972"/>
                  <a:pt x="6079059" y="2081299"/>
                </a:cubicBezTo>
                <a:cubicBezTo>
                  <a:pt x="6063900" y="2082334"/>
                  <a:pt x="6011621" y="2084537"/>
                  <a:pt x="5998439" y="2070958"/>
                </a:cubicBezTo>
                <a:cubicBezTo>
                  <a:pt x="5976443" y="2071759"/>
                  <a:pt x="5925514" y="2069780"/>
                  <a:pt x="5904290" y="2070255"/>
                </a:cubicBezTo>
                <a:cubicBezTo>
                  <a:pt x="5871515" y="2066244"/>
                  <a:pt x="5843986" y="2088249"/>
                  <a:pt x="5814867" y="2079032"/>
                </a:cubicBezTo>
                <a:cubicBezTo>
                  <a:pt x="5792003" y="2070559"/>
                  <a:pt x="5750009" y="2076273"/>
                  <a:pt x="5725743" y="2070558"/>
                </a:cubicBezTo>
                <a:cubicBezTo>
                  <a:pt x="5716432" y="2058355"/>
                  <a:pt x="5667424" y="2047322"/>
                  <a:pt x="5650546" y="2052412"/>
                </a:cubicBezTo>
                <a:cubicBezTo>
                  <a:pt x="5614627" y="2046084"/>
                  <a:pt x="5608108" y="2028306"/>
                  <a:pt x="5581284" y="2023175"/>
                </a:cubicBezTo>
                <a:lnTo>
                  <a:pt x="5572593" y="2018391"/>
                </a:lnTo>
                <a:lnTo>
                  <a:pt x="5548580" y="2016951"/>
                </a:lnTo>
                <a:cubicBezTo>
                  <a:pt x="5523726" y="2017783"/>
                  <a:pt x="5498337" y="2019663"/>
                  <a:pt x="5471173" y="2018786"/>
                </a:cubicBezTo>
                <a:cubicBezTo>
                  <a:pt x="5447687" y="2003020"/>
                  <a:pt x="5353807" y="2022324"/>
                  <a:pt x="5340320" y="2037611"/>
                </a:cubicBezTo>
                <a:cubicBezTo>
                  <a:pt x="5340015" y="2024215"/>
                  <a:pt x="5271937" y="2042455"/>
                  <a:pt x="5254376" y="2042928"/>
                </a:cubicBezTo>
                <a:cubicBezTo>
                  <a:pt x="5248522" y="2043086"/>
                  <a:pt x="5248281" y="2041270"/>
                  <a:pt x="5258035" y="2035649"/>
                </a:cubicBezTo>
                <a:cubicBezTo>
                  <a:pt x="5239374" y="2037214"/>
                  <a:pt x="5220112" y="2030252"/>
                  <a:pt x="5230622" y="2024576"/>
                </a:cubicBezTo>
                <a:cubicBezTo>
                  <a:pt x="5173932" y="2036724"/>
                  <a:pt x="5090262" y="2024645"/>
                  <a:pt x="5026203" y="2030162"/>
                </a:cubicBezTo>
                <a:cubicBezTo>
                  <a:pt x="4991280" y="2016814"/>
                  <a:pt x="5010212" y="2029164"/>
                  <a:pt x="4973988" y="2026668"/>
                </a:cubicBezTo>
                <a:cubicBezTo>
                  <a:pt x="4983896" y="2038955"/>
                  <a:pt x="4930012" y="2019774"/>
                  <a:pt x="4928030" y="2033642"/>
                </a:cubicBezTo>
                <a:cubicBezTo>
                  <a:pt x="4921501" y="2032748"/>
                  <a:pt x="4915238" y="2031445"/>
                  <a:pt x="4908970" y="2030033"/>
                </a:cubicBezTo>
                <a:lnTo>
                  <a:pt x="4905679" y="2029300"/>
                </a:lnTo>
                <a:lnTo>
                  <a:pt x="4892525" y="2028768"/>
                </a:lnTo>
                <a:lnTo>
                  <a:pt x="4888818" y="2025619"/>
                </a:lnTo>
                <a:lnTo>
                  <a:pt x="4869018" y="2022668"/>
                </a:lnTo>
                <a:cubicBezTo>
                  <a:pt x="4861602" y="2022028"/>
                  <a:pt x="4853622" y="2021880"/>
                  <a:pt x="4844804" y="2022527"/>
                </a:cubicBezTo>
                <a:cubicBezTo>
                  <a:pt x="4823110" y="2028022"/>
                  <a:pt x="4789330" y="2021287"/>
                  <a:pt x="4758778" y="2021694"/>
                </a:cubicBezTo>
                <a:lnTo>
                  <a:pt x="4744748" y="2023396"/>
                </a:lnTo>
                <a:lnTo>
                  <a:pt x="4698956" y="2020558"/>
                </a:lnTo>
                <a:cubicBezTo>
                  <a:pt x="4685921" y="2020008"/>
                  <a:pt x="4672392" y="2019718"/>
                  <a:pt x="4658147" y="2019920"/>
                </a:cubicBezTo>
                <a:lnTo>
                  <a:pt x="4631706" y="2021274"/>
                </a:lnTo>
                <a:lnTo>
                  <a:pt x="4624776" y="2020152"/>
                </a:lnTo>
                <a:cubicBezTo>
                  <a:pt x="4612703" y="2020277"/>
                  <a:pt x="4596727" y="2024226"/>
                  <a:pt x="4598150" y="2019429"/>
                </a:cubicBezTo>
                <a:lnTo>
                  <a:pt x="4584588" y="2021092"/>
                </a:lnTo>
                <a:lnTo>
                  <a:pt x="4571203" y="2017263"/>
                </a:lnTo>
                <a:cubicBezTo>
                  <a:pt x="4569736" y="2016374"/>
                  <a:pt x="4568633" y="2015427"/>
                  <a:pt x="4567930" y="2014458"/>
                </a:cubicBezTo>
                <a:lnTo>
                  <a:pt x="4548984" y="2015717"/>
                </a:lnTo>
                <a:lnTo>
                  <a:pt x="4533451" y="2012976"/>
                </a:lnTo>
                <a:lnTo>
                  <a:pt x="4519910" y="2014768"/>
                </a:lnTo>
                <a:lnTo>
                  <a:pt x="4514290" y="2014364"/>
                </a:lnTo>
                <a:lnTo>
                  <a:pt x="4500320" y="2013007"/>
                </a:lnTo>
                <a:cubicBezTo>
                  <a:pt x="4493159" y="2012056"/>
                  <a:pt x="4485144" y="2010910"/>
                  <a:pt x="4476219" y="2009993"/>
                </a:cubicBezTo>
                <a:lnTo>
                  <a:pt x="4468701" y="2009574"/>
                </a:lnTo>
                <a:lnTo>
                  <a:pt x="4452333" y="2004964"/>
                </a:lnTo>
                <a:cubicBezTo>
                  <a:pt x="4440422" y="2001479"/>
                  <a:pt x="4431048" y="1999130"/>
                  <a:pt x="4420644" y="2001021"/>
                </a:cubicBezTo>
                <a:cubicBezTo>
                  <a:pt x="4402911" y="1996519"/>
                  <a:pt x="4390524" y="1983900"/>
                  <a:pt x="4364856" y="1987267"/>
                </a:cubicBezTo>
                <a:cubicBezTo>
                  <a:pt x="4372645" y="1981550"/>
                  <a:pt x="4336350" y="1986575"/>
                  <a:pt x="4332062" y="1980703"/>
                </a:cubicBezTo>
                <a:cubicBezTo>
                  <a:pt x="4330083" y="1975974"/>
                  <a:pt x="4318612" y="1976397"/>
                  <a:pt x="4309876" y="1974653"/>
                </a:cubicBezTo>
                <a:cubicBezTo>
                  <a:pt x="4303650" y="1969824"/>
                  <a:pt x="4259693" y="1965414"/>
                  <a:pt x="4244391" y="1966109"/>
                </a:cubicBezTo>
                <a:cubicBezTo>
                  <a:pt x="4201255" y="1970914"/>
                  <a:pt x="4166558" y="1951471"/>
                  <a:pt x="4132071" y="1954813"/>
                </a:cubicBezTo>
                <a:cubicBezTo>
                  <a:pt x="4123041" y="1954358"/>
                  <a:pt x="4115554" y="1953263"/>
                  <a:pt x="4109069" y="1951778"/>
                </a:cubicBezTo>
                <a:lnTo>
                  <a:pt x="4092908" y="1946662"/>
                </a:lnTo>
                <a:cubicBezTo>
                  <a:pt x="4092707" y="1945539"/>
                  <a:pt x="4092506" y="1944415"/>
                  <a:pt x="4092306" y="1943291"/>
                </a:cubicBezTo>
                <a:lnTo>
                  <a:pt x="4080234" y="1941219"/>
                </a:lnTo>
                <a:lnTo>
                  <a:pt x="4077778" y="1940145"/>
                </a:lnTo>
                <a:cubicBezTo>
                  <a:pt x="4073105" y="1938081"/>
                  <a:pt x="4068339" y="1936119"/>
                  <a:pt x="4062936" y="1934506"/>
                </a:cubicBezTo>
                <a:cubicBezTo>
                  <a:pt x="4048082" y="1947155"/>
                  <a:pt x="4014523" y="1922869"/>
                  <a:pt x="4012506" y="1935475"/>
                </a:cubicBezTo>
                <a:cubicBezTo>
                  <a:pt x="3980228" y="1928812"/>
                  <a:pt x="3986775" y="1942559"/>
                  <a:pt x="3965880" y="1925968"/>
                </a:cubicBezTo>
                <a:cubicBezTo>
                  <a:pt x="3899515" y="1923414"/>
                  <a:pt x="3830855" y="1902158"/>
                  <a:pt x="3765338" y="1906649"/>
                </a:cubicBezTo>
                <a:cubicBezTo>
                  <a:pt x="3780686" y="1902635"/>
                  <a:pt x="3768784" y="1893856"/>
                  <a:pt x="3749493" y="1893071"/>
                </a:cubicBezTo>
                <a:cubicBezTo>
                  <a:pt x="3807776" y="1876857"/>
                  <a:pt x="3656400" y="1898030"/>
                  <a:pt x="3672704" y="1881383"/>
                </a:cubicBezTo>
                <a:cubicBezTo>
                  <a:pt x="3645532" y="1893973"/>
                  <a:pt x="3537791" y="1900656"/>
                  <a:pt x="3530082" y="1883187"/>
                </a:cubicBezTo>
                <a:cubicBezTo>
                  <a:pt x="3479808" y="1875044"/>
                  <a:pt x="3426017" y="1877998"/>
                  <a:pt x="3387664" y="1862579"/>
                </a:cubicBezTo>
                <a:cubicBezTo>
                  <a:pt x="3382649" y="1863935"/>
                  <a:pt x="3377277" y="1864791"/>
                  <a:pt x="3371681" y="1865293"/>
                </a:cubicBezTo>
                <a:lnTo>
                  <a:pt x="3355305" y="1865842"/>
                </a:lnTo>
                <a:lnTo>
                  <a:pt x="3353790" y="1865158"/>
                </a:lnTo>
                <a:cubicBezTo>
                  <a:pt x="3346144" y="1863282"/>
                  <a:pt x="3340687" y="1863057"/>
                  <a:pt x="3336210" y="1863564"/>
                </a:cubicBezTo>
                <a:lnTo>
                  <a:pt x="3331381" y="1864716"/>
                </a:lnTo>
                <a:lnTo>
                  <a:pt x="3319012" y="1864093"/>
                </a:lnTo>
                <a:lnTo>
                  <a:pt x="3293818" y="1864135"/>
                </a:lnTo>
                <a:lnTo>
                  <a:pt x="3289881" y="1862954"/>
                </a:lnTo>
                <a:lnTo>
                  <a:pt x="3253090" y="1861164"/>
                </a:lnTo>
                <a:cubicBezTo>
                  <a:pt x="3253042" y="1860968"/>
                  <a:pt x="3252996" y="1860771"/>
                  <a:pt x="3252949" y="1860574"/>
                </a:cubicBezTo>
                <a:cubicBezTo>
                  <a:pt x="3251799" y="1859213"/>
                  <a:pt x="3249368" y="1858131"/>
                  <a:pt x="3244187" y="1857604"/>
                </a:cubicBezTo>
                <a:cubicBezTo>
                  <a:pt x="3250860" y="1853873"/>
                  <a:pt x="3250577" y="1852999"/>
                  <a:pt x="3246570" y="1852946"/>
                </a:cubicBezTo>
                <a:lnTo>
                  <a:pt x="3237810" y="1853064"/>
                </a:lnTo>
                <a:lnTo>
                  <a:pt x="3230822" y="1855474"/>
                </a:lnTo>
                <a:cubicBezTo>
                  <a:pt x="3206812" y="1862286"/>
                  <a:pt x="3176733" y="1868865"/>
                  <a:pt x="3136549" y="1874037"/>
                </a:cubicBezTo>
                <a:cubicBezTo>
                  <a:pt x="3081163" y="1880168"/>
                  <a:pt x="2902557" y="1900580"/>
                  <a:pt x="2845754" y="1910932"/>
                </a:cubicBezTo>
                <a:cubicBezTo>
                  <a:pt x="2860822" y="1944376"/>
                  <a:pt x="2813389" y="1905358"/>
                  <a:pt x="2786878" y="1917162"/>
                </a:cubicBezTo>
                <a:cubicBezTo>
                  <a:pt x="2766803" y="1917398"/>
                  <a:pt x="2741628" y="1915886"/>
                  <a:pt x="2725298" y="1912340"/>
                </a:cubicBezTo>
                <a:cubicBezTo>
                  <a:pt x="2716680" y="1911427"/>
                  <a:pt x="2707572" y="1911972"/>
                  <a:pt x="2697754" y="1914863"/>
                </a:cubicBezTo>
                <a:cubicBezTo>
                  <a:pt x="2667185" y="1939014"/>
                  <a:pt x="2622149" y="1926211"/>
                  <a:pt x="2568063" y="1936283"/>
                </a:cubicBezTo>
                <a:cubicBezTo>
                  <a:pt x="2552625" y="1932001"/>
                  <a:pt x="2502682" y="1953378"/>
                  <a:pt x="2489784" y="1943720"/>
                </a:cubicBezTo>
                <a:cubicBezTo>
                  <a:pt x="2478524" y="1943155"/>
                  <a:pt x="2467418" y="1949411"/>
                  <a:pt x="2458978" y="1938095"/>
                </a:cubicBezTo>
                <a:cubicBezTo>
                  <a:pt x="2417552" y="1934639"/>
                  <a:pt x="2366376" y="1931293"/>
                  <a:pt x="2318712" y="1934474"/>
                </a:cubicBezTo>
                <a:cubicBezTo>
                  <a:pt x="2296029" y="1936526"/>
                  <a:pt x="2282069" y="1938434"/>
                  <a:pt x="2268709" y="1940521"/>
                </a:cubicBezTo>
                <a:lnTo>
                  <a:pt x="2264080" y="1941232"/>
                </a:lnTo>
                <a:lnTo>
                  <a:pt x="2254684" y="1943524"/>
                </a:lnTo>
                <a:lnTo>
                  <a:pt x="2252523" y="1943004"/>
                </a:lnTo>
                <a:lnTo>
                  <a:pt x="2173350" y="1929202"/>
                </a:lnTo>
                <a:lnTo>
                  <a:pt x="2155266" y="1920267"/>
                </a:lnTo>
                <a:lnTo>
                  <a:pt x="2091013" y="1914631"/>
                </a:lnTo>
                <a:cubicBezTo>
                  <a:pt x="2033357" y="1920614"/>
                  <a:pt x="2070513" y="1905065"/>
                  <a:pt x="2030712" y="1897690"/>
                </a:cubicBezTo>
                <a:cubicBezTo>
                  <a:pt x="1994539" y="1893055"/>
                  <a:pt x="1958569" y="1883188"/>
                  <a:pt x="1908838" y="1892222"/>
                </a:cubicBezTo>
                <a:cubicBezTo>
                  <a:pt x="1897236" y="1896147"/>
                  <a:pt x="1883338" y="1892415"/>
                  <a:pt x="1877796" y="1883887"/>
                </a:cubicBezTo>
                <a:cubicBezTo>
                  <a:pt x="1876842" y="1882419"/>
                  <a:pt x="1876177" y="1880863"/>
                  <a:pt x="1875824" y="1879265"/>
                </a:cubicBezTo>
                <a:cubicBezTo>
                  <a:pt x="1843474" y="1887199"/>
                  <a:pt x="1841511" y="1873818"/>
                  <a:pt x="1823048" y="1881064"/>
                </a:cubicBezTo>
                <a:cubicBezTo>
                  <a:pt x="1792640" y="1872164"/>
                  <a:pt x="1782358" y="1850450"/>
                  <a:pt x="1765736" y="1856578"/>
                </a:cubicBezTo>
                <a:cubicBezTo>
                  <a:pt x="1753024" y="1849107"/>
                  <a:pt x="1745932" y="1828316"/>
                  <a:pt x="1725669" y="1833744"/>
                </a:cubicBezTo>
                <a:cubicBezTo>
                  <a:pt x="1727428" y="1831405"/>
                  <a:pt x="1726953" y="1830157"/>
                  <a:pt x="1725216" y="1829447"/>
                </a:cubicBezTo>
                <a:lnTo>
                  <a:pt x="1721485" y="1828960"/>
                </a:lnTo>
                <a:lnTo>
                  <a:pt x="1717786" y="1832224"/>
                </a:lnTo>
                <a:cubicBezTo>
                  <a:pt x="1703445" y="1843277"/>
                  <a:pt x="1706547" y="1827935"/>
                  <a:pt x="1689907" y="1825425"/>
                </a:cubicBezTo>
                <a:cubicBezTo>
                  <a:pt x="1682338" y="1823445"/>
                  <a:pt x="1685181" y="1820226"/>
                  <a:pt x="1688093" y="1817391"/>
                </a:cubicBezTo>
                <a:lnTo>
                  <a:pt x="1496789" y="1805297"/>
                </a:lnTo>
                <a:cubicBezTo>
                  <a:pt x="1463551" y="1793913"/>
                  <a:pt x="1426345" y="1786892"/>
                  <a:pt x="1392839" y="1758649"/>
                </a:cubicBezTo>
                <a:cubicBezTo>
                  <a:pt x="1386461" y="1750573"/>
                  <a:pt x="1374031" y="1756918"/>
                  <a:pt x="1360872" y="1752441"/>
                </a:cubicBezTo>
                <a:cubicBezTo>
                  <a:pt x="1347711" y="1747963"/>
                  <a:pt x="1332751" y="1735898"/>
                  <a:pt x="1313885" y="1731785"/>
                </a:cubicBezTo>
                <a:cubicBezTo>
                  <a:pt x="1281989" y="1726305"/>
                  <a:pt x="1256405" y="1739744"/>
                  <a:pt x="1247665" y="1727765"/>
                </a:cubicBezTo>
                <a:cubicBezTo>
                  <a:pt x="1231363" y="1728538"/>
                  <a:pt x="1209120" y="1742556"/>
                  <a:pt x="1196850" y="1729622"/>
                </a:cubicBezTo>
                <a:cubicBezTo>
                  <a:pt x="1195195" y="1740224"/>
                  <a:pt x="1178147" y="1721561"/>
                  <a:pt x="1168728" y="1728550"/>
                </a:cubicBezTo>
                <a:cubicBezTo>
                  <a:pt x="1152073" y="1727193"/>
                  <a:pt x="1122804" y="1725926"/>
                  <a:pt x="1096918" y="1721485"/>
                </a:cubicBezTo>
                <a:lnTo>
                  <a:pt x="1094082" y="1720113"/>
                </a:lnTo>
                <a:lnTo>
                  <a:pt x="1040782" y="1721762"/>
                </a:lnTo>
                <a:cubicBezTo>
                  <a:pt x="987172" y="1722352"/>
                  <a:pt x="1023272" y="1708707"/>
                  <a:pt x="955980" y="1719289"/>
                </a:cubicBezTo>
                <a:cubicBezTo>
                  <a:pt x="948995" y="1714208"/>
                  <a:pt x="940521" y="1713816"/>
                  <a:pt x="926108" y="1715917"/>
                </a:cubicBezTo>
                <a:cubicBezTo>
                  <a:pt x="900077" y="1715834"/>
                  <a:pt x="902688" y="1703436"/>
                  <a:pt x="876049" y="1710422"/>
                </a:cubicBezTo>
                <a:cubicBezTo>
                  <a:pt x="881084" y="1703830"/>
                  <a:pt x="826830" y="1706893"/>
                  <a:pt x="839194" y="1700176"/>
                </a:cubicBezTo>
                <a:cubicBezTo>
                  <a:pt x="822548" y="1693764"/>
                  <a:pt x="813674" y="1703628"/>
                  <a:pt x="797112" y="1698014"/>
                </a:cubicBezTo>
                <a:cubicBezTo>
                  <a:pt x="778195" y="1696418"/>
                  <a:pt x="807647" y="1705364"/>
                  <a:pt x="786610" y="1705455"/>
                </a:cubicBezTo>
                <a:cubicBezTo>
                  <a:pt x="761170" y="1704357"/>
                  <a:pt x="760599" y="1716610"/>
                  <a:pt x="741833" y="1700566"/>
                </a:cubicBezTo>
                <a:lnTo>
                  <a:pt x="673985" y="1692278"/>
                </a:lnTo>
                <a:cubicBezTo>
                  <a:pt x="658515" y="1695829"/>
                  <a:pt x="646395" y="1693620"/>
                  <a:pt x="634665" y="1689550"/>
                </a:cubicBezTo>
                <a:cubicBezTo>
                  <a:pt x="599149" y="1689690"/>
                  <a:pt x="567176" y="1683160"/>
                  <a:pt x="527471" y="1679869"/>
                </a:cubicBezTo>
                <a:cubicBezTo>
                  <a:pt x="484099" y="1683240"/>
                  <a:pt x="462693" y="1671949"/>
                  <a:pt x="420260" y="1668475"/>
                </a:cubicBezTo>
                <a:cubicBezTo>
                  <a:pt x="377482" y="1677390"/>
                  <a:pt x="393500" y="1652730"/>
                  <a:pt x="357630" y="1652142"/>
                </a:cubicBezTo>
                <a:cubicBezTo>
                  <a:pt x="298692" y="1659518"/>
                  <a:pt x="359631" y="1643849"/>
                  <a:pt x="269407" y="1643812"/>
                </a:cubicBezTo>
                <a:cubicBezTo>
                  <a:pt x="264204" y="1645215"/>
                  <a:pt x="253436" y="1643159"/>
                  <a:pt x="254769" y="1641013"/>
                </a:cubicBezTo>
                <a:cubicBezTo>
                  <a:pt x="234996" y="1641090"/>
                  <a:pt x="179093" y="1626583"/>
                  <a:pt x="150763" y="1628143"/>
                </a:cubicBezTo>
                <a:cubicBezTo>
                  <a:pt x="96232" y="1619954"/>
                  <a:pt x="68845" y="1629422"/>
                  <a:pt x="29133" y="1626172"/>
                </a:cubicBezTo>
                <a:lnTo>
                  <a:pt x="0" y="1619589"/>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596397BA-78EE-48EE-B1D2-CCA706A59D82}"/>
              </a:ext>
            </a:extLst>
          </p:cNvPr>
          <p:cNvSpPr>
            <a:spLocks noGrp="1"/>
          </p:cNvSpPr>
          <p:nvPr>
            <p:ph type="title"/>
          </p:nvPr>
        </p:nvSpPr>
        <p:spPr>
          <a:xfrm>
            <a:off x="828675" y="494414"/>
            <a:ext cx="10534650" cy="817403"/>
          </a:xfrm>
        </p:spPr>
        <p:txBody>
          <a:bodyPr vert="horz" wrap="square" lIns="76200" tIns="45720" rIns="76200" bIns="45720" rtlCol="0" anchor="ctr">
            <a:normAutofit/>
          </a:bodyPr>
          <a:lstStyle/>
          <a:p>
            <a:pPr algn="l"/>
            <a:r>
              <a:rPr lang="en-US" sz="1800" b="1" kern="1200">
                <a:solidFill>
                  <a:srgbClr val="232323"/>
                </a:solidFill>
                <a:latin typeface="Aptos Display"/>
                <a:ea typeface="+mj-ea"/>
                <a:cs typeface="+mj-cs"/>
              </a:rPr>
              <a:t>1. Triukšminių intervalų korekcija „minkštam“ apjungimui</a:t>
            </a:r>
          </a:p>
        </p:txBody>
      </p:sp>
      <p:pic>
        <p:nvPicPr>
          <p:cNvPr id="5" name="Content Placeholder 4">
            <a:extLst>
              <a:ext uri="{FF2B5EF4-FFF2-40B4-BE49-F238E27FC236}">
                <a16:creationId xmlns:a16="http://schemas.microsoft.com/office/drawing/2014/main" id="{F03C235E-2AD1-E791-9ED3-3C8CFE460F47}"/>
              </a:ext>
            </a:extLst>
          </p:cNvPr>
          <p:cNvPicPr>
            <a:picLocks noGrp="1" noChangeAspect="1"/>
          </p:cNvPicPr>
          <p:nvPr>
            <p:ph idx="1"/>
          </p:nvPr>
        </p:nvPicPr>
        <p:blipFill>
          <a:blip r:embed="rId2"/>
          <a:stretch>
            <a:fillRect/>
          </a:stretch>
        </p:blipFill>
        <p:spPr>
          <a:xfrm>
            <a:off x="2457211" y="2354239"/>
            <a:ext cx="7277578" cy="3948085"/>
          </a:xfrm>
          <a:prstGeom prst="rect">
            <a:avLst/>
          </a:prstGeom>
        </p:spPr>
      </p:pic>
    </p:spTree>
    <p:extLst>
      <p:ext uri="{BB962C8B-B14F-4D97-AF65-F5344CB8AC3E}">
        <p14:creationId xmlns:p14="http://schemas.microsoft.com/office/powerpoint/2010/main" val="187666480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C54F4CE-85F0-46ED-80DA-9518C9251A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DADD1FCA-8ACB-4958-81DD-4CDD6D3E19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5802086" cy="6858000"/>
          </a:xfrm>
          <a:custGeom>
            <a:avLst/>
            <a:gdLst>
              <a:gd name="connsiteX0" fmla="*/ 5734864 w 5734864"/>
              <a:gd name="connsiteY0" fmla="*/ 0 h 6858000"/>
              <a:gd name="connsiteX1" fmla="*/ 771611 w 5734864"/>
              <a:gd name="connsiteY1" fmla="*/ 0 h 6858000"/>
              <a:gd name="connsiteX2" fmla="*/ 771679 w 5734864"/>
              <a:gd name="connsiteY2" fmla="*/ 49108 h 6858000"/>
              <a:gd name="connsiteX3" fmla="*/ 794248 w 5734864"/>
              <a:gd name="connsiteY3" fmla="*/ 200968 h 6858000"/>
              <a:gd name="connsiteX4" fmla="*/ 801749 w 5734864"/>
              <a:gd name="connsiteY4" fmla="*/ 414071 h 6858000"/>
              <a:gd name="connsiteX5" fmla="*/ 818548 w 5734864"/>
              <a:gd name="connsiteY5" fmla="*/ 585467 h 6858000"/>
              <a:gd name="connsiteX6" fmla="*/ 857476 w 5734864"/>
              <a:gd name="connsiteY6" fmla="*/ 800623 h 6858000"/>
              <a:gd name="connsiteX7" fmla="*/ 851083 w 5734864"/>
              <a:gd name="connsiteY7" fmla="*/ 878903 h 6858000"/>
              <a:gd name="connsiteX8" fmla="*/ 873564 w 5734864"/>
              <a:gd name="connsiteY8" fmla="*/ 943826 h 6858000"/>
              <a:gd name="connsiteX9" fmla="*/ 864705 w 5734864"/>
              <a:gd name="connsiteY9" fmla="*/ 973328 h 6858000"/>
              <a:gd name="connsiteX10" fmla="*/ 862869 w 5734864"/>
              <a:gd name="connsiteY10" fmla="*/ 978457 h 6858000"/>
              <a:gd name="connsiteX11" fmla="*/ 862233 w 5734864"/>
              <a:gd name="connsiteY11" fmla="*/ 998041 h 6858000"/>
              <a:gd name="connsiteX12" fmla="*/ 853665 w 5734864"/>
              <a:gd name="connsiteY12" fmla="*/ 1004750 h 6858000"/>
              <a:gd name="connsiteX13" fmla="*/ 846695 w 5734864"/>
              <a:gd name="connsiteY13" fmla="*/ 1035077 h 6858000"/>
              <a:gd name="connsiteX14" fmla="*/ 847865 w 5734864"/>
              <a:gd name="connsiteY14" fmla="*/ 1070795 h 6858000"/>
              <a:gd name="connsiteX15" fmla="*/ 862786 w 5734864"/>
              <a:gd name="connsiteY15" fmla="*/ 1238994 h 6858000"/>
              <a:gd name="connsiteX16" fmla="*/ 859345 w 5734864"/>
              <a:gd name="connsiteY16" fmla="*/ 1380427 h 6858000"/>
              <a:gd name="connsiteX17" fmla="*/ 855172 w 5734864"/>
              <a:gd name="connsiteY17" fmla="*/ 1435262 h 6858000"/>
              <a:gd name="connsiteX18" fmla="*/ 860494 w 5734864"/>
              <a:gd name="connsiteY18" fmla="*/ 1453861 h 6858000"/>
              <a:gd name="connsiteX19" fmla="*/ 853731 w 5734864"/>
              <a:gd name="connsiteY19" fmla="*/ 1467047 h 6858000"/>
              <a:gd name="connsiteX20" fmla="*/ 845847 w 5734864"/>
              <a:gd name="connsiteY20" fmla="*/ 1502307 h 6858000"/>
              <a:gd name="connsiteX21" fmla="*/ 817613 w 5734864"/>
              <a:gd name="connsiteY21" fmla="*/ 1565166 h 6858000"/>
              <a:gd name="connsiteX22" fmla="*/ 804223 w 5734864"/>
              <a:gd name="connsiteY22" fmla="*/ 1601941 h 6858000"/>
              <a:gd name="connsiteX23" fmla="*/ 791773 w 5734864"/>
              <a:gd name="connsiteY23" fmla="*/ 1627005 h 6858000"/>
              <a:gd name="connsiteX24" fmla="*/ 774645 w 5734864"/>
              <a:gd name="connsiteY24" fmla="*/ 1699922 h 6858000"/>
              <a:gd name="connsiteX25" fmla="*/ 752343 w 5734864"/>
              <a:gd name="connsiteY25" fmla="*/ 1824604 h 6858000"/>
              <a:gd name="connsiteX26" fmla="*/ 746254 w 5734864"/>
              <a:gd name="connsiteY26" fmla="*/ 1850222 h 6858000"/>
              <a:gd name="connsiteX27" fmla="*/ 728600 w 5734864"/>
              <a:gd name="connsiteY27" fmla="*/ 1869603 h 6858000"/>
              <a:gd name="connsiteX28" fmla="*/ 724396 w 5734864"/>
              <a:gd name="connsiteY28" fmla="*/ 1883104 h 6858000"/>
              <a:gd name="connsiteX29" fmla="*/ 722165 w 5734864"/>
              <a:gd name="connsiteY29" fmla="*/ 1885924 h 6858000"/>
              <a:gd name="connsiteX30" fmla="*/ 721338 w 5734864"/>
              <a:gd name="connsiteY30" fmla="*/ 1887123 h 6858000"/>
              <a:gd name="connsiteX31" fmla="*/ 714840 w 5734864"/>
              <a:gd name="connsiteY31" fmla="*/ 1902274 h 6858000"/>
              <a:gd name="connsiteX32" fmla="*/ 722847 w 5734864"/>
              <a:gd name="connsiteY32" fmla="*/ 1929891 h 6858000"/>
              <a:gd name="connsiteX33" fmla="*/ 719647 w 5734864"/>
              <a:gd name="connsiteY33" fmla="*/ 1936120 h 6858000"/>
              <a:gd name="connsiteX34" fmla="*/ 714660 w 5734864"/>
              <a:gd name="connsiteY34" fmla="*/ 1982709 h 6858000"/>
              <a:gd name="connsiteX35" fmla="*/ 710759 w 5734864"/>
              <a:gd name="connsiteY35" fmla="*/ 2013010 h 6858000"/>
              <a:gd name="connsiteX36" fmla="*/ 697927 w 5734864"/>
              <a:gd name="connsiteY36" fmla="*/ 2069833 h 6858000"/>
              <a:gd name="connsiteX37" fmla="*/ 693594 w 5734864"/>
              <a:gd name="connsiteY37" fmla="*/ 2103731 h 6858000"/>
              <a:gd name="connsiteX38" fmla="*/ 691109 w 5734864"/>
              <a:gd name="connsiteY38" fmla="*/ 2124027 h 6858000"/>
              <a:gd name="connsiteX39" fmla="*/ 676593 w 5734864"/>
              <a:gd name="connsiteY39" fmla="*/ 2176182 h 6858000"/>
              <a:gd name="connsiteX40" fmla="*/ 633227 w 5734864"/>
              <a:gd name="connsiteY40" fmla="*/ 2258036 h 6858000"/>
              <a:gd name="connsiteX41" fmla="*/ 625564 w 5734864"/>
              <a:gd name="connsiteY41" fmla="*/ 2284567 h 6858000"/>
              <a:gd name="connsiteX42" fmla="*/ 627074 w 5734864"/>
              <a:gd name="connsiteY42" fmla="*/ 2289605 h 6858000"/>
              <a:gd name="connsiteX43" fmla="*/ 614574 w 5734864"/>
              <a:gd name="connsiteY43" fmla="*/ 2308717 h 6858000"/>
              <a:gd name="connsiteX44" fmla="*/ 606890 w 5734864"/>
              <a:gd name="connsiteY44" fmla="*/ 2320662 h 6858000"/>
              <a:gd name="connsiteX45" fmla="*/ 605558 w 5734864"/>
              <a:gd name="connsiteY45" fmla="*/ 2327897 h 6858000"/>
              <a:gd name="connsiteX46" fmla="*/ 602202 w 5734864"/>
              <a:gd name="connsiteY46" fmla="*/ 2357749 h 6858000"/>
              <a:gd name="connsiteX47" fmla="*/ 600213 w 5734864"/>
              <a:gd name="connsiteY47" fmla="*/ 2364905 h 6858000"/>
              <a:gd name="connsiteX48" fmla="*/ 597160 w 5734864"/>
              <a:gd name="connsiteY48" fmla="*/ 2388351 h 6858000"/>
              <a:gd name="connsiteX49" fmla="*/ 597982 w 5734864"/>
              <a:gd name="connsiteY49" fmla="*/ 2402296 h 6858000"/>
              <a:gd name="connsiteX50" fmla="*/ 593150 w 5734864"/>
              <a:gd name="connsiteY50" fmla="*/ 2420015 h 6858000"/>
              <a:gd name="connsiteX51" fmla="*/ 592833 w 5734864"/>
              <a:gd name="connsiteY51" fmla="*/ 2422749 h 6858000"/>
              <a:gd name="connsiteX52" fmla="*/ 594479 w 5734864"/>
              <a:gd name="connsiteY52" fmla="*/ 2426002 h 6858000"/>
              <a:gd name="connsiteX53" fmla="*/ 591963 w 5734864"/>
              <a:gd name="connsiteY53" fmla="*/ 2431950 h 6858000"/>
              <a:gd name="connsiteX54" fmla="*/ 591544 w 5734864"/>
              <a:gd name="connsiteY54" fmla="*/ 2433897 h 6858000"/>
              <a:gd name="connsiteX55" fmla="*/ 589519 w 5734864"/>
              <a:gd name="connsiteY55" fmla="*/ 2451398 h 6858000"/>
              <a:gd name="connsiteX56" fmla="*/ 590037 w 5734864"/>
              <a:gd name="connsiteY56" fmla="*/ 2455536 h 6858000"/>
              <a:gd name="connsiteX57" fmla="*/ 588179 w 5734864"/>
              <a:gd name="connsiteY57" fmla="*/ 2462981 h 6858000"/>
              <a:gd name="connsiteX58" fmla="*/ 583434 w 5734864"/>
              <a:gd name="connsiteY58" fmla="*/ 2503991 h 6858000"/>
              <a:gd name="connsiteX59" fmla="*/ 567942 w 5734864"/>
              <a:gd name="connsiteY59" fmla="*/ 2652936 h 6858000"/>
              <a:gd name="connsiteX60" fmla="*/ 573869 w 5734864"/>
              <a:gd name="connsiteY60" fmla="*/ 2670188 h 6858000"/>
              <a:gd name="connsiteX61" fmla="*/ 575243 w 5734864"/>
              <a:gd name="connsiteY61" fmla="*/ 2688114 h 6858000"/>
              <a:gd name="connsiteX62" fmla="*/ 573824 w 5734864"/>
              <a:gd name="connsiteY62" fmla="*/ 2689856 h 6858000"/>
              <a:gd name="connsiteX63" fmla="*/ 570699 w 5734864"/>
              <a:gd name="connsiteY63" fmla="*/ 2709353 h 6858000"/>
              <a:gd name="connsiteX64" fmla="*/ 573192 w 5734864"/>
              <a:gd name="connsiteY64" fmla="*/ 2714527 h 6858000"/>
              <a:gd name="connsiteX65" fmla="*/ 572044 w 5734864"/>
              <a:gd name="connsiteY65" fmla="*/ 2728187 h 6858000"/>
              <a:gd name="connsiteX66" fmla="*/ 572465 w 5734864"/>
              <a:gd name="connsiteY66" fmla="*/ 2755863 h 6858000"/>
              <a:gd name="connsiteX67" fmla="*/ 570028 w 5734864"/>
              <a:gd name="connsiteY67" fmla="*/ 2760324 h 6858000"/>
              <a:gd name="connsiteX68" fmla="*/ 566748 w 5734864"/>
              <a:gd name="connsiteY68" fmla="*/ 2800948 h 6858000"/>
              <a:gd name="connsiteX69" fmla="*/ 565509 w 5734864"/>
              <a:gd name="connsiteY69" fmla="*/ 2801167 h 6858000"/>
              <a:gd name="connsiteX70" fmla="*/ 559367 w 5734864"/>
              <a:gd name="connsiteY70" fmla="*/ 2811129 h 6858000"/>
              <a:gd name="connsiteX71" fmla="*/ 550354 w 5734864"/>
              <a:gd name="connsiteY71" fmla="*/ 2830949 h 6858000"/>
              <a:gd name="connsiteX72" fmla="*/ 514795 w 5734864"/>
              <a:gd name="connsiteY72" fmla="*/ 2872433 h 6858000"/>
              <a:gd name="connsiteX73" fmla="*/ 509875 w 5734864"/>
              <a:gd name="connsiteY73" fmla="*/ 2923099 h 6858000"/>
              <a:gd name="connsiteX74" fmla="*/ 509577 w 5734864"/>
              <a:gd name="connsiteY74" fmla="*/ 2923197 h 6858000"/>
              <a:gd name="connsiteX75" fmla="*/ 507597 w 5734864"/>
              <a:gd name="connsiteY75" fmla="*/ 2931868 h 6858000"/>
              <a:gd name="connsiteX76" fmla="*/ 507379 w 5734864"/>
              <a:gd name="connsiteY76" fmla="*/ 2938322 h 6858000"/>
              <a:gd name="connsiteX77" fmla="*/ 504725 w 5734864"/>
              <a:gd name="connsiteY77" fmla="*/ 2954519 h 6858000"/>
              <a:gd name="connsiteX78" fmla="*/ 502018 w 5734864"/>
              <a:gd name="connsiteY78" fmla="*/ 2959643 h 6858000"/>
              <a:gd name="connsiteX79" fmla="*/ 498360 w 5734864"/>
              <a:gd name="connsiteY79" fmla="*/ 2961019 h 6858000"/>
              <a:gd name="connsiteX80" fmla="*/ 498483 w 5734864"/>
              <a:gd name="connsiteY80" fmla="*/ 2962590 h 6858000"/>
              <a:gd name="connsiteX81" fmla="*/ 484403 w 5734864"/>
              <a:gd name="connsiteY81" fmla="*/ 2990538 h 6858000"/>
              <a:gd name="connsiteX82" fmla="*/ 463075 w 5734864"/>
              <a:gd name="connsiteY82" fmla="*/ 3055956 h 6858000"/>
              <a:gd name="connsiteX83" fmla="*/ 455013 w 5734864"/>
              <a:gd name="connsiteY83" fmla="*/ 3094482 h 6858000"/>
              <a:gd name="connsiteX84" fmla="*/ 428391 w 5734864"/>
              <a:gd name="connsiteY84" fmla="*/ 3198850 h 6858000"/>
              <a:gd name="connsiteX85" fmla="*/ 401440 w 5734864"/>
              <a:gd name="connsiteY85" fmla="*/ 3307560 h 6858000"/>
              <a:gd name="connsiteX86" fmla="*/ 386076 w 5734864"/>
              <a:gd name="connsiteY86" fmla="*/ 3373943 h 6858000"/>
              <a:gd name="connsiteX87" fmla="*/ 374726 w 5734864"/>
              <a:gd name="connsiteY87" fmla="*/ 3381364 h 6858000"/>
              <a:gd name="connsiteX88" fmla="*/ 369145 w 5734864"/>
              <a:gd name="connsiteY88" fmla="*/ 3383729 h 6858000"/>
              <a:gd name="connsiteX89" fmla="*/ 364294 w 5734864"/>
              <a:gd name="connsiteY89" fmla="*/ 3414159 h 6858000"/>
              <a:gd name="connsiteX90" fmla="*/ 366450 w 5734864"/>
              <a:gd name="connsiteY90" fmla="*/ 3436925 h 6858000"/>
              <a:gd name="connsiteX91" fmla="*/ 351743 w 5734864"/>
              <a:gd name="connsiteY91" fmla="*/ 3521619 h 6858000"/>
              <a:gd name="connsiteX92" fmla="*/ 345784 w 5734864"/>
              <a:gd name="connsiteY92" fmla="*/ 3603757 h 6858000"/>
              <a:gd name="connsiteX93" fmla="*/ 344198 w 5734864"/>
              <a:gd name="connsiteY93" fmla="*/ 3652424 h 6858000"/>
              <a:gd name="connsiteX94" fmla="*/ 352450 w 5734864"/>
              <a:gd name="connsiteY94" fmla="*/ 3665222 h 6858000"/>
              <a:gd name="connsiteX95" fmla="*/ 342621 w 5734864"/>
              <a:gd name="connsiteY95" fmla="*/ 3700804 h 6858000"/>
              <a:gd name="connsiteX96" fmla="*/ 341514 w 5734864"/>
              <a:gd name="connsiteY96" fmla="*/ 3734774 h 6858000"/>
              <a:gd name="connsiteX97" fmla="*/ 340607 w 5734864"/>
              <a:gd name="connsiteY97" fmla="*/ 3785153 h 6858000"/>
              <a:gd name="connsiteX98" fmla="*/ 340707 w 5734864"/>
              <a:gd name="connsiteY98" fmla="*/ 3788177 h 6858000"/>
              <a:gd name="connsiteX99" fmla="*/ 340361 w 5734864"/>
              <a:gd name="connsiteY99" fmla="*/ 3798803 h 6858000"/>
              <a:gd name="connsiteX100" fmla="*/ 339642 w 5734864"/>
              <a:gd name="connsiteY100" fmla="*/ 3838750 h 6858000"/>
              <a:gd name="connsiteX101" fmla="*/ 360295 w 5734864"/>
              <a:gd name="connsiteY101" fmla="*/ 4015196 h 6858000"/>
              <a:gd name="connsiteX102" fmla="*/ 339043 w 5734864"/>
              <a:gd name="connsiteY102" fmla="*/ 4052778 h 6858000"/>
              <a:gd name="connsiteX103" fmla="*/ 339343 w 5734864"/>
              <a:gd name="connsiteY103" fmla="*/ 4096257 h 6858000"/>
              <a:gd name="connsiteX104" fmla="*/ 340786 w 5734864"/>
              <a:gd name="connsiteY104" fmla="*/ 4321136 h 6858000"/>
              <a:gd name="connsiteX105" fmla="*/ 343158 w 5734864"/>
              <a:gd name="connsiteY105" fmla="*/ 4429174 h 6858000"/>
              <a:gd name="connsiteX106" fmla="*/ 334599 w 5734864"/>
              <a:gd name="connsiteY106" fmla="*/ 4449938 h 6858000"/>
              <a:gd name="connsiteX107" fmla="*/ 332890 w 5734864"/>
              <a:gd name="connsiteY107" fmla="*/ 4453515 h 6858000"/>
              <a:gd name="connsiteX108" fmla="*/ 331105 w 5734864"/>
              <a:gd name="connsiteY108" fmla="*/ 4467941 h 6858000"/>
              <a:gd name="connsiteX109" fmla="*/ 324289 w 5734864"/>
              <a:gd name="connsiteY109" fmla="*/ 4471861 h 6858000"/>
              <a:gd name="connsiteX110" fmla="*/ 317079 w 5734864"/>
              <a:gd name="connsiteY110" fmla="*/ 4493468 h 6858000"/>
              <a:gd name="connsiteX111" fmla="*/ 315557 w 5734864"/>
              <a:gd name="connsiteY111" fmla="*/ 4520067 h 6858000"/>
              <a:gd name="connsiteX112" fmla="*/ 315240 w 5734864"/>
              <a:gd name="connsiteY112" fmla="*/ 4536872 h 6858000"/>
              <a:gd name="connsiteX113" fmla="*/ 316200 w 5734864"/>
              <a:gd name="connsiteY113" fmla="*/ 4538297 h 6858000"/>
              <a:gd name="connsiteX114" fmla="*/ 317507 w 5734864"/>
              <a:gd name="connsiteY114" fmla="*/ 4547582 h 6858000"/>
              <a:gd name="connsiteX115" fmla="*/ 323078 w 5734864"/>
              <a:gd name="connsiteY115" fmla="*/ 4592102 h 6858000"/>
              <a:gd name="connsiteX116" fmla="*/ 328722 w 5734864"/>
              <a:gd name="connsiteY116" fmla="*/ 4667914 h 6858000"/>
              <a:gd name="connsiteX117" fmla="*/ 335597 w 5734864"/>
              <a:gd name="connsiteY117" fmla="*/ 4695035 h 6858000"/>
              <a:gd name="connsiteX118" fmla="*/ 339485 w 5734864"/>
              <a:gd name="connsiteY118" fmla="*/ 4695979 h 6858000"/>
              <a:gd name="connsiteX119" fmla="*/ 341089 w 5734864"/>
              <a:gd name="connsiteY119" fmla="*/ 4704268 h 6858000"/>
              <a:gd name="connsiteX120" fmla="*/ 342177 w 5734864"/>
              <a:gd name="connsiteY120" fmla="*/ 4706060 h 6858000"/>
              <a:gd name="connsiteX121" fmla="*/ 347751 w 5734864"/>
              <a:gd name="connsiteY121" fmla="*/ 4716754 h 6858000"/>
              <a:gd name="connsiteX122" fmla="*/ 344125 w 5734864"/>
              <a:gd name="connsiteY122" fmla="*/ 4764669 h 6858000"/>
              <a:gd name="connsiteX123" fmla="*/ 340188 w 5734864"/>
              <a:gd name="connsiteY123" fmla="*/ 4779386 h 6858000"/>
              <a:gd name="connsiteX124" fmla="*/ 335146 w 5734864"/>
              <a:gd name="connsiteY124" fmla="*/ 4787491 h 6858000"/>
              <a:gd name="connsiteX125" fmla="*/ 319124 w 5734864"/>
              <a:gd name="connsiteY125" fmla="*/ 4843514 h 6858000"/>
              <a:gd name="connsiteX126" fmla="*/ 305956 w 5734864"/>
              <a:gd name="connsiteY126" fmla="*/ 4881505 h 6858000"/>
              <a:gd name="connsiteX127" fmla="*/ 301062 w 5734864"/>
              <a:gd name="connsiteY127" fmla="*/ 4889332 h 6858000"/>
              <a:gd name="connsiteX128" fmla="*/ 302141 w 5734864"/>
              <a:gd name="connsiteY128" fmla="*/ 4899400 h 6858000"/>
              <a:gd name="connsiteX129" fmla="*/ 304424 w 5734864"/>
              <a:gd name="connsiteY129" fmla="*/ 4902664 h 6858000"/>
              <a:gd name="connsiteX130" fmla="*/ 293123 w 5734864"/>
              <a:gd name="connsiteY130" fmla="*/ 4932769 h 6858000"/>
              <a:gd name="connsiteX131" fmla="*/ 292275 w 5734864"/>
              <a:gd name="connsiteY131" fmla="*/ 4936482 h 6858000"/>
              <a:gd name="connsiteX132" fmla="*/ 288304 w 5734864"/>
              <a:gd name="connsiteY132" fmla="*/ 4962325 h 6858000"/>
              <a:gd name="connsiteX133" fmla="*/ 287420 w 5734864"/>
              <a:gd name="connsiteY133" fmla="*/ 5042193 h 6858000"/>
              <a:gd name="connsiteX134" fmla="*/ 287020 w 5734864"/>
              <a:gd name="connsiteY134" fmla="*/ 5065655 h 6858000"/>
              <a:gd name="connsiteX135" fmla="*/ 288488 w 5734864"/>
              <a:gd name="connsiteY135" fmla="*/ 5082216 h 6858000"/>
              <a:gd name="connsiteX136" fmla="*/ 282763 w 5734864"/>
              <a:gd name="connsiteY136" fmla="*/ 5127114 h 6858000"/>
              <a:gd name="connsiteX137" fmla="*/ 269316 w 5734864"/>
              <a:gd name="connsiteY137" fmla="*/ 5202682 h 6858000"/>
              <a:gd name="connsiteX138" fmla="*/ 269174 w 5734864"/>
              <a:gd name="connsiteY138" fmla="*/ 5230835 h 6858000"/>
              <a:gd name="connsiteX139" fmla="*/ 272679 w 5734864"/>
              <a:gd name="connsiteY139" fmla="*/ 5232660 h 6858000"/>
              <a:gd name="connsiteX140" fmla="*/ 272160 w 5734864"/>
              <a:gd name="connsiteY140" fmla="*/ 5241150 h 6858000"/>
              <a:gd name="connsiteX141" fmla="*/ 272760 w 5734864"/>
              <a:gd name="connsiteY141" fmla="*/ 5243156 h 6858000"/>
              <a:gd name="connsiteX142" fmla="*/ 275462 w 5734864"/>
              <a:gd name="connsiteY142" fmla="*/ 5254919 h 6858000"/>
              <a:gd name="connsiteX143" fmla="*/ 262897 w 5734864"/>
              <a:gd name="connsiteY143" fmla="*/ 5286259 h 6858000"/>
              <a:gd name="connsiteX144" fmla="*/ 252761 w 5734864"/>
              <a:gd name="connsiteY144" fmla="*/ 5357801 h 6858000"/>
              <a:gd name="connsiteX145" fmla="*/ 242360 w 5734864"/>
              <a:gd name="connsiteY145" fmla="*/ 5460080 h 6858000"/>
              <a:gd name="connsiteX146" fmla="*/ 229880 w 5734864"/>
              <a:gd name="connsiteY146" fmla="*/ 5539714 h 6858000"/>
              <a:gd name="connsiteX147" fmla="*/ 204283 w 5734864"/>
              <a:gd name="connsiteY147" fmla="*/ 5639080 h 6858000"/>
              <a:gd name="connsiteX148" fmla="*/ 198948 w 5734864"/>
              <a:gd name="connsiteY148" fmla="*/ 5710958 h 6858000"/>
              <a:gd name="connsiteX149" fmla="*/ 192367 w 5734864"/>
              <a:gd name="connsiteY149" fmla="*/ 5719859 h 6858000"/>
              <a:gd name="connsiteX150" fmla="*/ 188035 w 5734864"/>
              <a:gd name="connsiteY150" fmla="*/ 5729935 h 6858000"/>
              <a:gd name="connsiteX151" fmla="*/ 188428 w 5734864"/>
              <a:gd name="connsiteY151" fmla="*/ 5731182 h 6858000"/>
              <a:gd name="connsiteX152" fmla="*/ 181635 w 5734864"/>
              <a:gd name="connsiteY152" fmla="*/ 5753538 h 6858000"/>
              <a:gd name="connsiteX153" fmla="*/ 169744 w 5734864"/>
              <a:gd name="connsiteY153" fmla="*/ 5796307 h 6858000"/>
              <a:gd name="connsiteX154" fmla="*/ 170351 w 5734864"/>
              <a:gd name="connsiteY154" fmla="*/ 5796644 h 6858000"/>
              <a:gd name="connsiteX155" fmla="*/ 171559 w 5734864"/>
              <a:gd name="connsiteY155" fmla="*/ 5803435 h 6858000"/>
              <a:gd name="connsiteX156" fmla="*/ 172284 w 5734864"/>
              <a:gd name="connsiteY156" fmla="*/ 5816391 h 6858000"/>
              <a:gd name="connsiteX157" fmla="*/ 182542 w 5734864"/>
              <a:gd name="connsiteY157" fmla="*/ 5846382 h 6858000"/>
              <a:gd name="connsiteX158" fmla="*/ 175877 w 5734864"/>
              <a:gd name="connsiteY158" fmla="*/ 5871336 h 6858000"/>
              <a:gd name="connsiteX159" fmla="*/ 174910 w 5734864"/>
              <a:gd name="connsiteY159" fmla="*/ 5876376 h 6858000"/>
              <a:gd name="connsiteX160" fmla="*/ 175047 w 5734864"/>
              <a:gd name="connsiteY160" fmla="*/ 5876483 h 6858000"/>
              <a:gd name="connsiteX161" fmla="*/ 174335 w 5734864"/>
              <a:gd name="connsiteY161" fmla="*/ 5881814 h 6858000"/>
              <a:gd name="connsiteX162" fmla="*/ 171273 w 5734864"/>
              <a:gd name="connsiteY162" fmla="*/ 5895339 h 6858000"/>
              <a:gd name="connsiteX163" fmla="*/ 171658 w 5734864"/>
              <a:gd name="connsiteY163" fmla="*/ 5898749 h 6858000"/>
              <a:gd name="connsiteX164" fmla="*/ 174658 w 5734864"/>
              <a:gd name="connsiteY164" fmla="*/ 5919558 h 6858000"/>
              <a:gd name="connsiteX165" fmla="*/ 169099 w 5734864"/>
              <a:gd name="connsiteY165" fmla="*/ 5984417 h 6858000"/>
              <a:gd name="connsiteX166" fmla="*/ 162007 w 5734864"/>
              <a:gd name="connsiteY166" fmla="*/ 6049043 h 6858000"/>
              <a:gd name="connsiteX167" fmla="*/ 156875 w 5734864"/>
              <a:gd name="connsiteY167" fmla="*/ 6114000 h 6858000"/>
              <a:gd name="connsiteX168" fmla="*/ 165441 w 5734864"/>
              <a:gd name="connsiteY168" fmla="*/ 6146938 h 6858000"/>
              <a:gd name="connsiteX169" fmla="*/ 165177 w 5734864"/>
              <a:gd name="connsiteY169" fmla="*/ 6150658 h 6858000"/>
              <a:gd name="connsiteX170" fmla="*/ 161772 w 5734864"/>
              <a:gd name="connsiteY170" fmla="*/ 6160011 h 6858000"/>
              <a:gd name="connsiteX171" fmla="*/ 160051 w 5734864"/>
              <a:gd name="connsiteY171" fmla="*/ 6163393 h 6858000"/>
              <a:gd name="connsiteX172" fmla="*/ 158473 w 5734864"/>
              <a:gd name="connsiteY172" fmla="*/ 6168628 h 6858000"/>
              <a:gd name="connsiteX173" fmla="*/ 158573 w 5734864"/>
              <a:gd name="connsiteY173" fmla="*/ 6168799 h 6858000"/>
              <a:gd name="connsiteX174" fmla="*/ 146463 w 5734864"/>
              <a:gd name="connsiteY174" fmla="*/ 6196671 h 6858000"/>
              <a:gd name="connsiteX175" fmla="*/ 150209 w 5734864"/>
              <a:gd name="connsiteY175" fmla="*/ 6232365 h 6858000"/>
              <a:gd name="connsiteX176" fmla="*/ 148544 w 5734864"/>
              <a:gd name="connsiteY176" fmla="*/ 6246162 h 6858000"/>
              <a:gd name="connsiteX177" fmla="*/ 148403 w 5734864"/>
              <a:gd name="connsiteY177" fmla="*/ 6253754 h 6858000"/>
              <a:gd name="connsiteX178" fmla="*/ 138880 w 5734864"/>
              <a:gd name="connsiteY178" fmla="*/ 6276449 h 6858000"/>
              <a:gd name="connsiteX179" fmla="*/ 138683 w 5734864"/>
              <a:gd name="connsiteY179" fmla="*/ 6279721 h 6858000"/>
              <a:gd name="connsiteX180" fmla="*/ 130721 w 5734864"/>
              <a:gd name="connsiteY180" fmla="*/ 6293675 h 6858000"/>
              <a:gd name="connsiteX181" fmla="*/ 120717 w 5734864"/>
              <a:gd name="connsiteY181" fmla="*/ 6313967 h 6858000"/>
              <a:gd name="connsiteX182" fmla="*/ 120841 w 5734864"/>
              <a:gd name="connsiteY182" fmla="*/ 6315437 h 6858000"/>
              <a:gd name="connsiteX183" fmla="*/ 115208 w 5734864"/>
              <a:gd name="connsiteY183" fmla="*/ 6324024 h 6858000"/>
              <a:gd name="connsiteX184" fmla="*/ 101217 w 5734864"/>
              <a:gd name="connsiteY184" fmla="*/ 6365923 h 6858000"/>
              <a:gd name="connsiteX185" fmla="*/ 74946 w 5734864"/>
              <a:gd name="connsiteY185" fmla="*/ 6556817 h 6858000"/>
              <a:gd name="connsiteX186" fmla="*/ 16001 w 5734864"/>
              <a:gd name="connsiteY186" fmla="*/ 6808678 h 6858000"/>
              <a:gd name="connsiteX187" fmla="*/ 0 w 5734864"/>
              <a:gd name="connsiteY187" fmla="*/ 6858000 h 6858000"/>
              <a:gd name="connsiteX188" fmla="*/ 5734864 w 5734864"/>
              <a:gd name="connsiteY188" fmla="*/ 6858000 h 6858000"/>
              <a:gd name="connsiteX0" fmla="*/ 5734864 w 5734864"/>
              <a:gd name="connsiteY0" fmla="*/ 0 h 6858000"/>
              <a:gd name="connsiteX1" fmla="*/ 771611 w 5734864"/>
              <a:gd name="connsiteY1" fmla="*/ 0 h 6858000"/>
              <a:gd name="connsiteX2" fmla="*/ 771679 w 5734864"/>
              <a:gd name="connsiteY2" fmla="*/ 49108 h 6858000"/>
              <a:gd name="connsiteX3" fmla="*/ 794248 w 5734864"/>
              <a:gd name="connsiteY3" fmla="*/ 200968 h 6858000"/>
              <a:gd name="connsiteX4" fmla="*/ 801749 w 5734864"/>
              <a:gd name="connsiteY4" fmla="*/ 414071 h 6858000"/>
              <a:gd name="connsiteX5" fmla="*/ 818548 w 5734864"/>
              <a:gd name="connsiteY5" fmla="*/ 585467 h 6858000"/>
              <a:gd name="connsiteX6" fmla="*/ 857476 w 5734864"/>
              <a:gd name="connsiteY6" fmla="*/ 800623 h 6858000"/>
              <a:gd name="connsiteX7" fmla="*/ 851083 w 5734864"/>
              <a:gd name="connsiteY7" fmla="*/ 878903 h 6858000"/>
              <a:gd name="connsiteX8" fmla="*/ 873564 w 5734864"/>
              <a:gd name="connsiteY8" fmla="*/ 943826 h 6858000"/>
              <a:gd name="connsiteX9" fmla="*/ 864705 w 5734864"/>
              <a:gd name="connsiteY9" fmla="*/ 973328 h 6858000"/>
              <a:gd name="connsiteX10" fmla="*/ 862869 w 5734864"/>
              <a:gd name="connsiteY10" fmla="*/ 978457 h 6858000"/>
              <a:gd name="connsiteX11" fmla="*/ 862233 w 5734864"/>
              <a:gd name="connsiteY11" fmla="*/ 998041 h 6858000"/>
              <a:gd name="connsiteX12" fmla="*/ 853665 w 5734864"/>
              <a:gd name="connsiteY12" fmla="*/ 1004750 h 6858000"/>
              <a:gd name="connsiteX13" fmla="*/ 846695 w 5734864"/>
              <a:gd name="connsiteY13" fmla="*/ 1035077 h 6858000"/>
              <a:gd name="connsiteX14" fmla="*/ 847865 w 5734864"/>
              <a:gd name="connsiteY14" fmla="*/ 1070795 h 6858000"/>
              <a:gd name="connsiteX15" fmla="*/ 862786 w 5734864"/>
              <a:gd name="connsiteY15" fmla="*/ 1238994 h 6858000"/>
              <a:gd name="connsiteX16" fmla="*/ 859345 w 5734864"/>
              <a:gd name="connsiteY16" fmla="*/ 1380427 h 6858000"/>
              <a:gd name="connsiteX17" fmla="*/ 855172 w 5734864"/>
              <a:gd name="connsiteY17" fmla="*/ 1435262 h 6858000"/>
              <a:gd name="connsiteX18" fmla="*/ 860494 w 5734864"/>
              <a:gd name="connsiteY18" fmla="*/ 1453861 h 6858000"/>
              <a:gd name="connsiteX19" fmla="*/ 853731 w 5734864"/>
              <a:gd name="connsiteY19" fmla="*/ 1467047 h 6858000"/>
              <a:gd name="connsiteX20" fmla="*/ 845847 w 5734864"/>
              <a:gd name="connsiteY20" fmla="*/ 1502307 h 6858000"/>
              <a:gd name="connsiteX21" fmla="*/ 817613 w 5734864"/>
              <a:gd name="connsiteY21" fmla="*/ 1565166 h 6858000"/>
              <a:gd name="connsiteX22" fmla="*/ 804223 w 5734864"/>
              <a:gd name="connsiteY22" fmla="*/ 1601941 h 6858000"/>
              <a:gd name="connsiteX23" fmla="*/ 791773 w 5734864"/>
              <a:gd name="connsiteY23" fmla="*/ 1627005 h 6858000"/>
              <a:gd name="connsiteX24" fmla="*/ 774645 w 5734864"/>
              <a:gd name="connsiteY24" fmla="*/ 1699922 h 6858000"/>
              <a:gd name="connsiteX25" fmla="*/ 752343 w 5734864"/>
              <a:gd name="connsiteY25" fmla="*/ 1824604 h 6858000"/>
              <a:gd name="connsiteX26" fmla="*/ 746254 w 5734864"/>
              <a:gd name="connsiteY26" fmla="*/ 1850222 h 6858000"/>
              <a:gd name="connsiteX27" fmla="*/ 728600 w 5734864"/>
              <a:gd name="connsiteY27" fmla="*/ 1869603 h 6858000"/>
              <a:gd name="connsiteX28" fmla="*/ 724396 w 5734864"/>
              <a:gd name="connsiteY28" fmla="*/ 1883104 h 6858000"/>
              <a:gd name="connsiteX29" fmla="*/ 722165 w 5734864"/>
              <a:gd name="connsiteY29" fmla="*/ 1885924 h 6858000"/>
              <a:gd name="connsiteX30" fmla="*/ 721338 w 5734864"/>
              <a:gd name="connsiteY30" fmla="*/ 1887123 h 6858000"/>
              <a:gd name="connsiteX31" fmla="*/ 714840 w 5734864"/>
              <a:gd name="connsiteY31" fmla="*/ 1902274 h 6858000"/>
              <a:gd name="connsiteX32" fmla="*/ 722847 w 5734864"/>
              <a:gd name="connsiteY32" fmla="*/ 1929891 h 6858000"/>
              <a:gd name="connsiteX33" fmla="*/ 714660 w 5734864"/>
              <a:gd name="connsiteY33" fmla="*/ 1982709 h 6858000"/>
              <a:gd name="connsiteX34" fmla="*/ 710759 w 5734864"/>
              <a:gd name="connsiteY34" fmla="*/ 2013010 h 6858000"/>
              <a:gd name="connsiteX35" fmla="*/ 697927 w 5734864"/>
              <a:gd name="connsiteY35" fmla="*/ 2069833 h 6858000"/>
              <a:gd name="connsiteX36" fmla="*/ 693594 w 5734864"/>
              <a:gd name="connsiteY36" fmla="*/ 2103731 h 6858000"/>
              <a:gd name="connsiteX37" fmla="*/ 691109 w 5734864"/>
              <a:gd name="connsiteY37" fmla="*/ 2124027 h 6858000"/>
              <a:gd name="connsiteX38" fmla="*/ 676593 w 5734864"/>
              <a:gd name="connsiteY38" fmla="*/ 2176182 h 6858000"/>
              <a:gd name="connsiteX39" fmla="*/ 633227 w 5734864"/>
              <a:gd name="connsiteY39" fmla="*/ 2258036 h 6858000"/>
              <a:gd name="connsiteX40" fmla="*/ 625564 w 5734864"/>
              <a:gd name="connsiteY40" fmla="*/ 2284567 h 6858000"/>
              <a:gd name="connsiteX41" fmla="*/ 627074 w 5734864"/>
              <a:gd name="connsiteY41" fmla="*/ 2289605 h 6858000"/>
              <a:gd name="connsiteX42" fmla="*/ 614574 w 5734864"/>
              <a:gd name="connsiteY42" fmla="*/ 2308717 h 6858000"/>
              <a:gd name="connsiteX43" fmla="*/ 606890 w 5734864"/>
              <a:gd name="connsiteY43" fmla="*/ 2320662 h 6858000"/>
              <a:gd name="connsiteX44" fmla="*/ 605558 w 5734864"/>
              <a:gd name="connsiteY44" fmla="*/ 2327897 h 6858000"/>
              <a:gd name="connsiteX45" fmla="*/ 602202 w 5734864"/>
              <a:gd name="connsiteY45" fmla="*/ 2357749 h 6858000"/>
              <a:gd name="connsiteX46" fmla="*/ 600213 w 5734864"/>
              <a:gd name="connsiteY46" fmla="*/ 2364905 h 6858000"/>
              <a:gd name="connsiteX47" fmla="*/ 597160 w 5734864"/>
              <a:gd name="connsiteY47" fmla="*/ 2388351 h 6858000"/>
              <a:gd name="connsiteX48" fmla="*/ 597982 w 5734864"/>
              <a:gd name="connsiteY48" fmla="*/ 2402296 h 6858000"/>
              <a:gd name="connsiteX49" fmla="*/ 593150 w 5734864"/>
              <a:gd name="connsiteY49" fmla="*/ 2420015 h 6858000"/>
              <a:gd name="connsiteX50" fmla="*/ 592833 w 5734864"/>
              <a:gd name="connsiteY50" fmla="*/ 2422749 h 6858000"/>
              <a:gd name="connsiteX51" fmla="*/ 594479 w 5734864"/>
              <a:gd name="connsiteY51" fmla="*/ 2426002 h 6858000"/>
              <a:gd name="connsiteX52" fmla="*/ 591963 w 5734864"/>
              <a:gd name="connsiteY52" fmla="*/ 2431950 h 6858000"/>
              <a:gd name="connsiteX53" fmla="*/ 591544 w 5734864"/>
              <a:gd name="connsiteY53" fmla="*/ 2433897 h 6858000"/>
              <a:gd name="connsiteX54" fmla="*/ 589519 w 5734864"/>
              <a:gd name="connsiteY54" fmla="*/ 2451398 h 6858000"/>
              <a:gd name="connsiteX55" fmla="*/ 590037 w 5734864"/>
              <a:gd name="connsiteY55" fmla="*/ 2455536 h 6858000"/>
              <a:gd name="connsiteX56" fmla="*/ 588179 w 5734864"/>
              <a:gd name="connsiteY56" fmla="*/ 2462981 h 6858000"/>
              <a:gd name="connsiteX57" fmla="*/ 583434 w 5734864"/>
              <a:gd name="connsiteY57" fmla="*/ 2503991 h 6858000"/>
              <a:gd name="connsiteX58" fmla="*/ 567942 w 5734864"/>
              <a:gd name="connsiteY58" fmla="*/ 2652936 h 6858000"/>
              <a:gd name="connsiteX59" fmla="*/ 573869 w 5734864"/>
              <a:gd name="connsiteY59" fmla="*/ 2670188 h 6858000"/>
              <a:gd name="connsiteX60" fmla="*/ 575243 w 5734864"/>
              <a:gd name="connsiteY60" fmla="*/ 2688114 h 6858000"/>
              <a:gd name="connsiteX61" fmla="*/ 573824 w 5734864"/>
              <a:gd name="connsiteY61" fmla="*/ 2689856 h 6858000"/>
              <a:gd name="connsiteX62" fmla="*/ 570699 w 5734864"/>
              <a:gd name="connsiteY62" fmla="*/ 2709353 h 6858000"/>
              <a:gd name="connsiteX63" fmla="*/ 573192 w 5734864"/>
              <a:gd name="connsiteY63" fmla="*/ 2714527 h 6858000"/>
              <a:gd name="connsiteX64" fmla="*/ 572044 w 5734864"/>
              <a:gd name="connsiteY64" fmla="*/ 2728187 h 6858000"/>
              <a:gd name="connsiteX65" fmla="*/ 572465 w 5734864"/>
              <a:gd name="connsiteY65" fmla="*/ 2755863 h 6858000"/>
              <a:gd name="connsiteX66" fmla="*/ 570028 w 5734864"/>
              <a:gd name="connsiteY66" fmla="*/ 2760324 h 6858000"/>
              <a:gd name="connsiteX67" fmla="*/ 566748 w 5734864"/>
              <a:gd name="connsiteY67" fmla="*/ 2800948 h 6858000"/>
              <a:gd name="connsiteX68" fmla="*/ 565509 w 5734864"/>
              <a:gd name="connsiteY68" fmla="*/ 2801167 h 6858000"/>
              <a:gd name="connsiteX69" fmla="*/ 559367 w 5734864"/>
              <a:gd name="connsiteY69" fmla="*/ 2811129 h 6858000"/>
              <a:gd name="connsiteX70" fmla="*/ 550354 w 5734864"/>
              <a:gd name="connsiteY70" fmla="*/ 2830949 h 6858000"/>
              <a:gd name="connsiteX71" fmla="*/ 514795 w 5734864"/>
              <a:gd name="connsiteY71" fmla="*/ 2872433 h 6858000"/>
              <a:gd name="connsiteX72" fmla="*/ 509875 w 5734864"/>
              <a:gd name="connsiteY72" fmla="*/ 2923099 h 6858000"/>
              <a:gd name="connsiteX73" fmla="*/ 509577 w 5734864"/>
              <a:gd name="connsiteY73" fmla="*/ 2923197 h 6858000"/>
              <a:gd name="connsiteX74" fmla="*/ 507597 w 5734864"/>
              <a:gd name="connsiteY74" fmla="*/ 2931868 h 6858000"/>
              <a:gd name="connsiteX75" fmla="*/ 507379 w 5734864"/>
              <a:gd name="connsiteY75" fmla="*/ 2938322 h 6858000"/>
              <a:gd name="connsiteX76" fmla="*/ 504725 w 5734864"/>
              <a:gd name="connsiteY76" fmla="*/ 2954519 h 6858000"/>
              <a:gd name="connsiteX77" fmla="*/ 502018 w 5734864"/>
              <a:gd name="connsiteY77" fmla="*/ 2959643 h 6858000"/>
              <a:gd name="connsiteX78" fmla="*/ 498360 w 5734864"/>
              <a:gd name="connsiteY78" fmla="*/ 2961019 h 6858000"/>
              <a:gd name="connsiteX79" fmla="*/ 498483 w 5734864"/>
              <a:gd name="connsiteY79" fmla="*/ 2962590 h 6858000"/>
              <a:gd name="connsiteX80" fmla="*/ 484403 w 5734864"/>
              <a:gd name="connsiteY80" fmla="*/ 2990538 h 6858000"/>
              <a:gd name="connsiteX81" fmla="*/ 463075 w 5734864"/>
              <a:gd name="connsiteY81" fmla="*/ 3055956 h 6858000"/>
              <a:gd name="connsiteX82" fmla="*/ 455013 w 5734864"/>
              <a:gd name="connsiteY82" fmla="*/ 3094482 h 6858000"/>
              <a:gd name="connsiteX83" fmla="*/ 428391 w 5734864"/>
              <a:gd name="connsiteY83" fmla="*/ 3198850 h 6858000"/>
              <a:gd name="connsiteX84" fmla="*/ 401440 w 5734864"/>
              <a:gd name="connsiteY84" fmla="*/ 3307560 h 6858000"/>
              <a:gd name="connsiteX85" fmla="*/ 386076 w 5734864"/>
              <a:gd name="connsiteY85" fmla="*/ 3373943 h 6858000"/>
              <a:gd name="connsiteX86" fmla="*/ 374726 w 5734864"/>
              <a:gd name="connsiteY86" fmla="*/ 3381364 h 6858000"/>
              <a:gd name="connsiteX87" fmla="*/ 369145 w 5734864"/>
              <a:gd name="connsiteY87" fmla="*/ 3383729 h 6858000"/>
              <a:gd name="connsiteX88" fmla="*/ 364294 w 5734864"/>
              <a:gd name="connsiteY88" fmla="*/ 3414159 h 6858000"/>
              <a:gd name="connsiteX89" fmla="*/ 366450 w 5734864"/>
              <a:gd name="connsiteY89" fmla="*/ 3436925 h 6858000"/>
              <a:gd name="connsiteX90" fmla="*/ 351743 w 5734864"/>
              <a:gd name="connsiteY90" fmla="*/ 3521619 h 6858000"/>
              <a:gd name="connsiteX91" fmla="*/ 345784 w 5734864"/>
              <a:gd name="connsiteY91" fmla="*/ 3603757 h 6858000"/>
              <a:gd name="connsiteX92" fmla="*/ 344198 w 5734864"/>
              <a:gd name="connsiteY92" fmla="*/ 3652424 h 6858000"/>
              <a:gd name="connsiteX93" fmla="*/ 352450 w 5734864"/>
              <a:gd name="connsiteY93" fmla="*/ 3665222 h 6858000"/>
              <a:gd name="connsiteX94" fmla="*/ 342621 w 5734864"/>
              <a:gd name="connsiteY94" fmla="*/ 3700804 h 6858000"/>
              <a:gd name="connsiteX95" fmla="*/ 341514 w 5734864"/>
              <a:gd name="connsiteY95" fmla="*/ 3734774 h 6858000"/>
              <a:gd name="connsiteX96" fmla="*/ 340607 w 5734864"/>
              <a:gd name="connsiteY96" fmla="*/ 3785153 h 6858000"/>
              <a:gd name="connsiteX97" fmla="*/ 340707 w 5734864"/>
              <a:gd name="connsiteY97" fmla="*/ 3788177 h 6858000"/>
              <a:gd name="connsiteX98" fmla="*/ 340361 w 5734864"/>
              <a:gd name="connsiteY98" fmla="*/ 3798803 h 6858000"/>
              <a:gd name="connsiteX99" fmla="*/ 339642 w 5734864"/>
              <a:gd name="connsiteY99" fmla="*/ 3838750 h 6858000"/>
              <a:gd name="connsiteX100" fmla="*/ 360295 w 5734864"/>
              <a:gd name="connsiteY100" fmla="*/ 4015196 h 6858000"/>
              <a:gd name="connsiteX101" fmla="*/ 339043 w 5734864"/>
              <a:gd name="connsiteY101" fmla="*/ 4052778 h 6858000"/>
              <a:gd name="connsiteX102" fmla="*/ 339343 w 5734864"/>
              <a:gd name="connsiteY102" fmla="*/ 4096257 h 6858000"/>
              <a:gd name="connsiteX103" fmla="*/ 340786 w 5734864"/>
              <a:gd name="connsiteY103" fmla="*/ 4321136 h 6858000"/>
              <a:gd name="connsiteX104" fmla="*/ 343158 w 5734864"/>
              <a:gd name="connsiteY104" fmla="*/ 4429174 h 6858000"/>
              <a:gd name="connsiteX105" fmla="*/ 334599 w 5734864"/>
              <a:gd name="connsiteY105" fmla="*/ 4449938 h 6858000"/>
              <a:gd name="connsiteX106" fmla="*/ 332890 w 5734864"/>
              <a:gd name="connsiteY106" fmla="*/ 4453515 h 6858000"/>
              <a:gd name="connsiteX107" fmla="*/ 331105 w 5734864"/>
              <a:gd name="connsiteY107" fmla="*/ 4467941 h 6858000"/>
              <a:gd name="connsiteX108" fmla="*/ 324289 w 5734864"/>
              <a:gd name="connsiteY108" fmla="*/ 4471861 h 6858000"/>
              <a:gd name="connsiteX109" fmla="*/ 317079 w 5734864"/>
              <a:gd name="connsiteY109" fmla="*/ 4493468 h 6858000"/>
              <a:gd name="connsiteX110" fmla="*/ 315557 w 5734864"/>
              <a:gd name="connsiteY110" fmla="*/ 4520067 h 6858000"/>
              <a:gd name="connsiteX111" fmla="*/ 315240 w 5734864"/>
              <a:gd name="connsiteY111" fmla="*/ 4536872 h 6858000"/>
              <a:gd name="connsiteX112" fmla="*/ 316200 w 5734864"/>
              <a:gd name="connsiteY112" fmla="*/ 4538297 h 6858000"/>
              <a:gd name="connsiteX113" fmla="*/ 317507 w 5734864"/>
              <a:gd name="connsiteY113" fmla="*/ 4547582 h 6858000"/>
              <a:gd name="connsiteX114" fmla="*/ 323078 w 5734864"/>
              <a:gd name="connsiteY114" fmla="*/ 4592102 h 6858000"/>
              <a:gd name="connsiteX115" fmla="*/ 328722 w 5734864"/>
              <a:gd name="connsiteY115" fmla="*/ 4667914 h 6858000"/>
              <a:gd name="connsiteX116" fmla="*/ 335597 w 5734864"/>
              <a:gd name="connsiteY116" fmla="*/ 4695035 h 6858000"/>
              <a:gd name="connsiteX117" fmla="*/ 339485 w 5734864"/>
              <a:gd name="connsiteY117" fmla="*/ 4695979 h 6858000"/>
              <a:gd name="connsiteX118" fmla="*/ 341089 w 5734864"/>
              <a:gd name="connsiteY118" fmla="*/ 4704268 h 6858000"/>
              <a:gd name="connsiteX119" fmla="*/ 342177 w 5734864"/>
              <a:gd name="connsiteY119" fmla="*/ 4706060 h 6858000"/>
              <a:gd name="connsiteX120" fmla="*/ 347751 w 5734864"/>
              <a:gd name="connsiteY120" fmla="*/ 4716754 h 6858000"/>
              <a:gd name="connsiteX121" fmla="*/ 344125 w 5734864"/>
              <a:gd name="connsiteY121" fmla="*/ 4764669 h 6858000"/>
              <a:gd name="connsiteX122" fmla="*/ 340188 w 5734864"/>
              <a:gd name="connsiteY122" fmla="*/ 4779386 h 6858000"/>
              <a:gd name="connsiteX123" fmla="*/ 335146 w 5734864"/>
              <a:gd name="connsiteY123" fmla="*/ 4787491 h 6858000"/>
              <a:gd name="connsiteX124" fmla="*/ 319124 w 5734864"/>
              <a:gd name="connsiteY124" fmla="*/ 4843514 h 6858000"/>
              <a:gd name="connsiteX125" fmla="*/ 305956 w 5734864"/>
              <a:gd name="connsiteY125" fmla="*/ 4881505 h 6858000"/>
              <a:gd name="connsiteX126" fmla="*/ 301062 w 5734864"/>
              <a:gd name="connsiteY126" fmla="*/ 4889332 h 6858000"/>
              <a:gd name="connsiteX127" fmla="*/ 302141 w 5734864"/>
              <a:gd name="connsiteY127" fmla="*/ 4899400 h 6858000"/>
              <a:gd name="connsiteX128" fmla="*/ 304424 w 5734864"/>
              <a:gd name="connsiteY128" fmla="*/ 4902664 h 6858000"/>
              <a:gd name="connsiteX129" fmla="*/ 293123 w 5734864"/>
              <a:gd name="connsiteY129" fmla="*/ 4932769 h 6858000"/>
              <a:gd name="connsiteX130" fmla="*/ 292275 w 5734864"/>
              <a:gd name="connsiteY130" fmla="*/ 4936482 h 6858000"/>
              <a:gd name="connsiteX131" fmla="*/ 288304 w 5734864"/>
              <a:gd name="connsiteY131" fmla="*/ 4962325 h 6858000"/>
              <a:gd name="connsiteX132" fmla="*/ 287420 w 5734864"/>
              <a:gd name="connsiteY132" fmla="*/ 5042193 h 6858000"/>
              <a:gd name="connsiteX133" fmla="*/ 287020 w 5734864"/>
              <a:gd name="connsiteY133" fmla="*/ 5065655 h 6858000"/>
              <a:gd name="connsiteX134" fmla="*/ 288488 w 5734864"/>
              <a:gd name="connsiteY134" fmla="*/ 5082216 h 6858000"/>
              <a:gd name="connsiteX135" fmla="*/ 282763 w 5734864"/>
              <a:gd name="connsiteY135" fmla="*/ 5127114 h 6858000"/>
              <a:gd name="connsiteX136" fmla="*/ 269316 w 5734864"/>
              <a:gd name="connsiteY136" fmla="*/ 5202682 h 6858000"/>
              <a:gd name="connsiteX137" fmla="*/ 269174 w 5734864"/>
              <a:gd name="connsiteY137" fmla="*/ 5230835 h 6858000"/>
              <a:gd name="connsiteX138" fmla="*/ 272679 w 5734864"/>
              <a:gd name="connsiteY138" fmla="*/ 5232660 h 6858000"/>
              <a:gd name="connsiteX139" fmla="*/ 272160 w 5734864"/>
              <a:gd name="connsiteY139" fmla="*/ 5241150 h 6858000"/>
              <a:gd name="connsiteX140" fmla="*/ 272760 w 5734864"/>
              <a:gd name="connsiteY140" fmla="*/ 5243156 h 6858000"/>
              <a:gd name="connsiteX141" fmla="*/ 275462 w 5734864"/>
              <a:gd name="connsiteY141" fmla="*/ 5254919 h 6858000"/>
              <a:gd name="connsiteX142" fmla="*/ 262897 w 5734864"/>
              <a:gd name="connsiteY142" fmla="*/ 5286259 h 6858000"/>
              <a:gd name="connsiteX143" fmla="*/ 252761 w 5734864"/>
              <a:gd name="connsiteY143" fmla="*/ 5357801 h 6858000"/>
              <a:gd name="connsiteX144" fmla="*/ 242360 w 5734864"/>
              <a:gd name="connsiteY144" fmla="*/ 5460080 h 6858000"/>
              <a:gd name="connsiteX145" fmla="*/ 229880 w 5734864"/>
              <a:gd name="connsiteY145" fmla="*/ 5539714 h 6858000"/>
              <a:gd name="connsiteX146" fmla="*/ 204283 w 5734864"/>
              <a:gd name="connsiteY146" fmla="*/ 5639080 h 6858000"/>
              <a:gd name="connsiteX147" fmla="*/ 198948 w 5734864"/>
              <a:gd name="connsiteY147" fmla="*/ 5710958 h 6858000"/>
              <a:gd name="connsiteX148" fmla="*/ 192367 w 5734864"/>
              <a:gd name="connsiteY148" fmla="*/ 5719859 h 6858000"/>
              <a:gd name="connsiteX149" fmla="*/ 188035 w 5734864"/>
              <a:gd name="connsiteY149" fmla="*/ 5729935 h 6858000"/>
              <a:gd name="connsiteX150" fmla="*/ 188428 w 5734864"/>
              <a:gd name="connsiteY150" fmla="*/ 5731182 h 6858000"/>
              <a:gd name="connsiteX151" fmla="*/ 181635 w 5734864"/>
              <a:gd name="connsiteY151" fmla="*/ 5753538 h 6858000"/>
              <a:gd name="connsiteX152" fmla="*/ 169744 w 5734864"/>
              <a:gd name="connsiteY152" fmla="*/ 5796307 h 6858000"/>
              <a:gd name="connsiteX153" fmla="*/ 170351 w 5734864"/>
              <a:gd name="connsiteY153" fmla="*/ 5796644 h 6858000"/>
              <a:gd name="connsiteX154" fmla="*/ 171559 w 5734864"/>
              <a:gd name="connsiteY154" fmla="*/ 5803435 h 6858000"/>
              <a:gd name="connsiteX155" fmla="*/ 172284 w 5734864"/>
              <a:gd name="connsiteY155" fmla="*/ 5816391 h 6858000"/>
              <a:gd name="connsiteX156" fmla="*/ 182542 w 5734864"/>
              <a:gd name="connsiteY156" fmla="*/ 5846382 h 6858000"/>
              <a:gd name="connsiteX157" fmla="*/ 175877 w 5734864"/>
              <a:gd name="connsiteY157" fmla="*/ 5871336 h 6858000"/>
              <a:gd name="connsiteX158" fmla="*/ 174910 w 5734864"/>
              <a:gd name="connsiteY158" fmla="*/ 5876376 h 6858000"/>
              <a:gd name="connsiteX159" fmla="*/ 175047 w 5734864"/>
              <a:gd name="connsiteY159" fmla="*/ 5876483 h 6858000"/>
              <a:gd name="connsiteX160" fmla="*/ 174335 w 5734864"/>
              <a:gd name="connsiteY160" fmla="*/ 5881814 h 6858000"/>
              <a:gd name="connsiteX161" fmla="*/ 171273 w 5734864"/>
              <a:gd name="connsiteY161" fmla="*/ 5895339 h 6858000"/>
              <a:gd name="connsiteX162" fmla="*/ 171658 w 5734864"/>
              <a:gd name="connsiteY162" fmla="*/ 5898749 h 6858000"/>
              <a:gd name="connsiteX163" fmla="*/ 174658 w 5734864"/>
              <a:gd name="connsiteY163" fmla="*/ 5919558 h 6858000"/>
              <a:gd name="connsiteX164" fmla="*/ 169099 w 5734864"/>
              <a:gd name="connsiteY164" fmla="*/ 5984417 h 6858000"/>
              <a:gd name="connsiteX165" fmla="*/ 162007 w 5734864"/>
              <a:gd name="connsiteY165" fmla="*/ 6049043 h 6858000"/>
              <a:gd name="connsiteX166" fmla="*/ 156875 w 5734864"/>
              <a:gd name="connsiteY166" fmla="*/ 6114000 h 6858000"/>
              <a:gd name="connsiteX167" fmla="*/ 165441 w 5734864"/>
              <a:gd name="connsiteY167" fmla="*/ 6146938 h 6858000"/>
              <a:gd name="connsiteX168" fmla="*/ 165177 w 5734864"/>
              <a:gd name="connsiteY168" fmla="*/ 6150658 h 6858000"/>
              <a:gd name="connsiteX169" fmla="*/ 161772 w 5734864"/>
              <a:gd name="connsiteY169" fmla="*/ 6160011 h 6858000"/>
              <a:gd name="connsiteX170" fmla="*/ 160051 w 5734864"/>
              <a:gd name="connsiteY170" fmla="*/ 6163393 h 6858000"/>
              <a:gd name="connsiteX171" fmla="*/ 158473 w 5734864"/>
              <a:gd name="connsiteY171" fmla="*/ 6168628 h 6858000"/>
              <a:gd name="connsiteX172" fmla="*/ 158573 w 5734864"/>
              <a:gd name="connsiteY172" fmla="*/ 6168799 h 6858000"/>
              <a:gd name="connsiteX173" fmla="*/ 146463 w 5734864"/>
              <a:gd name="connsiteY173" fmla="*/ 6196671 h 6858000"/>
              <a:gd name="connsiteX174" fmla="*/ 150209 w 5734864"/>
              <a:gd name="connsiteY174" fmla="*/ 6232365 h 6858000"/>
              <a:gd name="connsiteX175" fmla="*/ 148544 w 5734864"/>
              <a:gd name="connsiteY175" fmla="*/ 6246162 h 6858000"/>
              <a:gd name="connsiteX176" fmla="*/ 148403 w 5734864"/>
              <a:gd name="connsiteY176" fmla="*/ 6253754 h 6858000"/>
              <a:gd name="connsiteX177" fmla="*/ 138880 w 5734864"/>
              <a:gd name="connsiteY177" fmla="*/ 6276449 h 6858000"/>
              <a:gd name="connsiteX178" fmla="*/ 138683 w 5734864"/>
              <a:gd name="connsiteY178" fmla="*/ 6279721 h 6858000"/>
              <a:gd name="connsiteX179" fmla="*/ 130721 w 5734864"/>
              <a:gd name="connsiteY179" fmla="*/ 6293675 h 6858000"/>
              <a:gd name="connsiteX180" fmla="*/ 120717 w 5734864"/>
              <a:gd name="connsiteY180" fmla="*/ 6313967 h 6858000"/>
              <a:gd name="connsiteX181" fmla="*/ 120841 w 5734864"/>
              <a:gd name="connsiteY181" fmla="*/ 6315437 h 6858000"/>
              <a:gd name="connsiteX182" fmla="*/ 115208 w 5734864"/>
              <a:gd name="connsiteY182" fmla="*/ 6324024 h 6858000"/>
              <a:gd name="connsiteX183" fmla="*/ 101217 w 5734864"/>
              <a:gd name="connsiteY183" fmla="*/ 6365923 h 6858000"/>
              <a:gd name="connsiteX184" fmla="*/ 74946 w 5734864"/>
              <a:gd name="connsiteY184" fmla="*/ 6556817 h 6858000"/>
              <a:gd name="connsiteX185" fmla="*/ 16001 w 5734864"/>
              <a:gd name="connsiteY185" fmla="*/ 6808678 h 6858000"/>
              <a:gd name="connsiteX186" fmla="*/ 0 w 5734864"/>
              <a:gd name="connsiteY186" fmla="*/ 6858000 h 6858000"/>
              <a:gd name="connsiteX187" fmla="*/ 5734864 w 5734864"/>
              <a:gd name="connsiteY187" fmla="*/ 6858000 h 6858000"/>
              <a:gd name="connsiteX188" fmla="*/ 5734864 w 5734864"/>
              <a:gd name="connsiteY188" fmla="*/ 0 h 6858000"/>
              <a:gd name="connsiteX0" fmla="*/ 5734864 w 5734864"/>
              <a:gd name="connsiteY0" fmla="*/ 0 h 6858000"/>
              <a:gd name="connsiteX1" fmla="*/ 771611 w 5734864"/>
              <a:gd name="connsiteY1" fmla="*/ 0 h 6858000"/>
              <a:gd name="connsiteX2" fmla="*/ 771679 w 5734864"/>
              <a:gd name="connsiteY2" fmla="*/ 49108 h 6858000"/>
              <a:gd name="connsiteX3" fmla="*/ 794248 w 5734864"/>
              <a:gd name="connsiteY3" fmla="*/ 200968 h 6858000"/>
              <a:gd name="connsiteX4" fmla="*/ 801749 w 5734864"/>
              <a:gd name="connsiteY4" fmla="*/ 414071 h 6858000"/>
              <a:gd name="connsiteX5" fmla="*/ 818548 w 5734864"/>
              <a:gd name="connsiteY5" fmla="*/ 585467 h 6858000"/>
              <a:gd name="connsiteX6" fmla="*/ 857476 w 5734864"/>
              <a:gd name="connsiteY6" fmla="*/ 800623 h 6858000"/>
              <a:gd name="connsiteX7" fmla="*/ 851083 w 5734864"/>
              <a:gd name="connsiteY7" fmla="*/ 878903 h 6858000"/>
              <a:gd name="connsiteX8" fmla="*/ 873564 w 5734864"/>
              <a:gd name="connsiteY8" fmla="*/ 943826 h 6858000"/>
              <a:gd name="connsiteX9" fmla="*/ 864705 w 5734864"/>
              <a:gd name="connsiteY9" fmla="*/ 973328 h 6858000"/>
              <a:gd name="connsiteX10" fmla="*/ 862869 w 5734864"/>
              <a:gd name="connsiteY10" fmla="*/ 978457 h 6858000"/>
              <a:gd name="connsiteX11" fmla="*/ 862233 w 5734864"/>
              <a:gd name="connsiteY11" fmla="*/ 998041 h 6858000"/>
              <a:gd name="connsiteX12" fmla="*/ 853665 w 5734864"/>
              <a:gd name="connsiteY12" fmla="*/ 1004750 h 6858000"/>
              <a:gd name="connsiteX13" fmla="*/ 847865 w 5734864"/>
              <a:gd name="connsiteY13" fmla="*/ 1070795 h 6858000"/>
              <a:gd name="connsiteX14" fmla="*/ 862786 w 5734864"/>
              <a:gd name="connsiteY14" fmla="*/ 1238994 h 6858000"/>
              <a:gd name="connsiteX15" fmla="*/ 859345 w 5734864"/>
              <a:gd name="connsiteY15" fmla="*/ 1380427 h 6858000"/>
              <a:gd name="connsiteX16" fmla="*/ 855172 w 5734864"/>
              <a:gd name="connsiteY16" fmla="*/ 1435262 h 6858000"/>
              <a:gd name="connsiteX17" fmla="*/ 860494 w 5734864"/>
              <a:gd name="connsiteY17" fmla="*/ 1453861 h 6858000"/>
              <a:gd name="connsiteX18" fmla="*/ 853731 w 5734864"/>
              <a:gd name="connsiteY18" fmla="*/ 1467047 h 6858000"/>
              <a:gd name="connsiteX19" fmla="*/ 845847 w 5734864"/>
              <a:gd name="connsiteY19" fmla="*/ 1502307 h 6858000"/>
              <a:gd name="connsiteX20" fmla="*/ 817613 w 5734864"/>
              <a:gd name="connsiteY20" fmla="*/ 1565166 h 6858000"/>
              <a:gd name="connsiteX21" fmla="*/ 804223 w 5734864"/>
              <a:gd name="connsiteY21" fmla="*/ 1601941 h 6858000"/>
              <a:gd name="connsiteX22" fmla="*/ 791773 w 5734864"/>
              <a:gd name="connsiteY22" fmla="*/ 1627005 h 6858000"/>
              <a:gd name="connsiteX23" fmla="*/ 774645 w 5734864"/>
              <a:gd name="connsiteY23" fmla="*/ 1699922 h 6858000"/>
              <a:gd name="connsiteX24" fmla="*/ 752343 w 5734864"/>
              <a:gd name="connsiteY24" fmla="*/ 1824604 h 6858000"/>
              <a:gd name="connsiteX25" fmla="*/ 746254 w 5734864"/>
              <a:gd name="connsiteY25" fmla="*/ 1850222 h 6858000"/>
              <a:gd name="connsiteX26" fmla="*/ 728600 w 5734864"/>
              <a:gd name="connsiteY26" fmla="*/ 1869603 h 6858000"/>
              <a:gd name="connsiteX27" fmla="*/ 724396 w 5734864"/>
              <a:gd name="connsiteY27" fmla="*/ 1883104 h 6858000"/>
              <a:gd name="connsiteX28" fmla="*/ 722165 w 5734864"/>
              <a:gd name="connsiteY28" fmla="*/ 1885924 h 6858000"/>
              <a:gd name="connsiteX29" fmla="*/ 721338 w 5734864"/>
              <a:gd name="connsiteY29" fmla="*/ 1887123 h 6858000"/>
              <a:gd name="connsiteX30" fmla="*/ 714840 w 5734864"/>
              <a:gd name="connsiteY30" fmla="*/ 1902274 h 6858000"/>
              <a:gd name="connsiteX31" fmla="*/ 722847 w 5734864"/>
              <a:gd name="connsiteY31" fmla="*/ 1929891 h 6858000"/>
              <a:gd name="connsiteX32" fmla="*/ 714660 w 5734864"/>
              <a:gd name="connsiteY32" fmla="*/ 1982709 h 6858000"/>
              <a:gd name="connsiteX33" fmla="*/ 710759 w 5734864"/>
              <a:gd name="connsiteY33" fmla="*/ 2013010 h 6858000"/>
              <a:gd name="connsiteX34" fmla="*/ 697927 w 5734864"/>
              <a:gd name="connsiteY34" fmla="*/ 2069833 h 6858000"/>
              <a:gd name="connsiteX35" fmla="*/ 693594 w 5734864"/>
              <a:gd name="connsiteY35" fmla="*/ 2103731 h 6858000"/>
              <a:gd name="connsiteX36" fmla="*/ 691109 w 5734864"/>
              <a:gd name="connsiteY36" fmla="*/ 2124027 h 6858000"/>
              <a:gd name="connsiteX37" fmla="*/ 676593 w 5734864"/>
              <a:gd name="connsiteY37" fmla="*/ 2176182 h 6858000"/>
              <a:gd name="connsiteX38" fmla="*/ 633227 w 5734864"/>
              <a:gd name="connsiteY38" fmla="*/ 2258036 h 6858000"/>
              <a:gd name="connsiteX39" fmla="*/ 625564 w 5734864"/>
              <a:gd name="connsiteY39" fmla="*/ 2284567 h 6858000"/>
              <a:gd name="connsiteX40" fmla="*/ 627074 w 5734864"/>
              <a:gd name="connsiteY40" fmla="*/ 2289605 h 6858000"/>
              <a:gd name="connsiteX41" fmla="*/ 614574 w 5734864"/>
              <a:gd name="connsiteY41" fmla="*/ 2308717 h 6858000"/>
              <a:gd name="connsiteX42" fmla="*/ 606890 w 5734864"/>
              <a:gd name="connsiteY42" fmla="*/ 2320662 h 6858000"/>
              <a:gd name="connsiteX43" fmla="*/ 605558 w 5734864"/>
              <a:gd name="connsiteY43" fmla="*/ 2327897 h 6858000"/>
              <a:gd name="connsiteX44" fmla="*/ 602202 w 5734864"/>
              <a:gd name="connsiteY44" fmla="*/ 2357749 h 6858000"/>
              <a:gd name="connsiteX45" fmla="*/ 600213 w 5734864"/>
              <a:gd name="connsiteY45" fmla="*/ 2364905 h 6858000"/>
              <a:gd name="connsiteX46" fmla="*/ 597160 w 5734864"/>
              <a:gd name="connsiteY46" fmla="*/ 2388351 h 6858000"/>
              <a:gd name="connsiteX47" fmla="*/ 597982 w 5734864"/>
              <a:gd name="connsiteY47" fmla="*/ 2402296 h 6858000"/>
              <a:gd name="connsiteX48" fmla="*/ 593150 w 5734864"/>
              <a:gd name="connsiteY48" fmla="*/ 2420015 h 6858000"/>
              <a:gd name="connsiteX49" fmla="*/ 592833 w 5734864"/>
              <a:gd name="connsiteY49" fmla="*/ 2422749 h 6858000"/>
              <a:gd name="connsiteX50" fmla="*/ 594479 w 5734864"/>
              <a:gd name="connsiteY50" fmla="*/ 2426002 h 6858000"/>
              <a:gd name="connsiteX51" fmla="*/ 591963 w 5734864"/>
              <a:gd name="connsiteY51" fmla="*/ 2431950 h 6858000"/>
              <a:gd name="connsiteX52" fmla="*/ 591544 w 5734864"/>
              <a:gd name="connsiteY52" fmla="*/ 2433897 h 6858000"/>
              <a:gd name="connsiteX53" fmla="*/ 589519 w 5734864"/>
              <a:gd name="connsiteY53" fmla="*/ 2451398 h 6858000"/>
              <a:gd name="connsiteX54" fmla="*/ 590037 w 5734864"/>
              <a:gd name="connsiteY54" fmla="*/ 2455536 h 6858000"/>
              <a:gd name="connsiteX55" fmla="*/ 588179 w 5734864"/>
              <a:gd name="connsiteY55" fmla="*/ 2462981 h 6858000"/>
              <a:gd name="connsiteX56" fmla="*/ 583434 w 5734864"/>
              <a:gd name="connsiteY56" fmla="*/ 2503991 h 6858000"/>
              <a:gd name="connsiteX57" fmla="*/ 567942 w 5734864"/>
              <a:gd name="connsiteY57" fmla="*/ 2652936 h 6858000"/>
              <a:gd name="connsiteX58" fmla="*/ 573869 w 5734864"/>
              <a:gd name="connsiteY58" fmla="*/ 2670188 h 6858000"/>
              <a:gd name="connsiteX59" fmla="*/ 575243 w 5734864"/>
              <a:gd name="connsiteY59" fmla="*/ 2688114 h 6858000"/>
              <a:gd name="connsiteX60" fmla="*/ 573824 w 5734864"/>
              <a:gd name="connsiteY60" fmla="*/ 2689856 h 6858000"/>
              <a:gd name="connsiteX61" fmla="*/ 570699 w 5734864"/>
              <a:gd name="connsiteY61" fmla="*/ 2709353 h 6858000"/>
              <a:gd name="connsiteX62" fmla="*/ 573192 w 5734864"/>
              <a:gd name="connsiteY62" fmla="*/ 2714527 h 6858000"/>
              <a:gd name="connsiteX63" fmla="*/ 572044 w 5734864"/>
              <a:gd name="connsiteY63" fmla="*/ 2728187 h 6858000"/>
              <a:gd name="connsiteX64" fmla="*/ 572465 w 5734864"/>
              <a:gd name="connsiteY64" fmla="*/ 2755863 h 6858000"/>
              <a:gd name="connsiteX65" fmla="*/ 570028 w 5734864"/>
              <a:gd name="connsiteY65" fmla="*/ 2760324 h 6858000"/>
              <a:gd name="connsiteX66" fmla="*/ 566748 w 5734864"/>
              <a:gd name="connsiteY66" fmla="*/ 2800948 h 6858000"/>
              <a:gd name="connsiteX67" fmla="*/ 565509 w 5734864"/>
              <a:gd name="connsiteY67" fmla="*/ 2801167 h 6858000"/>
              <a:gd name="connsiteX68" fmla="*/ 559367 w 5734864"/>
              <a:gd name="connsiteY68" fmla="*/ 2811129 h 6858000"/>
              <a:gd name="connsiteX69" fmla="*/ 550354 w 5734864"/>
              <a:gd name="connsiteY69" fmla="*/ 2830949 h 6858000"/>
              <a:gd name="connsiteX70" fmla="*/ 514795 w 5734864"/>
              <a:gd name="connsiteY70" fmla="*/ 2872433 h 6858000"/>
              <a:gd name="connsiteX71" fmla="*/ 509875 w 5734864"/>
              <a:gd name="connsiteY71" fmla="*/ 2923099 h 6858000"/>
              <a:gd name="connsiteX72" fmla="*/ 509577 w 5734864"/>
              <a:gd name="connsiteY72" fmla="*/ 2923197 h 6858000"/>
              <a:gd name="connsiteX73" fmla="*/ 507597 w 5734864"/>
              <a:gd name="connsiteY73" fmla="*/ 2931868 h 6858000"/>
              <a:gd name="connsiteX74" fmla="*/ 507379 w 5734864"/>
              <a:gd name="connsiteY74" fmla="*/ 2938322 h 6858000"/>
              <a:gd name="connsiteX75" fmla="*/ 504725 w 5734864"/>
              <a:gd name="connsiteY75" fmla="*/ 2954519 h 6858000"/>
              <a:gd name="connsiteX76" fmla="*/ 502018 w 5734864"/>
              <a:gd name="connsiteY76" fmla="*/ 2959643 h 6858000"/>
              <a:gd name="connsiteX77" fmla="*/ 498360 w 5734864"/>
              <a:gd name="connsiteY77" fmla="*/ 2961019 h 6858000"/>
              <a:gd name="connsiteX78" fmla="*/ 498483 w 5734864"/>
              <a:gd name="connsiteY78" fmla="*/ 2962590 h 6858000"/>
              <a:gd name="connsiteX79" fmla="*/ 484403 w 5734864"/>
              <a:gd name="connsiteY79" fmla="*/ 2990538 h 6858000"/>
              <a:gd name="connsiteX80" fmla="*/ 463075 w 5734864"/>
              <a:gd name="connsiteY80" fmla="*/ 3055956 h 6858000"/>
              <a:gd name="connsiteX81" fmla="*/ 455013 w 5734864"/>
              <a:gd name="connsiteY81" fmla="*/ 3094482 h 6858000"/>
              <a:gd name="connsiteX82" fmla="*/ 428391 w 5734864"/>
              <a:gd name="connsiteY82" fmla="*/ 3198850 h 6858000"/>
              <a:gd name="connsiteX83" fmla="*/ 401440 w 5734864"/>
              <a:gd name="connsiteY83" fmla="*/ 3307560 h 6858000"/>
              <a:gd name="connsiteX84" fmla="*/ 386076 w 5734864"/>
              <a:gd name="connsiteY84" fmla="*/ 3373943 h 6858000"/>
              <a:gd name="connsiteX85" fmla="*/ 374726 w 5734864"/>
              <a:gd name="connsiteY85" fmla="*/ 3381364 h 6858000"/>
              <a:gd name="connsiteX86" fmla="*/ 369145 w 5734864"/>
              <a:gd name="connsiteY86" fmla="*/ 3383729 h 6858000"/>
              <a:gd name="connsiteX87" fmla="*/ 364294 w 5734864"/>
              <a:gd name="connsiteY87" fmla="*/ 3414159 h 6858000"/>
              <a:gd name="connsiteX88" fmla="*/ 366450 w 5734864"/>
              <a:gd name="connsiteY88" fmla="*/ 3436925 h 6858000"/>
              <a:gd name="connsiteX89" fmla="*/ 351743 w 5734864"/>
              <a:gd name="connsiteY89" fmla="*/ 3521619 h 6858000"/>
              <a:gd name="connsiteX90" fmla="*/ 345784 w 5734864"/>
              <a:gd name="connsiteY90" fmla="*/ 3603757 h 6858000"/>
              <a:gd name="connsiteX91" fmla="*/ 344198 w 5734864"/>
              <a:gd name="connsiteY91" fmla="*/ 3652424 h 6858000"/>
              <a:gd name="connsiteX92" fmla="*/ 352450 w 5734864"/>
              <a:gd name="connsiteY92" fmla="*/ 3665222 h 6858000"/>
              <a:gd name="connsiteX93" fmla="*/ 342621 w 5734864"/>
              <a:gd name="connsiteY93" fmla="*/ 3700804 h 6858000"/>
              <a:gd name="connsiteX94" fmla="*/ 341514 w 5734864"/>
              <a:gd name="connsiteY94" fmla="*/ 3734774 h 6858000"/>
              <a:gd name="connsiteX95" fmla="*/ 340607 w 5734864"/>
              <a:gd name="connsiteY95" fmla="*/ 3785153 h 6858000"/>
              <a:gd name="connsiteX96" fmla="*/ 340707 w 5734864"/>
              <a:gd name="connsiteY96" fmla="*/ 3788177 h 6858000"/>
              <a:gd name="connsiteX97" fmla="*/ 340361 w 5734864"/>
              <a:gd name="connsiteY97" fmla="*/ 3798803 h 6858000"/>
              <a:gd name="connsiteX98" fmla="*/ 339642 w 5734864"/>
              <a:gd name="connsiteY98" fmla="*/ 3838750 h 6858000"/>
              <a:gd name="connsiteX99" fmla="*/ 360295 w 5734864"/>
              <a:gd name="connsiteY99" fmla="*/ 4015196 h 6858000"/>
              <a:gd name="connsiteX100" fmla="*/ 339043 w 5734864"/>
              <a:gd name="connsiteY100" fmla="*/ 4052778 h 6858000"/>
              <a:gd name="connsiteX101" fmla="*/ 339343 w 5734864"/>
              <a:gd name="connsiteY101" fmla="*/ 4096257 h 6858000"/>
              <a:gd name="connsiteX102" fmla="*/ 340786 w 5734864"/>
              <a:gd name="connsiteY102" fmla="*/ 4321136 h 6858000"/>
              <a:gd name="connsiteX103" fmla="*/ 343158 w 5734864"/>
              <a:gd name="connsiteY103" fmla="*/ 4429174 h 6858000"/>
              <a:gd name="connsiteX104" fmla="*/ 334599 w 5734864"/>
              <a:gd name="connsiteY104" fmla="*/ 4449938 h 6858000"/>
              <a:gd name="connsiteX105" fmla="*/ 332890 w 5734864"/>
              <a:gd name="connsiteY105" fmla="*/ 4453515 h 6858000"/>
              <a:gd name="connsiteX106" fmla="*/ 331105 w 5734864"/>
              <a:gd name="connsiteY106" fmla="*/ 4467941 h 6858000"/>
              <a:gd name="connsiteX107" fmla="*/ 324289 w 5734864"/>
              <a:gd name="connsiteY107" fmla="*/ 4471861 h 6858000"/>
              <a:gd name="connsiteX108" fmla="*/ 317079 w 5734864"/>
              <a:gd name="connsiteY108" fmla="*/ 4493468 h 6858000"/>
              <a:gd name="connsiteX109" fmla="*/ 315557 w 5734864"/>
              <a:gd name="connsiteY109" fmla="*/ 4520067 h 6858000"/>
              <a:gd name="connsiteX110" fmla="*/ 315240 w 5734864"/>
              <a:gd name="connsiteY110" fmla="*/ 4536872 h 6858000"/>
              <a:gd name="connsiteX111" fmla="*/ 316200 w 5734864"/>
              <a:gd name="connsiteY111" fmla="*/ 4538297 h 6858000"/>
              <a:gd name="connsiteX112" fmla="*/ 317507 w 5734864"/>
              <a:gd name="connsiteY112" fmla="*/ 4547582 h 6858000"/>
              <a:gd name="connsiteX113" fmla="*/ 323078 w 5734864"/>
              <a:gd name="connsiteY113" fmla="*/ 4592102 h 6858000"/>
              <a:gd name="connsiteX114" fmla="*/ 328722 w 5734864"/>
              <a:gd name="connsiteY114" fmla="*/ 4667914 h 6858000"/>
              <a:gd name="connsiteX115" fmla="*/ 335597 w 5734864"/>
              <a:gd name="connsiteY115" fmla="*/ 4695035 h 6858000"/>
              <a:gd name="connsiteX116" fmla="*/ 339485 w 5734864"/>
              <a:gd name="connsiteY116" fmla="*/ 4695979 h 6858000"/>
              <a:gd name="connsiteX117" fmla="*/ 341089 w 5734864"/>
              <a:gd name="connsiteY117" fmla="*/ 4704268 h 6858000"/>
              <a:gd name="connsiteX118" fmla="*/ 342177 w 5734864"/>
              <a:gd name="connsiteY118" fmla="*/ 4706060 h 6858000"/>
              <a:gd name="connsiteX119" fmla="*/ 347751 w 5734864"/>
              <a:gd name="connsiteY119" fmla="*/ 4716754 h 6858000"/>
              <a:gd name="connsiteX120" fmla="*/ 344125 w 5734864"/>
              <a:gd name="connsiteY120" fmla="*/ 4764669 h 6858000"/>
              <a:gd name="connsiteX121" fmla="*/ 340188 w 5734864"/>
              <a:gd name="connsiteY121" fmla="*/ 4779386 h 6858000"/>
              <a:gd name="connsiteX122" fmla="*/ 335146 w 5734864"/>
              <a:gd name="connsiteY122" fmla="*/ 4787491 h 6858000"/>
              <a:gd name="connsiteX123" fmla="*/ 319124 w 5734864"/>
              <a:gd name="connsiteY123" fmla="*/ 4843514 h 6858000"/>
              <a:gd name="connsiteX124" fmla="*/ 305956 w 5734864"/>
              <a:gd name="connsiteY124" fmla="*/ 4881505 h 6858000"/>
              <a:gd name="connsiteX125" fmla="*/ 301062 w 5734864"/>
              <a:gd name="connsiteY125" fmla="*/ 4889332 h 6858000"/>
              <a:gd name="connsiteX126" fmla="*/ 302141 w 5734864"/>
              <a:gd name="connsiteY126" fmla="*/ 4899400 h 6858000"/>
              <a:gd name="connsiteX127" fmla="*/ 304424 w 5734864"/>
              <a:gd name="connsiteY127" fmla="*/ 4902664 h 6858000"/>
              <a:gd name="connsiteX128" fmla="*/ 293123 w 5734864"/>
              <a:gd name="connsiteY128" fmla="*/ 4932769 h 6858000"/>
              <a:gd name="connsiteX129" fmla="*/ 292275 w 5734864"/>
              <a:gd name="connsiteY129" fmla="*/ 4936482 h 6858000"/>
              <a:gd name="connsiteX130" fmla="*/ 288304 w 5734864"/>
              <a:gd name="connsiteY130" fmla="*/ 4962325 h 6858000"/>
              <a:gd name="connsiteX131" fmla="*/ 287420 w 5734864"/>
              <a:gd name="connsiteY131" fmla="*/ 5042193 h 6858000"/>
              <a:gd name="connsiteX132" fmla="*/ 287020 w 5734864"/>
              <a:gd name="connsiteY132" fmla="*/ 5065655 h 6858000"/>
              <a:gd name="connsiteX133" fmla="*/ 288488 w 5734864"/>
              <a:gd name="connsiteY133" fmla="*/ 5082216 h 6858000"/>
              <a:gd name="connsiteX134" fmla="*/ 282763 w 5734864"/>
              <a:gd name="connsiteY134" fmla="*/ 5127114 h 6858000"/>
              <a:gd name="connsiteX135" fmla="*/ 269316 w 5734864"/>
              <a:gd name="connsiteY135" fmla="*/ 5202682 h 6858000"/>
              <a:gd name="connsiteX136" fmla="*/ 269174 w 5734864"/>
              <a:gd name="connsiteY136" fmla="*/ 5230835 h 6858000"/>
              <a:gd name="connsiteX137" fmla="*/ 272679 w 5734864"/>
              <a:gd name="connsiteY137" fmla="*/ 5232660 h 6858000"/>
              <a:gd name="connsiteX138" fmla="*/ 272160 w 5734864"/>
              <a:gd name="connsiteY138" fmla="*/ 5241150 h 6858000"/>
              <a:gd name="connsiteX139" fmla="*/ 272760 w 5734864"/>
              <a:gd name="connsiteY139" fmla="*/ 5243156 h 6858000"/>
              <a:gd name="connsiteX140" fmla="*/ 275462 w 5734864"/>
              <a:gd name="connsiteY140" fmla="*/ 5254919 h 6858000"/>
              <a:gd name="connsiteX141" fmla="*/ 262897 w 5734864"/>
              <a:gd name="connsiteY141" fmla="*/ 5286259 h 6858000"/>
              <a:gd name="connsiteX142" fmla="*/ 252761 w 5734864"/>
              <a:gd name="connsiteY142" fmla="*/ 5357801 h 6858000"/>
              <a:gd name="connsiteX143" fmla="*/ 242360 w 5734864"/>
              <a:gd name="connsiteY143" fmla="*/ 5460080 h 6858000"/>
              <a:gd name="connsiteX144" fmla="*/ 229880 w 5734864"/>
              <a:gd name="connsiteY144" fmla="*/ 5539714 h 6858000"/>
              <a:gd name="connsiteX145" fmla="*/ 204283 w 5734864"/>
              <a:gd name="connsiteY145" fmla="*/ 5639080 h 6858000"/>
              <a:gd name="connsiteX146" fmla="*/ 198948 w 5734864"/>
              <a:gd name="connsiteY146" fmla="*/ 5710958 h 6858000"/>
              <a:gd name="connsiteX147" fmla="*/ 192367 w 5734864"/>
              <a:gd name="connsiteY147" fmla="*/ 5719859 h 6858000"/>
              <a:gd name="connsiteX148" fmla="*/ 188035 w 5734864"/>
              <a:gd name="connsiteY148" fmla="*/ 5729935 h 6858000"/>
              <a:gd name="connsiteX149" fmla="*/ 188428 w 5734864"/>
              <a:gd name="connsiteY149" fmla="*/ 5731182 h 6858000"/>
              <a:gd name="connsiteX150" fmla="*/ 181635 w 5734864"/>
              <a:gd name="connsiteY150" fmla="*/ 5753538 h 6858000"/>
              <a:gd name="connsiteX151" fmla="*/ 169744 w 5734864"/>
              <a:gd name="connsiteY151" fmla="*/ 5796307 h 6858000"/>
              <a:gd name="connsiteX152" fmla="*/ 170351 w 5734864"/>
              <a:gd name="connsiteY152" fmla="*/ 5796644 h 6858000"/>
              <a:gd name="connsiteX153" fmla="*/ 171559 w 5734864"/>
              <a:gd name="connsiteY153" fmla="*/ 5803435 h 6858000"/>
              <a:gd name="connsiteX154" fmla="*/ 172284 w 5734864"/>
              <a:gd name="connsiteY154" fmla="*/ 5816391 h 6858000"/>
              <a:gd name="connsiteX155" fmla="*/ 182542 w 5734864"/>
              <a:gd name="connsiteY155" fmla="*/ 5846382 h 6858000"/>
              <a:gd name="connsiteX156" fmla="*/ 175877 w 5734864"/>
              <a:gd name="connsiteY156" fmla="*/ 5871336 h 6858000"/>
              <a:gd name="connsiteX157" fmla="*/ 174910 w 5734864"/>
              <a:gd name="connsiteY157" fmla="*/ 5876376 h 6858000"/>
              <a:gd name="connsiteX158" fmla="*/ 175047 w 5734864"/>
              <a:gd name="connsiteY158" fmla="*/ 5876483 h 6858000"/>
              <a:gd name="connsiteX159" fmla="*/ 174335 w 5734864"/>
              <a:gd name="connsiteY159" fmla="*/ 5881814 h 6858000"/>
              <a:gd name="connsiteX160" fmla="*/ 171273 w 5734864"/>
              <a:gd name="connsiteY160" fmla="*/ 5895339 h 6858000"/>
              <a:gd name="connsiteX161" fmla="*/ 171658 w 5734864"/>
              <a:gd name="connsiteY161" fmla="*/ 5898749 h 6858000"/>
              <a:gd name="connsiteX162" fmla="*/ 174658 w 5734864"/>
              <a:gd name="connsiteY162" fmla="*/ 5919558 h 6858000"/>
              <a:gd name="connsiteX163" fmla="*/ 169099 w 5734864"/>
              <a:gd name="connsiteY163" fmla="*/ 5984417 h 6858000"/>
              <a:gd name="connsiteX164" fmla="*/ 162007 w 5734864"/>
              <a:gd name="connsiteY164" fmla="*/ 6049043 h 6858000"/>
              <a:gd name="connsiteX165" fmla="*/ 156875 w 5734864"/>
              <a:gd name="connsiteY165" fmla="*/ 6114000 h 6858000"/>
              <a:gd name="connsiteX166" fmla="*/ 165441 w 5734864"/>
              <a:gd name="connsiteY166" fmla="*/ 6146938 h 6858000"/>
              <a:gd name="connsiteX167" fmla="*/ 165177 w 5734864"/>
              <a:gd name="connsiteY167" fmla="*/ 6150658 h 6858000"/>
              <a:gd name="connsiteX168" fmla="*/ 161772 w 5734864"/>
              <a:gd name="connsiteY168" fmla="*/ 6160011 h 6858000"/>
              <a:gd name="connsiteX169" fmla="*/ 160051 w 5734864"/>
              <a:gd name="connsiteY169" fmla="*/ 6163393 h 6858000"/>
              <a:gd name="connsiteX170" fmla="*/ 158473 w 5734864"/>
              <a:gd name="connsiteY170" fmla="*/ 6168628 h 6858000"/>
              <a:gd name="connsiteX171" fmla="*/ 158573 w 5734864"/>
              <a:gd name="connsiteY171" fmla="*/ 6168799 h 6858000"/>
              <a:gd name="connsiteX172" fmla="*/ 146463 w 5734864"/>
              <a:gd name="connsiteY172" fmla="*/ 6196671 h 6858000"/>
              <a:gd name="connsiteX173" fmla="*/ 150209 w 5734864"/>
              <a:gd name="connsiteY173" fmla="*/ 6232365 h 6858000"/>
              <a:gd name="connsiteX174" fmla="*/ 148544 w 5734864"/>
              <a:gd name="connsiteY174" fmla="*/ 6246162 h 6858000"/>
              <a:gd name="connsiteX175" fmla="*/ 148403 w 5734864"/>
              <a:gd name="connsiteY175" fmla="*/ 6253754 h 6858000"/>
              <a:gd name="connsiteX176" fmla="*/ 138880 w 5734864"/>
              <a:gd name="connsiteY176" fmla="*/ 6276449 h 6858000"/>
              <a:gd name="connsiteX177" fmla="*/ 138683 w 5734864"/>
              <a:gd name="connsiteY177" fmla="*/ 6279721 h 6858000"/>
              <a:gd name="connsiteX178" fmla="*/ 130721 w 5734864"/>
              <a:gd name="connsiteY178" fmla="*/ 6293675 h 6858000"/>
              <a:gd name="connsiteX179" fmla="*/ 120717 w 5734864"/>
              <a:gd name="connsiteY179" fmla="*/ 6313967 h 6858000"/>
              <a:gd name="connsiteX180" fmla="*/ 120841 w 5734864"/>
              <a:gd name="connsiteY180" fmla="*/ 6315437 h 6858000"/>
              <a:gd name="connsiteX181" fmla="*/ 115208 w 5734864"/>
              <a:gd name="connsiteY181" fmla="*/ 6324024 h 6858000"/>
              <a:gd name="connsiteX182" fmla="*/ 101217 w 5734864"/>
              <a:gd name="connsiteY182" fmla="*/ 6365923 h 6858000"/>
              <a:gd name="connsiteX183" fmla="*/ 74946 w 5734864"/>
              <a:gd name="connsiteY183" fmla="*/ 6556817 h 6858000"/>
              <a:gd name="connsiteX184" fmla="*/ 16001 w 5734864"/>
              <a:gd name="connsiteY184" fmla="*/ 6808678 h 6858000"/>
              <a:gd name="connsiteX185" fmla="*/ 0 w 5734864"/>
              <a:gd name="connsiteY185" fmla="*/ 6858000 h 6858000"/>
              <a:gd name="connsiteX186" fmla="*/ 5734864 w 5734864"/>
              <a:gd name="connsiteY186" fmla="*/ 6858000 h 6858000"/>
              <a:gd name="connsiteX187" fmla="*/ 5734864 w 5734864"/>
              <a:gd name="connsiteY187"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Lst>
            <a:rect l="l" t="t" r="r" b="b"/>
            <a:pathLst>
              <a:path w="5734864" h="6858000">
                <a:moveTo>
                  <a:pt x="5734864" y="0"/>
                </a:moveTo>
                <a:lnTo>
                  <a:pt x="771611" y="0"/>
                </a:lnTo>
                <a:cubicBezTo>
                  <a:pt x="771634" y="16369"/>
                  <a:pt x="771656" y="32739"/>
                  <a:pt x="771679" y="49108"/>
                </a:cubicBezTo>
                <a:cubicBezTo>
                  <a:pt x="775201" y="55622"/>
                  <a:pt x="788724" y="196721"/>
                  <a:pt x="794248" y="200968"/>
                </a:cubicBezTo>
                <a:lnTo>
                  <a:pt x="801749" y="414071"/>
                </a:lnTo>
                <a:cubicBezTo>
                  <a:pt x="807329" y="440933"/>
                  <a:pt x="835107" y="598697"/>
                  <a:pt x="818548" y="585467"/>
                </a:cubicBezTo>
                <a:cubicBezTo>
                  <a:pt x="856197" y="664140"/>
                  <a:pt x="837895" y="708473"/>
                  <a:pt x="857476" y="800623"/>
                </a:cubicBezTo>
                <a:cubicBezTo>
                  <a:pt x="822401" y="857344"/>
                  <a:pt x="855723" y="824571"/>
                  <a:pt x="851083" y="878903"/>
                </a:cubicBezTo>
                <a:cubicBezTo>
                  <a:pt x="884811" y="859448"/>
                  <a:pt x="834648" y="946397"/>
                  <a:pt x="873564" y="943826"/>
                </a:cubicBezTo>
                <a:cubicBezTo>
                  <a:pt x="871487" y="953795"/>
                  <a:pt x="868248" y="963533"/>
                  <a:pt x="864705" y="973328"/>
                </a:cubicBezTo>
                <a:lnTo>
                  <a:pt x="862869" y="978457"/>
                </a:lnTo>
                <a:lnTo>
                  <a:pt x="862233" y="998041"/>
                </a:lnTo>
                <a:lnTo>
                  <a:pt x="853665" y="1004750"/>
                </a:lnTo>
                <a:lnTo>
                  <a:pt x="847865" y="1070795"/>
                </a:lnTo>
                <a:cubicBezTo>
                  <a:pt x="870234" y="1110486"/>
                  <a:pt x="833172" y="1190441"/>
                  <a:pt x="862786" y="1238994"/>
                </a:cubicBezTo>
                <a:cubicBezTo>
                  <a:pt x="864699" y="1290599"/>
                  <a:pt x="860615" y="1347716"/>
                  <a:pt x="859345" y="1380427"/>
                </a:cubicBezTo>
                <a:cubicBezTo>
                  <a:pt x="845703" y="1396391"/>
                  <a:pt x="873184" y="1435525"/>
                  <a:pt x="855172" y="1435262"/>
                </a:cubicBezTo>
                <a:lnTo>
                  <a:pt x="860494" y="1453861"/>
                </a:lnTo>
                <a:lnTo>
                  <a:pt x="853731" y="1467047"/>
                </a:lnTo>
                <a:cubicBezTo>
                  <a:pt x="846549" y="1480528"/>
                  <a:pt x="841728" y="1491093"/>
                  <a:pt x="845847" y="1502307"/>
                </a:cubicBezTo>
                <a:lnTo>
                  <a:pt x="817613" y="1565166"/>
                </a:lnTo>
                <a:cubicBezTo>
                  <a:pt x="805468" y="1557258"/>
                  <a:pt x="816534" y="1596564"/>
                  <a:pt x="804223" y="1601941"/>
                </a:cubicBezTo>
                <a:cubicBezTo>
                  <a:pt x="794287" y="1604654"/>
                  <a:pt x="795328" y="1617209"/>
                  <a:pt x="791773" y="1627005"/>
                </a:cubicBezTo>
                <a:cubicBezTo>
                  <a:pt x="781684" y="1634393"/>
                  <a:pt x="772978" y="1683187"/>
                  <a:pt x="774645" y="1699922"/>
                </a:cubicBezTo>
                <a:cubicBezTo>
                  <a:pt x="785341" y="1746767"/>
                  <a:pt x="744845" y="1787099"/>
                  <a:pt x="752343" y="1824604"/>
                </a:cubicBezTo>
                <a:cubicBezTo>
                  <a:pt x="751502" y="1834578"/>
                  <a:pt x="749297" y="1842929"/>
                  <a:pt x="746254" y="1850222"/>
                </a:cubicBezTo>
                <a:lnTo>
                  <a:pt x="728600" y="1869603"/>
                </a:lnTo>
                <a:lnTo>
                  <a:pt x="724396" y="1883104"/>
                </a:lnTo>
                <a:lnTo>
                  <a:pt x="722165" y="1885924"/>
                </a:lnTo>
                <a:lnTo>
                  <a:pt x="721338" y="1887123"/>
                </a:lnTo>
                <a:lnTo>
                  <a:pt x="714840" y="1902274"/>
                </a:lnTo>
                <a:lnTo>
                  <a:pt x="722847" y="1929891"/>
                </a:lnTo>
                <a:lnTo>
                  <a:pt x="714660" y="1982709"/>
                </a:lnTo>
                <a:cubicBezTo>
                  <a:pt x="727725" y="2006201"/>
                  <a:pt x="714739" y="1997091"/>
                  <a:pt x="710759" y="2013010"/>
                </a:cubicBezTo>
                <a:cubicBezTo>
                  <a:pt x="707970" y="2027531"/>
                  <a:pt x="700788" y="2054714"/>
                  <a:pt x="697927" y="2069833"/>
                </a:cubicBezTo>
                <a:cubicBezTo>
                  <a:pt x="685211" y="2080229"/>
                  <a:pt x="698762" y="2088241"/>
                  <a:pt x="693594" y="2103731"/>
                </a:cubicBezTo>
                <a:cubicBezTo>
                  <a:pt x="688481" y="2110649"/>
                  <a:pt x="687183" y="2115973"/>
                  <a:pt x="691109" y="2124027"/>
                </a:cubicBezTo>
                <a:cubicBezTo>
                  <a:pt x="666413" y="2155740"/>
                  <a:pt x="688031" y="2144874"/>
                  <a:pt x="676593" y="2176182"/>
                </a:cubicBezTo>
                <a:cubicBezTo>
                  <a:pt x="665190" y="2202944"/>
                  <a:pt x="656416" y="2233857"/>
                  <a:pt x="633227" y="2258036"/>
                </a:cubicBezTo>
                <a:cubicBezTo>
                  <a:pt x="626930" y="2262191"/>
                  <a:pt x="623498" y="2274069"/>
                  <a:pt x="625564" y="2284567"/>
                </a:cubicBezTo>
                <a:cubicBezTo>
                  <a:pt x="625918" y="2286374"/>
                  <a:pt x="626427" y="2288071"/>
                  <a:pt x="627074" y="2289605"/>
                </a:cubicBezTo>
                <a:cubicBezTo>
                  <a:pt x="619029" y="2296628"/>
                  <a:pt x="616453" y="2303188"/>
                  <a:pt x="614574" y="2308717"/>
                </a:cubicBezTo>
                <a:lnTo>
                  <a:pt x="606890" y="2320662"/>
                </a:lnTo>
                <a:lnTo>
                  <a:pt x="605558" y="2327897"/>
                </a:lnTo>
                <a:lnTo>
                  <a:pt x="602202" y="2357749"/>
                </a:lnTo>
                <a:lnTo>
                  <a:pt x="600213" y="2364905"/>
                </a:lnTo>
                <a:lnTo>
                  <a:pt x="597160" y="2388351"/>
                </a:lnTo>
                <a:lnTo>
                  <a:pt x="597982" y="2402296"/>
                </a:lnTo>
                <a:lnTo>
                  <a:pt x="593150" y="2420015"/>
                </a:lnTo>
                <a:cubicBezTo>
                  <a:pt x="593044" y="2420926"/>
                  <a:pt x="592939" y="2421838"/>
                  <a:pt x="592833" y="2422749"/>
                </a:cubicBezTo>
                <a:lnTo>
                  <a:pt x="594479" y="2426002"/>
                </a:lnTo>
                <a:cubicBezTo>
                  <a:pt x="594168" y="2427683"/>
                  <a:pt x="593118" y="2429721"/>
                  <a:pt x="591963" y="2431950"/>
                </a:cubicBezTo>
                <a:cubicBezTo>
                  <a:pt x="591823" y="2432599"/>
                  <a:pt x="591684" y="2433248"/>
                  <a:pt x="591544" y="2433897"/>
                </a:cubicBezTo>
                <a:lnTo>
                  <a:pt x="589519" y="2451398"/>
                </a:lnTo>
                <a:cubicBezTo>
                  <a:pt x="589692" y="2452777"/>
                  <a:pt x="589864" y="2454157"/>
                  <a:pt x="590037" y="2455536"/>
                </a:cubicBezTo>
                <a:lnTo>
                  <a:pt x="588179" y="2462981"/>
                </a:lnTo>
                <a:lnTo>
                  <a:pt x="583434" y="2503991"/>
                </a:lnTo>
                <a:cubicBezTo>
                  <a:pt x="576530" y="2566058"/>
                  <a:pt x="570433" y="2625224"/>
                  <a:pt x="567942" y="2652936"/>
                </a:cubicBezTo>
                <a:cubicBezTo>
                  <a:pt x="570864" y="2658290"/>
                  <a:pt x="572739" y="2664095"/>
                  <a:pt x="573869" y="2670188"/>
                </a:cubicBezTo>
                <a:lnTo>
                  <a:pt x="575243" y="2688114"/>
                </a:lnTo>
                <a:lnTo>
                  <a:pt x="573824" y="2689856"/>
                </a:lnTo>
                <a:cubicBezTo>
                  <a:pt x="569972" y="2698471"/>
                  <a:pt x="569572" y="2704494"/>
                  <a:pt x="570699" y="2709353"/>
                </a:cubicBezTo>
                <a:lnTo>
                  <a:pt x="573192" y="2714527"/>
                </a:lnTo>
                <a:cubicBezTo>
                  <a:pt x="572809" y="2719080"/>
                  <a:pt x="572427" y="2723634"/>
                  <a:pt x="572044" y="2728187"/>
                </a:cubicBezTo>
                <a:cubicBezTo>
                  <a:pt x="572184" y="2737412"/>
                  <a:pt x="572325" y="2746638"/>
                  <a:pt x="572465" y="2755863"/>
                </a:cubicBezTo>
                <a:lnTo>
                  <a:pt x="570028" y="2760324"/>
                </a:lnTo>
                <a:lnTo>
                  <a:pt x="566748" y="2800948"/>
                </a:lnTo>
                <a:lnTo>
                  <a:pt x="565509" y="2801167"/>
                </a:lnTo>
                <a:cubicBezTo>
                  <a:pt x="562655" y="2802587"/>
                  <a:pt x="560408" y="2805381"/>
                  <a:pt x="559367" y="2811129"/>
                </a:cubicBezTo>
                <a:cubicBezTo>
                  <a:pt x="543471" y="2797318"/>
                  <a:pt x="552020" y="2812773"/>
                  <a:pt x="550354" y="2830949"/>
                </a:cubicBezTo>
                <a:cubicBezTo>
                  <a:pt x="525292" y="2813553"/>
                  <a:pt x="531129" y="2868192"/>
                  <a:pt x="514795" y="2872433"/>
                </a:cubicBezTo>
                <a:lnTo>
                  <a:pt x="509875" y="2923099"/>
                </a:lnTo>
                <a:lnTo>
                  <a:pt x="509577" y="2923197"/>
                </a:lnTo>
                <a:cubicBezTo>
                  <a:pt x="508704" y="2924865"/>
                  <a:pt x="508038" y="2927556"/>
                  <a:pt x="507597" y="2931868"/>
                </a:cubicBezTo>
                <a:cubicBezTo>
                  <a:pt x="507524" y="2934019"/>
                  <a:pt x="507452" y="2936171"/>
                  <a:pt x="507379" y="2938322"/>
                </a:cubicBezTo>
                <a:lnTo>
                  <a:pt x="504725" y="2954519"/>
                </a:lnTo>
                <a:lnTo>
                  <a:pt x="502018" y="2959643"/>
                </a:lnTo>
                <a:lnTo>
                  <a:pt x="498360" y="2961019"/>
                </a:lnTo>
                <a:lnTo>
                  <a:pt x="498483" y="2962590"/>
                </a:lnTo>
                <a:cubicBezTo>
                  <a:pt x="502388" y="2975027"/>
                  <a:pt x="510202" y="2980016"/>
                  <a:pt x="484403" y="2990538"/>
                </a:cubicBezTo>
                <a:cubicBezTo>
                  <a:pt x="489425" y="3018352"/>
                  <a:pt x="474337" y="3021029"/>
                  <a:pt x="463075" y="3055956"/>
                </a:cubicBezTo>
                <a:cubicBezTo>
                  <a:pt x="469487" y="3072485"/>
                  <a:pt x="464165" y="3083955"/>
                  <a:pt x="455013" y="3094482"/>
                </a:cubicBezTo>
                <a:cubicBezTo>
                  <a:pt x="453131" y="3130054"/>
                  <a:pt x="437643" y="3160106"/>
                  <a:pt x="428391" y="3198850"/>
                </a:cubicBezTo>
                <a:lnTo>
                  <a:pt x="401440" y="3307560"/>
                </a:lnTo>
                <a:lnTo>
                  <a:pt x="386076" y="3373943"/>
                </a:lnTo>
                <a:cubicBezTo>
                  <a:pt x="386236" y="3376061"/>
                  <a:pt x="380537" y="3378856"/>
                  <a:pt x="374726" y="3381364"/>
                </a:cubicBezTo>
                <a:lnTo>
                  <a:pt x="369145" y="3383729"/>
                </a:lnTo>
                <a:lnTo>
                  <a:pt x="364294" y="3414159"/>
                </a:lnTo>
                <a:lnTo>
                  <a:pt x="366450" y="3436925"/>
                </a:lnTo>
                <a:lnTo>
                  <a:pt x="351743" y="3521619"/>
                </a:lnTo>
                <a:lnTo>
                  <a:pt x="345784" y="3603757"/>
                </a:lnTo>
                <a:cubicBezTo>
                  <a:pt x="345255" y="3619979"/>
                  <a:pt x="344727" y="3636202"/>
                  <a:pt x="344198" y="3652424"/>
                </a:cubicBezTo>
                <a:lnTo>
                  <a:pt x="352450" y="3665222"/>
                </a:lnTo>
                <a:lnTo>
                  <a:pt x="342621" y="3700804"/>
                </a:lnTo>
                <a:lnTo>
                  <a:pt x="341514" y="3734774"/>
                </a:lnTo>
                <a:cubicBezTo>
                  <a:pt x="341212" y="3751567"/>
                  <a:pt x="340909" y="3768360"/>
                  <a:pt x="340607" y="3785153"/>
                </a:cubicBezTo>
                <a:cubicBezTo>
                  <a:pt x="340640" y="3786161"/>
                  <a:pt x="340674" y="3787169"/>
                  <a:pt x="340707" y="3788177"/>
                </a:cubicBezTo>
                <a:cubicBezTo>
                  <a:pt x="340592" y="3791719"/>
                  <a:pt x="340476" y="3795261"/>
                  <a:pt x="340361" y="3798803"/>
                </a:cubicBezTo>
                <a:cubicBezTo>
                  <a:pt x="340121" y="3812119"/>
                  <a:pt x="339882" y="3825434"/>
                  <a:pt x="339642" y="3838750"/>
                </a:cubicBezTo>
                <a:cubicBezTo>
                  <a:pt x="337363" y="3949044"/>
                  <a:pt x="361794" y="3960437"/>
                  <a:pt x="360295" y="4015196"/>
                </a:cubicBezTo>
                <a:lnTo>
                  <a:pt x="339043" y="4052778"/>
                </a:lnTo>
                <a:lnTo>
                  <a:pt x="339343" y="4096257"/>
                </a:lnTo>
                <a:cubicBezTo>
                  <a:pt x="362058" y="4159145"/>
                  <a:pt x="332404" y="4250479"/>
                  <a:pt x="340786" y="4321136"/>
                </a:cubicBezTo>
                <a:cubicBezTo>
                  <a:pt x="341421" y="4376624"/>
                  <a:pt x="344189" y="4407708"/>
                  <a:pt x="343158" y="4429174"/>
                </a:cubicBezTo>
                <a:cubicBezTo>
                  <a:pt x="340948" y="4436304"/>
                  <a:pt x="337887" y="4443121"/>
                  <a:pt x="334599" y="4449938"/>
                </a:cubicBezTo>
                <a:lnTo>
                  <a:pt x="332890" y="4453515"/>
                </a:lnTo>
                <a:lnTo>
                  <a:pt x="331105" y="4467941"/>
                </a:lnTo>
                <a:lnTo>
                  <a:pt x="324289" y="4471861"/>
                </a:lnTo>
                <a:lnTo>
                  <a:pt x="317079" y="4493468"/>
                </a:lnTo>
                <a:cubicBezTo>
                  <a:pt x="315353" y="4501584"/>
                  <a:pt x="314639" y="4510343"/>
                  <a:pt x="315557" y="4520067"/>
                </a:cubicBezTo>
                <a:cubicBezTo>
                  <a:pt x="315451" y="4525669"/>
                  <a:pt x="315346" y="4531270"/>
                  <a:pt x="315240" y="4536872"/>
                </a:cubicBezTo>
                <a:lnTo>
                  <a:pt x="316200" y="4538297"/>
                </a:lnTo>
                <a:cubicBezTo>
                  <a:pt x="316738" y="4541182"/>
                  <a:pt x="316785" y="4544563"/>
                  <a:pt x="317507" y="4547582"/>
                </a:cubicBezTo>
                <a:cubicBezTo>
                  <a:pt x="322716" y="4552468"/>
                  <a:pt x="324912" y="4582137"/>
                  <a:pt x="323078" y="4592102"/>
                </a:cubicBezTo>
                <a:cubicBezTo>
                  <a:pt x="314597" y="4619728"/>
                  <a:pt x="334923" y="4645745"/>
                  <a:pt x="328722" y="4667914"/>
                </a:cubicBezTo>
                <a:cubicBezTo>
                  <a:pt x="330810" y="4685069"/>
                  <a:pt x="333803" y="4690356"/>
                  <a:pt x="335597" y="4695035"/>
                </a:cubicBezTo>
                <a:lnTo>
                  <a:pt x="339485" y="4695979"/>
                </a:lnTo>
                <a:lnTo>
                  <a:pt x="341089" y="4704268"/>
                </a:lnTo>
                <a:lnTo>
                  <a:pt x="342177" y="4706060"/>
                </a:lnTo>
                <a:cubicBezTo>
                  <a:pt x="344268" y="4709474"/>
                  <a:pt x="346234" y="4712931"/>
                  <a:pt x="347751" y="4716754"/>
                </a:cubicBezTo>
                <a:lnTo>
                  <a:pt x="344125" y="4764669"/>
                </a:lnTo>
                <a:lnTo>
                  <a:pt x="340188" y="4779386"/>
                </a:lnTo>
                <a:lnTo>
                  <a:pt x="335146" y="4787491"/>
                </a:lnTo>
                <a:lnTo>
                  <a:pt x="319124" y="4843514"/>
                </a:lnTo>
                <a:lnTo>
                  <a:pt x="305956" y="4881505"/>
                </a:lnTo>
                <a:lnTo>
                  <a:pt x="301062" y="4889332"/>
                </a:lnTo>
                <a:lnTo>
                  <a:pt x="302141" y="4899400"/>
                </a:lnTo>
                <a:cubicBezTo>
                  <a:pt x="302767" y="4900706"/>
                  <a:pt x="303536" y="4901803"/>
                  <a:pt x="304424" y="4902664"/>
                </a:cubicBezTo>
                <a:lnTo>
                  <a:pt x="293123" y="4932769"/>
                </a:lnTo>
                <a:lnTo>
                  <a:pt x="292275" y="4936482"/>
                </a:lnTo>
                <a:lnTo>
                  <a:pt x="288304" y="4962325"/>
                </a:lnTo>
                <a:cubicBezTo>
                  <a:pt x="288009" y="4988948"/>
                  <a:pt x="287715" y="5015570"/>
                  <a:pt x="287420" y="5042193"/>
                </a:cubicBezTo>
                <a:cubicBezTo>
                  <a:pt x="295373" y="5039737"/>
                  <a:pt x="281659" y="5060438"/>
                  <a:pt x="287020" y="5065655"/>
                </a:cubicBezTo>
                <a:cubicBezTo>
                  <a:pt x="291675" y="5068928"/>
                  <a:pt x="288601" y="5075970"/>
                  <a:pt x="288488" y="5082216"/>
                </a:cubicBezTo>
                <a:cubicBezTo>
                  <a:pt x="292282" y="5088207"/>
                  <a:pt x="287008" y="5117775"/>
                  <a:pt x="282763" y="5127114"/>
                </a:cubicBezTo>
                <a:cubicBezTo>
                  <a:pt x="267723" y="5152218"/>
                  <a:pt x="280799" y="5182399"/>
                  <a:pt x="269316" y="5202682"/>
                </a:cubicBezTo>
                <a:cubicBezTo>
                  <a:pt x="267050" y="5219969"/>
                  <a:pt x="268614" y="5225841"/>
                  <a:pt x="269174" y="5230835"/>
                </a:cubicBezTo>
                <a:lnTo>
                  <a:pt x="272679" y="5232660"/>
                </a:lnTo>
                <a:lnTo>
                  <a:pt x="272160" y="5241150"/>
                </a:lnTo>
                <a:lnTo>
                  <a:pt x="272760" y="5243156"/>
                </a:lnTo>
                <a:cubicBezTo>
                  <a:pt x="273922" y="5246984"/>
                  <a:pt x="274952" y="5250824"/>
                  <a:pt x="275462" y="5254919"/>
                </a:cubicBezTo>
                <a:cubicBezTo>
                  <a:pt x="258407" y="5258851"/>
                  <a:pt x="276976" y="5290392"/>
                  <a:pt x="262897" y="5286259"/>
                </a:cubicBezTo>
                <a:cubicBezTo>
                  <a:pt x="262724" y="5309439"/>
                  <a:pt x="239612" y="5337531"/>
                  <a:pt x="252761" y="5357801"/>
                </a:cubicBezTo>
                <a:cubicBezTo>
                  <a:pt x="248775" y="5392256"/>
                  <a:pt x="247799" y="5423412"/>
                  <a:pt x="242360" y="5460080"/>
                </a:cubicBezTo>
                <a:cubicBezTo>
                  <a:pt x="232632" y="5488478"/>
                  <a:pt x="242025" y="5519143"/>
                  <a:pt x="229880" y="5539714"/>
                </a:cubicBezTo>
                <a:cubicBezTo>
                  <a:pt x="230558" y="5572454"/>
                  <a:pt x="222150" y="5613340"/>
                  <a:pt x="204283" y="5639080"/>
                </a:cubicBezTo>
                <a:cubicBezTo>
                  <a:pt x="201596" y="5674226"/>
                  <a:pt x="191051" y="5680198"/>
                  <a:pt x="198948" y="5710958"/>
                </a:cubicBezTo>
                <a:cubicBezTo>
                  <a:pt x="196338" y="5713534"/>
                  <a:pt x="194185" y="5716550"/>
                  <a:pt x="192367" y="5719859"/>
                </a:cubicBezTo>
                <a:lnTo>
                  <a:pt x="188035" y="5729935"/>
                </a:lnTo>
                <a:lnTo>
                  <a:pt x="188428" y="5731182"/>
                </a:lnTo>
                <a:lnTo>
                  <a:pt x="181635" y="5753538"/>
                </a:lnTo>
                <a:lnTo>
                  <a:pt x="169744" y="5796307"/>
                </a:lnTo>
                <a:lnTo>
                  <a:pt x="170351" y="5796644"/>
                </a:lnTo>
                <a:cubicBezTo>
                  <a:pt x="171558" y="5797954"/>
                  <a:pt x="172173" y="5799948"/>
                  <a:pt x="171559" y="5803435"/>
                </a:cubicBezTo>
                <a:cubicBezTo>
                  <a:pt x="182664" y="5798231"/>
                  <a:pt x="175075" y="5805646"/>
                  <a:pt x="172284" y="5816391"/>
                </a:cubicBezTo>
                <a:cubicBezTo>
                  <a:pt x="188911" y="5810703"/>
                  <a:pt x="174844" y="5841128"/>
                  <a:pt x="182542" y="5846382"/>
                </a:cubicBezTo>
                <a:cubicBezTo>
                  <a:pt x="180118" y="5854404"/>
                  <a:pt x="177856" y="5862781"/>
                  <a:pt x="175877" y="5871336"/>
                </a:cubicBezTo>
                <a:lnTo>
                  <a:pt x="174910" y="5876376"/>
                </a:lnTo>
                <a:lnTo>
                  <a:pt x="175047" y="5876483"/>
                </a:lnTo>
                <a:cubicBezTo>
                  <a:pt x="175167" y="5877594"/>
                  <a:pt x="174973" y="5879257"/>
                  <a:pt x="174335" y="5881814"/>
                </a:cubicBezTo>
                <a:lnTo>
                  <a:pt x="171273" y="5895339"/>
                </a:lnTo>
                <a:cubicBezTo>
                  <a:pt x="171401" y="5896476"/>
                  <a:pt x="171530" y="5897612"/>
                  <a:pt x="171658" y="5898749"/>
                </a:cubicBezTo>
                <a:lnTo>
                  <a:pt x="174658" y="5919558"/>
                </a:lnTo>
                <a:cubicBezTo>
                  <a:pt x="173958" y="5933601"/>
                  <a:pt x="171208" y="5962838"/>
                  <a:pt x="169099" y="5984417"/>
                </a:cubicBezTo>
                <a:cubicBezTo>
                  <a:pt x="162916" y="6005205"/>
                  <a:pt x="164971" y="6025162"/>
                  <a:pt x="162007" y="6049043"/>
                </a:cubicBezTo>
                <a:cubicBezTo>
                  <a:pt x="150795" y="6073830"/>
                  <a:pt x="160091" y="6088483"/>
                  <a:pt x="156875" y="6114000"/>
                </a:cubicBezTo>
                <a:cubicBezTo>
                  <a:pt x="141597" y="6134477"/>
                  <a:pt x="163381" y="6133378"/>
                  <a:pt x="165441" y="6146938"/>
                </a:cubicBezTo>
                <a:lnTo>
                  <a:pt x="165177" y="6150658"/>
                </a:lnTo>
                <a:lnTo>
                  <a:pt x="161772" y="6160011"/>
                </a:lnTo>
                <a:lnTo>
                  <a:pt x="160051" y="6163393"/>
                </a:lnTo>
                <a:cubicBezTo>
                  <a:pt x="159032" y="6165775"/>
                  <a:pt x="158564" y="6167421"/>
                  <a:pt x="158473" y="6168628"/>
                </a:cubicBezTo>
                <a:cubicBezTo>
                  <a:pt x="158506" y="6168685"/>
                  <a:pt x="158540" y="6168742"/>
                  <a:pt x="158573" y="6168799"/>
                </a:cubicBezTo>
                <a:lnTo>
                  <a:pt x="146463" y="6196671"/>
                </a:lnTo>
                <a:cubicBezTo>
                  <a:pt x="152348" y="6205503"/>
                  <a:pt x="134460" y="6231012"/>
                  <a:pt x="150209" y="6232365"/>
                </a:cubicBezTo>
                <a:cubicBezTo>
                  <a:pt x="145821" y="6242321"/>
                  <a:pt x="137774" y="6246719"/>
                  <a:pt x="148544" y="6246162"/>
                </a:cubicBezTo>
                <a:cubicBezTo>
                  <a:pt x="147378" y="6249522"/>
                  <a:pt x="147566" y="6251866"/>
                  <a:pt x="148403" y="6253754"/>
                </a:cubicBezTo>
                <a:lnTo>
                  <a:pt x="138880" y="6276449"/>
                </a:lnTo>
                <a:cubicBezTo>
                  <a:pt x="138814" y="6277540"/>
                  <a:pt x="138749" y="6278630"/>
                  <a:pt x="138683" y="6279721"/>
                </a:cubicBezTo>
                <a:lnTo>
                  <a:pt x="130721" y="6293675"/>
                </a:lnTo>
                <a:lnTo>
                  <a:pt x="120717" y="6313967"/>
                </a:lnTo>
                <a:cubicBezTo>
                  <a:pt x="120758" y="6314457"/>
                  <a:pt x="120800" y="6314947"/>
                  <a:pt x="120841" y="6315437"/>
                </a:cubicBezTo>
                <a:lnTo>
                  <a:pt x="115208" y="6324024"/>
                </a:lnTo>
                <a:cubicBezTo>
                  <a:pt x="113007" y="6326672"/>
                  <a:pt x="103991" y="6364381"/>
                  <a:pt x="101217" y="6365923"/>
                </a:cubicBezTo>
                <a:lnTo>
                  <a:pt x="74946" y="6556817"/>
                </a:lnTo>
                <a:cubicBezTo>
                  <a:pt x="55357" y="6665926"/>
                  <a:pt x="35695" y="6744075"/>
                  <a:pt x="16001" y="6808678"/>
                </a:cubicBezTo>
                <a:lnTo>
                  <a:pt x="0" y="6858000"/>
                </a:lnTo>
                <a:lnTo>
                  <a:pt x="5734864" y="6858000"/>
                </a:lnTo>
                <a:lnTo>
                  <a:pt x="5734864" y="0"/>
                </a:lnTo>
                <a:close/>
              </a:path>
            </a:pathLst>
          </a:custGeom>
          <a:solidFill>
            <a:srgbClr val="FFFFFF">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E00E6D10-034D-6B06-F354-5A1E964C7D15}"/>
              </a:ext>
            </a:extLst>
          </p:cNvPr>
          <p:cNvSpPr>
            <a:spLocks noGrp="1"/>
          </p:cNvSpPr>
          <p:nvPr>
            <p:ph type="title"/>
          </p:nvPr>
        </p:nvSpPr>
        <p:spPr>
          <a:xfrm>
            <a:off x="773408" y="992094"/>
            <a:ext cx="3616913" cy="2795160"/>
          </a:xfrm>
        </p:spPr>
        <p:txBody>
          <a:bodyPr vert="horz" wrap="square" lIns="76200" tIns="45720" rIns="76200" bIns="45720" rtlCol="0" anchor="ctr">
            <a:normAutofit/>
          </a:bodyPr>
          <a:lstStyle/>
          <a:p>
            <a:pPr algn="l"/>
            <a:r>
              <a:rPr lang="en-US" sz="1700" b="1" kern="1200">
                <a:solidFill>
                  <a:srgbClr val="232323"/>
                </a:solidFill>
                <a:latin typeface="Aptos Display"/>
                <a:ea typeface="+mj-ea"/>
                <a:cs typeface="+mj-cs"/>
              </a:rPr>
              <a:t>2. Triukšminių intervalų korekcija „minkštam“ apjungimui</a:t>
            </a:r>
          </a:p>
        </p:txBody>
      </p:sp>
      <p:pic>
        <p:nvPicPr>
          <p:cNvPr id="5" name="Content Placeholder 4">
            <a:extLst>
              <a:ext uri="{FF2B5EF4-FFF2-40B4-BE49-F238E27FC236}">
                <a16:creationId xmlns:a16="http://schemas.microsoft.com/office/drawing/2014/main" id="{FF857D9C-36B0-96D8-3FE5-2EF15B941D58}"/>
              </a:ext>
            </a:extLst>
          </p:cNvPr>
          <p:cNvPicPr>
            <a:picLocks noGrp="1" noChangeAspect="1"/>
          </p:cNvPicPr>
          <p:nvPr>
            <p:ph idx="1"/>
          </p:nvPr>
        </p:nvPicPr>
        <p:blipFill>
          <a:blip r:embed="rId3"/>
          <a:stretch>
            <a:fillRect/>
          </a:stretch>
        </p:blipFill>
        <p:spPr>
          <a:xfrm>
            <a:off x="5895751" y="1551566"/>
            <a:ext cx="5708649" cy="3724893"/>
          </a:xfrm>
          <a:prstGeom prst="rect">
            <a:avLst/>
          </a:prstGeom>
        </p:spPr>
      </p:pic>
    </p:spTree>
    <p:extLst>
      <p:ext uri="{BB962C8B-B14F-4D97-AF65-F5344CB8AC3E}">
        <p14:creationId xmlns:p14="http://schemas.microsoft.com/office/powerpoint/2010/main" val="304834660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F0DCC097-1DB8-4B6D-85D0-6FBA0E1CA4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E0B58608-23C8-4441-994D-C6823EEE1D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9" cy="2083506"/>
          </a:xfrm>
          <a:custGeom>
            <a:avLst/>
            <a:gdLst>
              <a:gd name="connsiteX0" fmla="*/ 0 w 12191999"/>
              <a:gd name="connsiteY0" fmla="*/ 0 h 2083506"/>
              <a:gd name="connsiteX1" fmla="*/ 9429748 w 12191999"/>
              <a:gd name="connsiteY1" fmla="*/ 0 h 2083506"/>
              <a:gd name="connsiteX2" fmla="*/ 9429748 w 12191999"/>
              <a:gd name="connsiteY2" fmla="*/ 1 h 2083506"/>
              <a:gd name="connsiteX3" fmla="*/ 12191999 w 12191999"/>
              <a:gd name="connsiteY3" fmla="*/ 1 h 2083506"/>
              <a:gd name="connsiteX4" fmla="*/ 12191999 w 12191999"/>
              <a:gd name="connsiteY4" fmla="*/ 1164372 h 2083506"/>
              <a:gd name="connsiteX5" fmla="*/ 12147852 w 12191999"/>
              <a:gd name="connsiteY5" fmla="*/ 1163783 h 2083506"/>
              <a:gd name="connsiteX6" fmla="*/ 11993604 w 12191999"/>
              <a:gd name="connsiteY6" fmla="*/ 1153496 h 2083506"/>
              <a:gd name="connsiteX7" fmla="*/ 11865319 w 12191999"/>
              <a:gd name="connsiteY7" fmla="*/ 1176624 h 2083506"/>
              <a:gd name="connsiteX8" fmla="*/ 11718353 w 12191999"/>
              <a:gd name="connsiteY8" fmla="*/ 1209136 h 2083506"/>
              <a:gd name="connsiteX9" fmla="*/ 11609067 w 12191999"/>
              <a:gd name="connsiteY9" fmla="*/ 1218512 h 2083506"/>
              <a:gd name="connsiteX10" fmla="*/ 11545958 w 12191999"/>
              <a:gd name="connsiteY10" fmla="*/ 1240430 h 2083506"/>
              <a:gd name="connsiteX11" fmla="*/ 11445770 w 12191999"/>
              <a:gd name="connsiteY11" fmla="*/ 1225780 h 2083506"/>
              <a:gd name="connsiteX12" fmla="*/ 11398842 w 12191999"/>
              <a:gd name="connsiteY12" fmla="*/ 1227250 h 2083506"/>
              <a:gd name="connsiteX13" fmla="*/ 11240093 w 12191999"/>
              <a:gd name="connsiteY13" fmla="*/ 1266797 h 2083506"/>
              <a:gd name="connsiteX14" fmla="*/ 11141364 w 12191999"/>
              <a:gd name="connsiteY14" fmla="*/ 1288059 h 2083506"/>
              <a:gd name="connsiteX15" fmla="*/ 11015396 w 12191999"/>
              <a:gd name="connsiteY15" fmla="*/ 1353104 h 2083506"/>
              <a:gd name="connsiteX16" fmla="*/ 10973905 w 12191999"/>
              <a:gd name="connsiteY16" fmla="*/ 1365109 h 2083506"/>
              <a:gd name="connsiteX17" fmla="*/ 10904858 w 12191999"/>
              <a:gd name="connsiteY17" fmla="*/ 1371966 h 2083506"/>
              <a:gd name="connsiteX18" fmla="*/ 10827883 w 12191999"/>
              <a:gd name="connsiteY18" fmla="*/ 1410270 h 2083506"/>
              <a:gd name="connsiteX19" fmla="*/ 10690996 w 12191999"/>
              <a:gd name="connsiteY19" fmla="*/ 1426394 h 2083506"/>
              <a:gd name="connsiteX20" fmla="*/ 10624461 w 12191999"/>
              <a:gd name="connsiteY20" fmla="*/ 1444283 h 2083506"/>
              <a:gd name="connsiteX21" fmla="*/ 10517208 w 12191999"/>
              <a:gd name="connsiteY21" fmla="*/ 1478947 h 2083506"/>
              <a:gd name="connsiteX22" fmla="*/ 10497937 w 12191999"/>
              <a:gd name="connsiteY22" fmla="*/ 1469831 h 2083506"/>
              <a:gd name="connsiteX23" fmla="*/ 10471201 w 12191999"/>
              <a:gd name="connsiteY23" fmla="*/ 1486037 h 2083506"/>
              <a:gd name="connsiteX24" fmla="*/ 10448263 w 12191999"/>
              <a:gd name="connsiteY24" fmla="*/ 1478223 h 2083506"/>
              <a:gd name="connsiteX25" fmla="*/ 10388089 w 12191999"/>
              <a:gd name="connsiteY25" fmla="*/ 1507175 h 2083506"/>
              <a:gd name="connsiteX26" fmla="*/ 10333720 w 12191999"/>
              <a:gd name="connsiteY26" fmla="*/ 1515848 h 2083506"/>
              <a:gd name="connsiteX27" fmla="*/ 10104338 w 12191999"/>
              <a:gd name="connsiteY27" fmla="*/ 1569424 h 2083506"/>
              <a:gd name="connsiteX28" fmla="*/ 9910445 w 12191999"/>
              <a:gd name="connsiteY28" fmla="*/ 1632275 h 2083506"/>
              <a:gd name="connsiteX29" fmla="*/ 9770872 w 12191999"/>
              <a:gd name="connsiteY29" fmla="*/ 1688088 h 2083506"/>
              <a:gd name="connsiteX30" fmla="*/ 9733849 w 12191999"/>
              <a:gd name="connsiteY30" fmla="*/ 1700034 h 2083506"/>
              <a:gd name="connsiteX31" fmla="*/ 9703714 w 12191999"/>
              <a:gd name="connsiteY31" fmla="*/ 1730093 h 2083506"/>
              <a:gd name="connsiteX32" fmla="*/ 9698351 w 12191999"/>
              <a:gd name="connsiteY32" fmla="*/ 1730377 h 2083506"/>
              <a:gd name="connsiteX33" fmla="*/ 9632895 w 12191999"/>
              <a:gd name="connsiteY33" fmla="*/ 1736363 h 2083506"/>
              <a:gd name="connsiteX34" fmla="*/ 9569107 w 12191999"/>
              <a:gd name="connsiteY34" fmla="*/ 1741010 h 2083506"/>
              <a:gd name="connsiteX35" fmla="*/ 9536451 w 12191999"/>
              <a:gd name="connsiteY35" fmla="*/ 1755120 h 2083506"/>
              <a:gd name="connsiteX36" fmla="*/ 9529385 w 12191999"/>
              <a:gd name="connsiteY36" fmla="*/ 1757515 h 2083506"/>
              <a:gd name="connsiteX37" fmla="*/ 9498527 w 12191999"/>
              <a:gd name="connsiteY37" fmla="*/ 1753117 h 2083506"/>
              <a:gd name="connsiteX38" fmla="*/ 9436642 w 12191999"/>
              <a:gd name="connsiteY38" fmla="*/ 1755478 h 2083506"/>
              <a:gd name="connsiteX39" fmla="*/ 9429748 w 12191999"/>
              <a:gd name="connsiteY39" fmla="*/ 1756317 h 2083506"/>
              <a:gd name="connsiteX40" fmla="*/ 9429748 w 12191999"/>
              <a:gd name="connsiteY40" fmla="*/ 1768745 h 2083506"/>
              <a:gd name="connsiteX41" fmla="*/ 9425802 w 12191999"/>
              <a:gd name="connsiteY41" fmla="*/ 1769273 h 2083506"/>
              <a:gd name="connsiteX42" fmla="*/ 9349763 w 12191999"/>
              <a:gd name="connsiteY42" fmla="*/ 1776107 h 2083506"/>
              <a:gd name="connsiteX43" fmla="*/ 9256503 w 12191999"/>
              <a:gd name="connsiteY43" fmla="*/ 1800699 h 2083506"/>
              <a:gd name="connsiteX44" fmla="*/ 9222873 w 12191999"/>
              <a:gd name="connsiteY44" fmla="*/ 1803003 h 2083506"/>
              <a:gd name="connsiteX45" fmla="*/ 9224095 w 12191999"/>
              <a:gd name="connsiteY45" fmla="*/ 1807355 h 2083506"/>
              <a:gd name="connsiteX46" fmla="*/ 9211603 w 12191999"/>
              <a:gd name="connsiteY46" fmla="*/ 1807675 h 2083506"/>
              <a:gd name="connsiteX47" fmla="*/ 9183719 w 12191999"/>
              <a:gd name="connsiteY47" fmla="*/ 1807781 h 2083506"/>
              <a:gd name="connsiteX48" fmla="*/ 9100221 w 12191999"/>
              <a:gd name="connsiteY48" fmla="*/ 1808989 h 2083506"/>
              <a:gd name="connsiteX49" fmla="*/ 9077439 w 12191999"/>
              <a:gd name="connsiteY49" fmla="*/ 1817333 h 2083506"/>
              <a:gd name="connsiteX50" fmla="*/ 9055889 w 12191999"/>
              <a:gd name="connsiteY50" fmla="*/ 1817464 h 2083506"/>
              <a:gd name="connsiteX51" fmla="*/ 8930912 w 12191999"/>
              <a:gd name="connsiteY51" fmla="*/ 1828648 h 2083506"/>
              <a:gd name="connsiteX52" fmla="*/ 8913729 w 12191999"/>
              <a:gd name="connsiteY52" fmla="*/ 1829483 h 2083506"/>
              <a:gd name="connsiteX53" fmla="*/ 8904423 w 12191999"/>
              <a:gd name="connsiteY53" fmla="*/ 1833234 h 2083506"/>
              <a:gd name="connsiteX54" fmla="*/ 8871099 w 12191999"/>
              <a:gd name="connsiteY54" fmla="*/ 1833979 h 2083506"/>
              <a:gd name="connsiteX55" fmla="*/ 8869557 w 12191999"/>
              <a:gd name="connsiteY55" fmla="*/ 1836113 h 2083506"/>
              <a:gd name="connsiteX56" fmla="*/ 8760021 w 12191999"/>
              <a:gd name="connsiteY56" fmla="*/ 1854442 h 2083506"/>
              <a:gd name="connsiteX57" fmla="*/ 8741254 w 12191999"/>
              <a:gd name="connsiteY57" fmla="*/ 1857469 h 2083506"/>
              <a:gd name="connsiteX58" fmla="*/ 8725039 w 12191999"/>
              <a:gd name="connsiteY58" fmla="*/ 1856552 h 2083506"/>
              <a:gd name="connsiteX59" fmla="*/ 8635265 w 12191999"/>
              <a:gd name="connsiteY59" fmla="*/ 1859168 h 2083506"/>
              <a:gd name="connsiteX60" fmla="*/ 8613911 w 12191999"/>
              <a:gd name="connsiteY60" fmla="*/ 1857561 h 2083506"/>
              <a:gd name="connsiteX61" fmla="*/ 8604931 w 12191999"/>
              <a:gd name="connsiteY61" fmla="*/ 1854170 h 2083506"/>
              <a:gd name="connsiteX62" fmla="*/ 8570171 w 12191999"/>
              <a:gd name="connsiteY62" fmla="*/ 1860579 h 2083506"/>
              <a:gd name="connsiteX63" fmla="*/ 8516537 w 12191999"/>
              <a:gd name="connsiteY63" fmla="*/ 1864971 h 2083506"/>
              <a:gd name="connsiteX64" fmla="*/ 8491046 w 12191999"/>
              <a:gd name="connsiteY64" fmla="*/ 1868141 h 2083506"/>
              <a:gd name="connsiteX65" fmla="*/ 8470478 w 12191999"/>
              <a:gd name="connsiteY65" fmla="*/ 1866216 h 2083506"/>
              <a:gd name="connsiteX66" fmla="*/ 8353433 w 12191999"/>
              <a:gd name="connsiteY66" fmla="*/ 1865729 h 2083506"/>
              <a:gd name="connsiteX67" fmla="*/ 8347675 w 12191999"/>
              <a:gd name="connsiteY67" fmla="*/ 1865075 h 2083506"/>
              <a:gd name="connsiteX68" fmla="*/ 8343939 w 12191999"/>
              <a:gd name="connsiteY68" fmla="*/ 1865677 h 2083506"/>
              <a:gd name="connsiteX69" fmla="*/ 8221566 w 12191999"/>
              <a:gd name="connsiteY69" fmla="*/ 1881148 h 2083506"/>
              <a:gd name="connsiteX70" fmla="*/ 8066095 w 12191999"/>
              <a:gd name="connsiteY70" fmla="*/ 1919902 h 2083506"/>
              <a:gd name="connsiteX71" fmla="*/ 8044849 w 12191999"/>
              <a:gd name="connsiteY71" fmla="*/ 1916308 h 2083506"/>
              <a:gd name="connsiteX72" fmla="*/ 8041142 w 12191999"/>
              <a:gd name="connsiteY72" fmla="*/ 1915506 h 2083506"/>
              <a:gd name="connsiteX73" fmla="*/ 8022159 w 12191999"/>
              <a:gd name="connsiteY73" fmla="*/ 1911521 h 2083506"/>
              <a:gd name="connsiteX74" fmla="*/ 7944932 w 12191999"/>
              <a:gd name="connsiteY74" fmla="*/ 1917265 h 2083506"/>
              <a:gd name="connsiteX75" fmla="*/ 7879011 w 12191999"/>
              <a:gd name="connsiteY75" fmla="*/ 1928570 h 2083506"/>
              <a:gd name="connsiteX76" fmla="*/ 7865529 w 12191999"/>
              <a:gd name="connsiteY76" fmla="*/ 1934399 h 2083506"/>
              <a:gd name="connsiteX77" fmla="*/ 7774801 w 12191999"/>
              <a:gd name="connsiteY77" fmla="*/ 1947969 h 2083506"/>
              <a:gd name="connsiteX78" fmla="*/ 7748398 w 12191999"/>
              <a:gd name="connsiteY78" fmla="*/ 1955982 h 2083506"/>
              <a:gd name="connsiteX79" fmla="*/ 7740684 w 12191999"/>
              <a:gd name="connsiteY79" fmla="*/ 1955717 h 2083506"/>
              <a:gd name="connsiteX80" fmla="*/ 7712976 w 12191999"/>
              <a:gd name="connsiteY80" fmla="*/ 1960442 h 2083506"/>
              <a:gd name="connsiteX81" fmla="*/ 7699956 w 12191999"/>
              <a:gd name="connsiteY81" fmla="*/ 1966104 h 2083506"/>
              <a:gd name="connsiteX82" fmla="*/ 7684158 w 12191999"/>
              <a:gd name="connsiteY82" fmla="*/ 1962927 h 2083506"/>
              <a:gd name="connsiteX83" fmla="*/ 7643109 w 12191999"/>
              <a:gd name="connsiteY83" fmla="*/ 1964400 h 2083506"/>
              <a:gd name="connsiteX84" fmla="*/ 7630180 w 12191999"/>
              <a:gd name="connsiteY84" fmla="*/ 1970266 h 2083506"/>
              <a:gd name="connsiteX85" fmla="*/ 7609131 w 12191999"/>
              <a:gd name="connsiteY85" fmla="*/ 1971774 h 2083506"/>
              <a:gd name="connsiteX86" fmla="*/ 7555555 w 12191999"/>
              <a:gd name="connsiteY86" fmla="*/ 1969491 h 2083506"/>
              <a:gd name="connsiteX87" fmla="*/ 7520919 w 12191999"/>
              <a:gd name="connsiteY87" fmla="*/ 1970177 h 2083506"/>
              <a:gd name="connsiteX88" fmla="*/ 7456258 w 12191999"/>
              <a:gd name="connsiteY88" fmla="*/ 1960468 h 2083506"/>
              <a:gd name="connsiteX89" fmla="*/ 7393047 w 12191999"/>
              <a:gd name="connsiteY89" fmla="*/ 1952408 h 2083506"/>
              <a:gd name="connsiteX90" fmla="*/ 7199912 w 12191999"/>
              <a:gd name="connsiteY90" fmla="*/ 1959913 h 2083506"/>
              <a:gd name="connsiteX91" fmla="*/ 7146774 w 12191999"/>
              <a:gd name="connsiteY91" fmla="*/ 1956641 h 2083506"/>
              <a:gd name="connsiteX92" fmla="*/ 7122244 w 12191999"/>
              <a:gd name="connsiteY92" fmla="*/ 1953891 h 2083506"/>
              <a:gd name="connsiteX93" fmla="*/ 7032241 w 12191999"/>
              <a:gd name="connsiteY93" fmla="*/ 1962723 h 2083506"/>
              <a:gd name="connsiteX94" fmla="*/ 6941492 w 12191999"/>
              <a:gd name="connsiteY94" fmla="*/ 1976868 h 2083506"/>
              <a:gd name="connsiteX95" fmla="*/ 6906514 w 12191999"/>
              <a:gd name="connsiteY95" fmla="*/ 1968589 h 2083506"/>
              <a:gd name="connsiteX96" fmla="*/ 6826395 w 12191999"/>
              <a:gd name="connsiteY96" fmla="*/ 1974141 h 2083506"/>
              <a:gd name="connsiteX97" fmla="*/ 6716431 w 12191999"/>
              <a:gd name="connsiteY97" fmla="*/ 2004297 h 2083506"/>
              <a:gd name="connsiteX98" fmla="*/ 6569607 w 12191999"/>
              <a:gd name="connsiteY98" fmla="*/ 2015496 h 2083506"/>
              <a:gd name="connsiteX99" fmla="*/ 6561430 w 12191999"/>
              <a:gd name="connsiteY99" fmla="*/ 2020996 h 2083506"/>
              <a:gd name="connsiteX100" fmla="*/ 6549371 w 12191999"/>
              <a:gd name="connsiteY100" fmla="*/ 2024747 h 2083506"/>
              <a:gd name="connsiteX101" fmla="*/ 6547040 w 12191999"/>
              <a:gd name="connsiteY101" fmla="*/ 2024474 h 2083506"/>
              <a:gd name="connsiteX102" fmla="*/ 6530482 w 12191999"/>
              <a:gd name="connsiteY102" fmla="*/ 2026659 h 2083506"/>
              <a:gd name="connsiteX103" fmla="*/ 6528565 w 12191999"/>
              <a:gd name="connsiteY103" fmla="*/ 2028600 h 2083506"/>
              <a:gd name="connsiteX104" fmla="*/ 6517741 w 12191999"/>
              <a:gd name="connsiteY104" fmla="*/ 2030558 h 2083506"/>
              <a:gd name="connsiteX105" fmla="*/ 6497855 w 12191999"/>
              <a:gd name="connsiteY105" fmla="*/ 2035650 h 2083506"/>
              <a:gd name="connsiteX106" fmla="*/ 6492785 w 12191999"/>
              <a:gd name="connsiteY106" fmla="*/ 2035444 h 2083506"/>
              <a:gd name="connsiteX107" fmla="*/ 6460692 w 12191999"/>
              <a:gd name="connsiteY107" fmla="*/ 2041321 h 2083506"/>
              <a:gd name="connsiteX108" fmla="*/ 6459609 w 12191999"/>
              <a:gd name="connsiteY108" fmla="*/ 2040851 h 2083506"/>
              <a:gd name="connsiteX109" fmla="*/ 6447765 w 12191999"/>
              <a:gd name="connsiteY109" fmla="*/ 2040102 h 2083506"/>
              <a:gd name="connsiteX110" fmla="*/ 6426590 w 12191999"/>
              <a:gd name="connsiteY110" fmla="*/ 2039928 h 2083506"/>
              <a:gd name="connsiteX111" fmla="*/ 6401693 w 12191999"/>
              <a:gd name="connsiteY111" fmla="*/ 2033537 h 2083506"/>
              <a:gd name="connsiteX112" fmla="*/ 6387141 w 12191999"/>
              <a:gd name="connsiteY112" fmla="*/ 2033161 h 2083506"/>
              <a:gd name="connsiteX113" fmla="*/ 6357846 w 12191999"/>
              <a:gd name="connsiteY113" fmla="*/ 2036782 h 2083506"/>
              <a:gd name="connsiteX114" fmla="*/ 6342914 w 12191999"/>
              <a:gd name="connsiteY114" fmla="*/ 2037585 h 2083506"/>
              <a:gd name="connsiteX115" fmla="*/ 6336300 w 12191999"/>
              <a:gd name="connsiteY115" fmla="*/ 2038781 h 2083506"/>
              <a:gd name="connsiteX116" fmla="*/ 6317178 w 12191999"/>
              <a:gd name="connsiteY116" fmla="*/ 2038968 h 2083506"/>
              <a:gd name="connsiteX117" fmla="*/ 6161427 w 12191999"/>
              <a:gd name="connsiteY117" fmla="*/ 2047338 h 2083506"/>
              <a:gd name="connsiteX118" fmla="*/ 6097339 w 12191999"/>
              <a:gd name="connsiteY118" fmla="*/ 2082438 h 2083506"/>
              <a:gd name="connsiteX119" fmla="*/ 6079059 w 12191999"/>
              <a:gd name="connsiteY119" fmla="*/ 2081299 h 2083506"/>
              <a:gd name="connsiteX120" fmla="*/ 5998439 w 12191999"/>
              <a:gd name="connsiteY120" fmla="*/ 2070958 h 2083506"/>
              <a:gd name="connsiteX121" fmla="*/ 5904290 w 12191999"/>
              <a:gd name="connsiteY121" fmla="*/ 2070255 h 2083506"/>
              <a:gd name="connsiteX122" fmla="*/ 5814867 w 12191999"/>
              <a:gd name="connsiteY122" fmla="*/ 2079032 h 2083506"/>
              <a:gd name="connsiteX123" fmla="*/ 5725743 w 12191999"/>
              <a:gd name="connsiteY123" fmla="*/ 2070558 h 2083506"/>
              <a:gd name="connsiteX124" fmla="*/ 5650546 w 12191999"/>
              <a:gd name="connsiteY124" fmla="*/ 2052412 h 2083506"/>
              <a:gd name="connsiteX125" fmla="*/ 5581284 w 12191999"/>
              <a:gd name="connsiteY125" fmla="*/ 2023175 h 2083506"/>
              <a:gd name="connsiteX126" fmla="*/ 5572593 w 12191999"/>
              <a:gd name="connsiteY126" fmla="*/ 2018391 h 2083506"/>
              <a:gd name="connsiteX127" fmla="*/ 5548580 w 12191999"/>
              <a:gd name="connsiteY127" fmla="*/ 2016951 h 2083506"/>
              <a:gd name="connsiteX128" fmla="*/ 5471173 w 12191999"/>
              <a:gd name="connsiteY128" fmla="*/ 2018786 h 2083506"/>
              <a:gd name="connsiteX129" fmla="*/ 5340320 w 12191999"/>
              <a:gd name="connsiteY129" fmla="*/ 2037611 h 2083506"/>
              <a:gd name="connsiteX130" fmla="*/ 5254376 w 12191999"/>
              <a:gd name="connsiteY130" fmla="*/ 2042928 h 2083506"/>
              <a:gd name="connsiteX131" fmla="*/ 5258035 w 12191999"/>
              <a:gd name="connsiteY131" fmla="*/ 2035649 h 2083506"/>
              <a:gd name="connsiteX132" fmla="*/ 5230622 w 12191999"/>
              <a:gd name="connsiteY132" fmla="*/ 2024576 h 2083506"/>
              <a:gd name="connsiteX133" fmla="*/ 5026203 w 12191999"/>
              <a:gd name="connsiteY133" fmla="*/ 2030162 h 2083506"/>
              <a:gd name="connsiteX134" fmla="*/ 4973988 w 12191999"/>
              <a:gd name="connsiteY134" fmla="*/ 2026668 h 2083506"/>
              <a:gd name="connsiteX135" fmla="*/ 4928030 w 12191999"/>
              <a:gd name="connsiteY135" fmla="*/ 2033642 h 2083506"/>
              <a:gd name="connsiteX136" fmla="*/ 4908970 w 12191999"/>
              <a:gd name="connsiteY136" fmla="*/ 2030033 h 2083506"/>
              <a:gd name="connsiteX137" fmla="*/ 4905679 w 12191999"/>
              <a:gd name="connsiteY137" fmla="*/ 2029300 h 2083506"/>
              <a:gd name="connsiteX138" fmla="*/ 4892525 w 12191999"/>
              <a:gd name="connsiteY138" fmla="*/ 2028768 h 2083506"/>
              <a:gd name="connsiteX139" fmla="*/ 4888818 w 12191999"/>
              <a:gd name="connsiteY139" fmla="*/ 2025619 h 2083506"/>
              <a:gd name="connsiteX140" fmla="*/ 4869018 w 12191999"/>
              <a:gd name="connsiteY140" fmla="*/ 2022668 h 2083506"/>
              <a:gd name="connsiteX141" fmla="*/ 4844804 w 12191999"/>
              <a:gd name="connsiteY141" fmla="*/ 2022527 h 2083506"/>
              <a:gd name="connsiteX142" fmla="*/ 4758778 w 12191999"/>
              <a:gd name="connsiteY142" fmla="*/ 2021694 h 2083506"/>
              <a:gd name="connsiteX143" fmla="*/ 4744748 w 12191999"/>
              <a:gd name="connsiteY143" fmla="*/ 2023396 h 2083506"/>
              <a:gd name="connsiteX144" fmla="*/ 4698956 w 12191999"/>
              <a:gd name="connsiteY144" fmla="*/ 2020558 h 2083506"/>
              <a:gd name="connsiteX145" fmla="*/ 4658147 w 12191999"/>
              <a:gd name="connsiteY145" fmla="*/ 2019920 h 2083506"/>
              <a:gd name="connsiteX146" fmla="*/ 4631706 w 12191999"/>
              <a:gd name="connsiteY146" fmla="*/ 2021274 h 2083506"/>
              <a:gd name="connsiteX147" fmla="*/ 4624776 w 12191999"/>
              <a:gd name="connsiteY147" fmla="*/ 2020152 h 2083506"/>
              <a:gd name="connsiteX148" fmla="*/ 4598150 w 12191999"/>
              <a:gd name="connsiteY148" fmla="*/ 2019429 h 2083506"/>
              <a:gd name="connsiteX149" fmla="*/ 4584588 w 12191999"/>
              <a:gd name="connsiteY149" fmla="*/ 2021092 h 2083506"/>
              <a:gd name="connsiteX150" fmla="*/ 4571203 w 12191999"/>
              <a:gd name="connsiteY150" fmla="*/ 2017263 h 2083506"/>
              <a:gd name="connsiteX151" fmla="*/ 4567930 w 12191999"/>
              <a:gd name="connsiteY151" fmla="*/ 2014458 h 2083506"/>
              <a:gd name="connsiteX152" fmla="*/ 4548984 w 12191999"/>
              <a:gd name="connsiteY152" fmla="*/ 2015717 h 2083506"/>
              <a:gd name="connsiteX153" fmla="*/ 4533451 w 12191999"/>
              <a:gd name="connsiteY153" fmla="*/ 2012976 h 2083506"/>
              <a:gd name="connsiteX154" fmla="*/ 4519910 w 12191999"/>
              <a:gd name="connsiteY154" fmla="*/ 2014768 h 2083506"/>
              <a:gd name="connsiteX155" fmla="*/ 4514290 w 12191999"/>
              <a:gd name="connsiteY155" fmla="*/ 2014364 h 2083506"/>
              <a:gd name="connsiteX156" fmla="*/ 4500320 w 12191999"/>
              <a:gd name="connsiteY156" fmla="*/ 2013007 h 2083506"/>
              <a:gd name="connsiteX157" fmla="*/ 4476219 w 12191999"/>
              <a:gd name="connsiteY157" fmla="*/ 2009993 h 2083506"/>
              <a:gd name="connsiteX158" fmla="*/ 4468701 w 12191999"/>
              <a:gd name="connsiteY158" fmla="*/ 2009574 h 2083506"/>
              <a:gd name="connsiteX159" fmla="*/ 4452333 w 12191999"/>
              <a:gd name="connsiteY159" fmla="*/ 2004964 h 2083506"/>
              <a:gd name="connsiteX160" fmla="*/ 4420644 w 12191999"/>
              <a:gd name="connsiteY160" fmla="*/ 2001021 h 2083506"/>
              <a:gd name="connsiteX161" fmla="*/ 4364856 w 12191999"/>
              <a:gd name="connsiteY161" fmla="*/ 1987267 h 2083506"/>
              <a:gd name="connsiteX162" fmla="*/ 4332062 w 12191999"/>
              <a:gd name="connsiteY162" fmla="*/ 1980703 h 2083506"/>
              <a:gd name="connsiteX163" fmla="*/ 4309876 w 12191999"/>
              <a:gd name="connsiteY163" fmla="*/ 1974653 h 2083506"/>
              <a:gd name="connsiteX164" fmla="*/ 4244391 w 12191999"/>
              <a:gd name="connsiteY164" fmla="*/ 1966109 h 2083506"/>
              <a:gd name="connsiteX165" fmla="*/ 4132071 w 12191999"/>
              <a:gd name="connsiteY165" fmla="*/ 1954813 h 2083506"/>
              <a:gd name="connsiteX166" fmla="*/ 4109069 w 12191999"/>
              <a:gd name="connsiteY166" fmla="*/ 1951778 h 2083506"/>
              <a:gd name="connsiteX167" fmla="*/ 4092908 w 12191999"/>
              <a:gd name="connsiteY167" fmla="*/ 1946662 h 2083506"/>
              <a:gd name="connsiteX168" fmla="*/ 4092306 w 12191999"/>
              <a:gd name="connsiteY168" fmla="*/ 1943291 h 2083506"/>
              <a:gd name="connsiteX169" fmla="*/ 4080234 w 12191999"/>
              <a:gd name="connsiteY169" fmla="*/ 1941219 h 2083506"/>
              <a:gd name="connsiteX170" fmla="*/ 4077778 w 12191999"/>
              <a:gd name="connsiteY170" fmla="*/ 1940145 h 2083506"/>
              <a:gd name="connsiteX171" fmla="*/ 4062936 w 12191999"/>
              <a:gd name="connsiteY171" fmla="*/ 1934506 h 2083506"/>
              <a:gd name="connsiteX172" fmla="*/ 4012506 w 12191999"/>
              <a:gd name="connsiteY172" fmla="*/ 1935475 h 2083506"/>
              <a:gd name="connsiteX173" fmla="*/ 3965880 w 12191999"/>
              <a:gd name="connsiteY173" fmla="*/ 1925968 h 2083506"/>
              <a:gd name="connsiteX174" fmla="*/ 3765338 w 12191999"/>
              <a:gd name="connsiteY174" fmla="*/ 1906649 h 2083506"/>
              <a:gd name="connsiteX175" fmla="*/ 3749493 w 12191999"/>
              <a:gd name="connsiteY175" fmla="*/ 1893071 h 2083506"/>
              <a:gd name="connsiteX176" fmla="*/ 3672704 w 12191999"/>
              <a:gd name="connsiteY176" fmla="*/ 1881383 h 2083506"/>
              <a:gd name="connsiteX177" fmla="*/ 3530082 w 12191999"/>
              <a:gd name="connsiteY177" fmla="*/ 1883187 h 2083506"/>
              <a:gd name="connsiteX178" fmla="*/ 3387664 w 12191999"/>
              <a:gd name="connsiteY178" fmla="*/ 1862579 h 2083506"/>
              <a:gd name="connsiteX179" fmla="*/ 3371681 w 12191999"/>
              <a:gd name="connsiteY179" fmla="*/ 1865293 h 2083506"/>
              <a:gd name="connsiteX180" fmla="*/ 3355305 w 12191999"/>
              <a:gd name="connsiteY180" fmla="*/ 1865842 h 2083506"/>
              <a:gd name="connsiteX181" fmla="*/ 3353790 w 12191999"/>
              <a:gd name="connsiteY181" fmla="*/ 1865158 h 2083506"/>
              <a:gd name="connsiteX182" fmla="*/ 3336210 w 12191999"/>
              <a:gd name="connsiteY182" fmla="*/ 1863564 h 2083506"/>
              <a:gd name="connsiteX183" fmla="*/ 3331381 w 12191999"/>
              <a:gd name="connsiteY183" fmla="*/ 1864716 h 2083506"/>
              <a:gd name="connsiteX184" fmla="*/ 3319012 w 12191999"/>
              <a:gd name="connsiteY184" fmla="*/ 1864093 h 2083506"/>
              <a:gd name="connsiteX185" fmla="*/ 3293818 w 12191999"/>
              <a:gd name="connsiteY185" fmla="*/ 1864135 h 2083506"/>
              <a:gd name="connsiteX186" fmla="*/ 3289881 w 12191999"/>
              <a:gd name="connsiteY186" fmla="*/ 1862954 h 2083506"/>
              <a:gd name="connsiteX187" fmla="*/ 3253090 w 12191999"/>
              <a:gd name="connsiteY187" fmla="*/ 1861164 h 2083506"/>
              <a:gd name="connsiteX188" fmla="*/ 3252949 w 12191999"/>
              <a:gd name="connsiteY188" fmla="*/ 1860574 h 2083506"/>
              <a:gd name="connsiteX189" fmla="*/ 3244187 w 12191999"/>
              <a:gd name="connsiteY189" fmla="*/ 1857604 h 2083506"/>
              <a:gd name="connsiteX190" fmla="*/ 3246570 w 12191999"/>
              <a:gd name="connsiteY190" fmla="*/ 1852946 h 2083506"/>
              <a:gd name="connsiteX191" fmla="*/ 3237810 w 12191999"/>
              <a:gd name="connsiteY191" fmla="*/ 1853064 h 2083506"/>
              <a:gd name="connsiteX192" fmla="*/ 3230822 w 12191999"/>
              <a:gd name="connsiteY192" fmla="*/ 1855474 h 2083506"/>
              <a:gd name="connsiteX193" fmla="*/ 3136549 w 12191999"/>
              <a:gd name="connsiteY193" fmla="*/ 1874037 h 2083506"/>
              <a:gd name="connsiteX194" fmla="*/ 2845754 w 12191999"/>
              <a:gd name="connsiteY194" fmla="*/ 1910932 h 2083506"/>
              <a:gd name="connsiteX195" fmla="*/ 2786878 w 12191999"/>
              <a:gd name="connsiteY195" fmla="*/ 1917162 h 2083506"/>
              <a:gd name="connsiteX196" fmla="*/ 2725298 w 12191999"/>
              <a:gd name="connsiteY196" fmla="*/ 1912340 h 2083506"/>
              <a:gd name="connsiteX197" fmla="*/ 2697754 w 12191999"/>
              <a:gd name="connsiteY197" fmla="*/ 1914863 h 2083506"/>
              <a:gd name="connsiteX198" fmla="*/ 2568063 w 12191999"/>
              <a:gd name="connsiteY198" fmla="*/ 1936283 h 2083506"/>
              <a:gd name="connsiteX199" fmla="*/ 2489784 w 12191999"/>
              <a:gd name="connsiteY199" fmla="*/ 1943720 h 2083506"/>
              <a:gd name="connsiteX200" fmla="*/ 2458978 w 12191999"/>
              <a:gd name="connsiteY200" fmla="*/ 1938095 h 2083506"/>
              <a:gd name="connsiteX201" fmla="*/ 2318712 w 12191999"/>
              <a:gd name="connsiteY201" fmla="*/ 1934474 h 2083506"/>
              <a:gd name="connsiteX202" fmla="*/ 2268709 w 12191999"/>
              <a:gd name="connsiteY202" fmla="*/ 1940521 h 2083506"/>
              <a:gd name="connsiteX203" fmla="*/ 2264080 w 12191999"/>
              <a:gd name="connsiteY203" fmla="*/ 1941232 h 2083506"/>
              <a:gd name="connsiteX204" fmla="*/ 2254684 w 12191999"/>
              <a:gd name="connsiteY204" fmla="*/ 1943524 h 2083506"/>
              <a:gd name="connsiteX205" fmla="*/ 2252523 w 12191999"/>
              <a:gd name="connsiteY205" fmla="*/ 1943004 h 2083506"/>
              <a:gd name="connsiteX206" fmla="*/ 2173350 w 12191999"/>
              <a:gd name="connsiteY206" fmla="*/ 1929202 h 2083506"/>
              <a:gd name="connsiteX207" fmla="*/ 2155266 w 12191999"/>
              <a:gd name="connsiteY207" fmla="*/ 1920267 h 2083506"/>
              <a:gd name="connsiteX208" fmla="*/ 2091013 w 12191999"/>
              <a:gd name="connsiteY208" fmla="*/ 1914631 h 2083506"/>
              <a:gd name="connsiteX209" fmla="*/ 2030712 w 12191999"/>
              <a:gd name="connsiteY209" fmla="*/ 1897690 h 2083506"/>
              <a:gd name="connsiteX210" fmla="*/ 1908838 w 12191999"/>
              <a:gd name="connsiteY210" fmla="*/ 1892222 h 2083506"/>
              <a:gd name="connsiteX211" fmla="*/ 1877796 w 12191999"/>
              <a:gd name="connsiteY211" fmla="*/ 1883887 h 2083506"/>
              <a:gd name="connsiteX212" fmla="*/ 1875824 w 12191999"/>
              <a:gd name="connsiteY212" fmla="*/ 1879265 h 2083506"/>
              <a:gd name="connsiteX213" fmla="*/ 1823048 w 12191999"/>
              <a:gd name="connsiteY213" fmla="*/ 1881064 h 2083506"/>
              <a:gd name="connsiteX214" fmla="*/ 1765736 w 12191999"/>
              <a:gd name="connsiteY214" fmla="*/ 1856578 h 2083506"/>
              <a:gd name="connsiteX215" fmla="*/ 1725669 w 12191999"/>
              <a:gd name="connsiteY215" fmla="*/ 1833744 h 2083506"/>
              <a:gd name="connsiteX216" fmla="*/ 1725216 w 12191999"/>
              <a:gd name="connsiteY216" fmla="*/ 1829447 h 2083506"/>
              <a:gd name="connsiteX217" fmla="*/ 1721485 w 12191999"/>
              <a:gd name="connsiteY217" fmla="*/ 1828960 h 2083506"/>
              <a:gd name="connsiteX218" fmla="*/ 1717786 w 12191999"/>
              <a:gd name="connsiteY218" fmla="*/ 1832224 h 2083506"/>
              <a:gd name="connsiteX219" fmla="*/ 1689907 w 12191999"/>
              <a:gd name="connsiteY219" fmla="*/ 1825425 h 2083506"/>
              <a:gd name="connsiteX220" fmla="*/ 1688093 w 12191999"/>
              <a:gd name="connsiteY220" fmla="*/ 1817391 h 2083506"/>
              <a:gd name="connsiteX221" fmla="*/ 1496789 w 12191999"/>
              <a:gd name="connsiteY221" fmla="*/ 1805297 h 2083506"/>
              <a:gd name="connsiteX222" fmla="*/ 1392839 w 12191999"/>
              <a:gd name="connsiteY222" fmla="*/ 1758649 h 2083506"/>
              <a:gd name="connsiteX223" fmla="*/ 1360872 w 12191999"/>
              <a:gd name="connsiteY223" fmla="*/ 1752441 h 2083506"/>
              <a:gd name="connsiteX224" fmla="*/ 1313885 w 12191999"/>
              <a:gd name="connsiteY224" fmla="*/ 1731785 h 2083506"/>
              <a:gd name="connsiteX225" fmla="*/ 1247665 w 12191999"/>
              <a:gd name="connsiteY225" fmla="*/ 1727765 h 2083506"/>
              <a:gd name="connsiteX226" fmla="*/ 1196850 w 12191999"/>
              <a:gd name="connsiteY226" fmla="*/ 1729622 h 2083506"/>
              <a:gd name="connsiteX227" fmla="*/ 1168728 w 12191999"/>
              <a:gd name="connsiteY227" fmla="*/ 1728550 h 2083506"/>
              <a:gd name="connsiteX228" fmla="*/ 1096918 w 12191999"/>
              <a:gd name="connsiteY228" fmla="*/ 1721485 h 2083506"/>
              <a:gd name="connsiteX229" fmla="*/ 1094082 w 12191999"/>
              <a:gd name="connsiteY229" fmla="*/ 1720113 h 2083506"/>
              <a:gd name="connsiteX230" fmla="*/ 1040782 w 12191999"/>
              <a:gd name="connsiteY230" fmla="*/ 1721762 h 2083506"/>
              <a:gd name="connsiteX231" fmla="*/ 955980 w 12191999"/>
              <a:gd name="connsiteY231" fmla="*/ 1719289 h 2083506"/>
              <a:gd name="connsiteX232" fmla="*/ 926108 w 12191999"/>
              <a:gd name="connsiteY232" fmla="*/ 1715917 h 2083506"/>
              <a:gd name="connsiteX233" fmla="*/ 876049 w 12191999"/>
              <a:gd name="connsiteY233" fmla="*/ 1710422 h 2083506"/>
              <a:gd name="connsiteX234" fmla="*/ 839194 w 12191999"/>
              <a:gd name="connsiteY234" fmla="*/ 1700176 h 2083506"/>
              <a:gd name="connsiteX235" fmla="*/ 797112 w 12191999"/>
              <a:gd name="connsiteY235" fmla="*/ 1698014 h 2083506"/>
              <a:gd name="connsiteX236" fmla="*/ 786610 w 12191999"/>
              <a:gd name="connsiteY236" fmla="*/ 1705455 h 2083506"/>
              <a:gd name="connsiteX237" fmla="*/ 741833 w 12191999"/>
              <a:gd name="connsiteY237" fmla="*/ 1700566 h 2083506"/>
              <a:gd name="connsiteX238" fmla="*/ 673985 w 12191999"/>
              <a:gd name="connsiteY238" fmla="*/ 1692278 h 2083506"/>
              <a:gd name="connsiteX239" fmla="*/ 634665 w 12191999"/>
              <a:gd name="connsiteY239" fmla="*/ 1689550 h 2083506"/>
              <a:gd name="connsiteX240" fmla="*/ 527471 w 12191999"/>
              <a:gd name="connsiteY240" fmla="*/ 1679869 h 2083506"/>
              <a:gd name="connsiteX241" fmla="*/ 420260 w 12191999"/>
              <a:gd name="connsiteY241" fmla="*/ 1668475 h 2083506"/>
              <a:gd name="connsiteX242" fmla="*/ 357630 w 12191999"/>
              <a:gd name="connsiteY242" fmla="*/ 1652142 h 2083506"/>
              <a:gd name="connsiteX243" fmla="*/ 269407 w 12191999"/>
              <a:gd name="connsiteY243" fmla="*/ 1643812 h 2083506"/>
              <a:gd name="connsiteX244" fmla="*/ 254769 w 12191999"/>
              <a:gd name="connsiteY244" fmla="*/ 1641013 h 2083506"/>
              <a:gd name="connsiteX245" fmla="*/ 150763 w 12191999"/>
              <a:gd name="connsiteY245" fmla="*/ 1628143 h 2083506"/>
              <a:gd name="connsiteX246" fmla="*/ 29133 w 12191999"/>
              <a:gd name="connsiteY246" fmla="*/ 1626172 h 2083506"/>
              <a:gd name="connsiteX247" fmla="*/ 0 w 12191999"/>
              <a:gd name="connsiteY247" fmla="*/ 1619589 h 20835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Lst>
            <a:rect l="l" t="t" r="r" b="b"/>
            <a:pathLst>
              <a:path w="12191999" h="2083506">
                <a:moveTo>
                  <a:pt x="0" y="0"/>
                </a:moveTo>
                <a:lnTo>
                  <a:pt x="9429748" y="0"/>
                </a:lnTo>
                <a:lnTo>
                  <a:pt x="9429748" y="1"/>
                </a:lnTo>
                <a:lnTo>
                  <a:pt x="12191999" y="1"/>
                </a:lnTo>
                <a:lnTo>
                  <a:pt x="12191999" y="1164372"/>
                </a:lnTo>
                <a:lnTo>
                  <a:pt x="12147852" y="1163783"/>
                </a:lnTo>
                <a:cubicBezTo>
                  <a:pt x="12063101" y="1189107"/>
                  <a:pt x="12045020" y="1156925"/>
                  <a:pt x="11993604" y="1153496"/>
                </a:cubicBezTo>
                <a:cubicBezTo>
                  <a:pt x="11954216" y="1165241"/>
                  <a:pt x="11911195" y="1167350"/>
                  <a:pt x="11865319" y="1176624"/>
                </a:cubicBezTo>
                <a:cubicBezTo>
                  <a:pt x="11822513" y="1184682"/>
                  <a:pt x="11766915" y="1201558"/>
                  <a:pt x="11718353" y="1209136"/>
                </a:cubicBezTo>
                <a:cubicBezTo>
                  <a:pt x="11675379" y="1217463"/>
                  <a:pt x="11638007" y="1216639"/>
                  <a:pt x="11609067" y="1218512"/>
                </a:cubicBezTo>
                <a:cubicBezTo>
                  <a:pt x="11597582" y="1221322"/>
                  <a:pt x="11554280" y="1243577"/>
                  <a:pt x="11545958" y="1240430"/>
                </a:cubicBezTo>
                <a:lnTo>
                  <a:pt x="11445770" y="1225780"/>
                </a:lnTo>
                <a:cubicBezTo>
                  <a:pt x="11425543" y="1230782"/>
                  <a:pt x="11413740" y="1222096"/>
                  <a:pt x="11398842" y="1227250"/>
                </a:cubicBezTo>
                <a:cubicBezTo>
                  <a:pt x="11367060" y="1233093"/>
                  <a:pt x="11269285" y="1263712"/>
                  <a:pt x="11240093" y="1266797"/>
                </a:cubicBezTo>
                <a:cubicBezTo>
                  <a:pt x="11197297" y="1273685"/>
                  <a:pt x="11181311" y="1272682"/>
                  <a:pt x="11141364" y="1288059"/>
                </a:cubicBezTo>
                <a:cubicBezTo>
                  <a:pt x="11099891" y="1305386"/>
                  <a:pt x="11051533" y="1319157"/>
                  <a:pt x="11015396" y="1353104"/>
                </a:cubicBezTo>
                <a:cubicBezTo>
                  <a:pt x="11009424" y="1362217"/>
                  <a:pt x="10992328" y="1361966"/>
                  <a:pt x="10973905" y="1365109"/>
                </a:cubicBezTo>
                <a:cubicBezTo>
                  <a:pt x="10955482" y="1368254"/>
                  <a:pt x="10907369" y="1372817"/>
                  <a:pt x="10904858" y="1371966"/>
                </a:cubicBezTo>
                <a:cubicBezTo>
                  <a:pt x="10880521" y="1379494"/>
                  <a:pt x="10873670" y="1399734"/>
                  <a:pt x="10827883" y="1410270"/>
                </a:cubicBezTo>
                <a:cubicBezTo>
                  <a:pt x="10790248" y="1415655"/>
                  <a:pt x="10724899" y="1420726"/>
                  <a:pt x="10690996" y="1426394"/>
                </a:cubicBezTo>
                <a:cubicBezTo>
                  <a:pt x="10676463" y="1423331"/>
                  <a:pt x="10634514" y="1436908"/>
                  <a:pt x="10624461" y="1444283"/>
                </a:cubicBezTo>
                <a:cubicBezTo>
                  <a:pt x="10601952" y="1468442"/>
                  <a:pt x="10536224" y="1460228"/>
                  <a:pt x="10517208" y="1478947"/>
                </a:cubicBezTo>
                <a:cubicBezTo>
                  <a:pt x="10509508" y="1482271"/>
                  <a:pt x="10505833" y="1468818"/>
                  <a:pt x="10497937" y="1469831"/>
                </a:cubicBezTo>
                <a:lnTo>
                  <a:pt x="10471201" y="1486037"/>
                </a:lnTo>
                <a:lnTo>
                  <a:pt x="10448263" y="1478223"/>
                </a:lnTo>
                <a:lnTo>
                  <a:pt x="10388089" y="1507175"/>
                </a:lnTo>
                <a:cubicBezTo>
                  <a:pt x="10350285" y="1513081"/>
                  <a:pt x="10383281" y="1526586"/>
                  <a:pt x="10333720" y="1515848"/>
                </a:cubicBezTo>
                <a:cubicBezTo>
                  <a:pt x="10286428" y="1526223"/>
                  <a:pt x="10174884" y="1550019"/>
                  <a:pt x="10104338" y="1569424"/>
                </a:cubicBezTo>
                <a:cubicBezTo>
                  <a:pt x="10066963" y="1581564"/>
                  <a:pt x="9967395" y="1605712"/>
                  <a:pt x="9910445" y="1632275"/>
                </a:cubicBezTo>
                <a:cubicBezTo>
                  <a:pt x="9856131" y="1644130"/>
                  <a:pt x="9831118" y="1689967"/>
                  <a:pt x="9770872" y="1688088"/>
                </a:cubicBezTo>
                <a:cubicBezTo>
                  <a:pt x="9769882" y="1691843"/>
                  <a:pt x="9737016" y="1697044"/>
                  <a:pt x="9733849" y="1700034"/>
                </a:cubicBezTo>
                <a:lnTo>
                  <a:pt x="9703714" y="1730093"/>
                </a:lnTo>
                <a:lnTo>
                  <a:pt x="9698351" y="1730377"/>
                </a:lnTo>
                <a:lnTo>
                  <a:pt x="9632895" y="1736363"/>
                </a:lnTo>
                <a:lnTo>
                  <a:pt x="9569107" y="1741010"/>
                </a:lnTo>
                <a:cubicBezTo>
                  <a:pt x="9558961" y="1745882"/>
                  <a:pt x="9548028" y="1750646"/>
                  <a:pt x="9536451" y="1755120"/>
                </a:cubicBezTo>
                <a:lnTo>
                  <a:pt x="9529385" y="1757515"/>
                </a:lnTo>
                <a:lnTo>
                  <a:pt x="9498527" y="1753117"/>
                </a:lnTo>
                <a:lnTo>
                  <a:pt x="9436642" y="1755478"/>
                </a:lnTo>
                <a:lnTo>
                  <a:pt x="9429748" y="1756317"/>
                </a:lnTo>
                <a:lnTo>
                  <a:pt x="9429748" y="1768745"/>
                </a:lnTo>
                <a:lnTo>
                  <a:pt x="9425802" y="1769273"/>
                </a:lnTo>
                <a:cubicBezTo>
                  <a:pt x="9390751" y="1773262"/>
                  <a:pt x="9371406" y="1773457"/>
                  <a:pt x="9349763" y="1776107"/>
                </a:cubicBezTo>
                <a:cubicBezTo>
                  <a:pt x="9314721" y="1782260"/>
                  <a:pt x="9277650" y="1796217"/>
                  <a:pt x="9256503" y="1800699"/>
                </a:cubicBezTo>
                <a:lnTo>
                  <a:pt x="9222873" y="1803003"/>
                </a:lnTo>
                <a:lnTo>
                  <a:pt x="9224095" y="1807355"/>
                </a:lnTo>
                <a:lnTo>
                  <a:pt x="9211603" y="1807675"/>
                </a:lnTo>
                <a:lnTo>
                  <a:pt x="9183719" y="1807781"/>
                </a:lnTo>
                <a:cubicBezTo>
                  <a:pt x="9166319" y="1808439"/>
                  <a:pt x="9117935" y="1807396"/>
                  <a:pt x="9100221" y="1808989"/>
                </a:cubicBezTo>
                <a:cubicBezTo>
                  <a:pt x="9095111" y="1813630"/>
                  <a:pt x="9087224" y="1816160"/>
                  <a:pt x="9077439" y="1817333"/>
                </a:cubicBezTo>
                <a:lnTo>
                  <a:pt x="9055889" y="1817464"/>
                </a:lnTo>
                <a:lnTo>
                  <a:pt x="8930912" y="1828648"/>
                </a:lnTo>
                <a:lnTo>
                  <a:pt x="8913729" y="1829483"/>
                </a:lnTo>
                <a:lnTo>
                  <a:pt x="8904423" y="1833234"/>
                </a:lnTo>
                <a:cubicBezTo>
                  <a:pt x="8897319" y="1833982"/>
                  <a:pt x="8876911" y="1833498"/>
                  <a:pt x="8871099" y="1833979"/>
                </a:cubicBezTo>
                <a:lnTo>
                  <a:pt x="8869557" y="1836113"/>
                </a:lnTo>
                <a:cubicBezTo>
                  <a:pt x="8851043" y="1839524"/>
                  <a:pt x="8781405" y="1850882"/>
                  <a:pt x="8760021" y="1854442"/>
                </a:cubicBezTo>
                <a:cubicBezTo>
                  <a:pt x="8755749" y="1851161"/>
                  <a:pt x="8746183" y="1856343"/>
                  <a:pt x="8741254" y="1857469"/>
                </a:cubicBezTo>
                <a:cubicBezTo>
                  <a:pt x="8740491" y="1855259"/>
                  <a:pt x="8728559" y="1854585"/>
                  <a:pt x="8725039" y="1856552"/>
                </a:cubicBezTo>
                <a:cubicBezTo>
                  <a:pt x="8641157" y="1867333"/>
                  <a:pt x="8683145" y="1845054"/>
                  <a:pt x="8635265" y="1859168"/>
                </a:cubicBezTo>
                <a:cubicBezTo>
                  <a:pt x="8626795" y="1860103"/>
                  <a:pt x="8619931" y="1859212"/>
                  <a:pt x="8613911" y="1857561"/>
                </a:cubicBezTo>
                <a:lnTo>
                  <a:pt x="8604931" y="1854170"/>
                </a:lnTo>
                <a:lnTo>
                  <a:pt x="8570171" y="1860579"/>
                </a:lnTo>
                <a:cubicBezTo>
                  <a:pt x="8553049" y="1862813"/>
                  <a:pt x="8535028" y="1864294"/>
                  <a:pt x="8516537" y="1864971"/>
                </a:cubicBezTo>
                <a:cubicBezTo>
                  <a:pt x="8512388" y="1860455"/>
                  <a:pt x="8497874" y="1866870"/>
                  <a:pt x="8491046" y="1868141"/>
                </a:cubicBezTo>
                <a:cubicBezTo>
                  <a:pt x="8490975" y="1865191"/>
                  <a:pt x="8475847" y="1863778"/>
                  <a:pt x="8470478" y="1866216"/>
                </a:cubicBezTo>
                <a:cubicBezTo>
                  <a:pt x="8357654" y="1876758"/>
                  <a:pt x="8421139" y="1849210"/>
                  <a:pt x="8353433" y="1865729"/>
                </a:cubicBezTo>
                <a:lnTo>
                  <a:pt x="8347675" y="1865075"/>
                </a:lnTo>
                <a:lnTo>
                  <a:pt x="8343939" y="1865677"/>
                </a:lnTo>
                <a:cubicBezTo>
                  <a:pt x="8309852" y="1870841"/>
                  <a:pt x="8272587" y="1875809"/>
                  <a:pt x="8221566" y="1881148"/>
                </a:cubicBezTo>
                <a:cubicBezTo>
                  <a:pt x="8158043" y="1892960"/>
                  <a:pt x="8095547" y="1914042"/>
                  <a:pt x="8066095" y="1919902"/>
                </a:cubicBezTo>
                <a:cubicBezTo>
                  <a:pt x="8058949" y="1919234"/>
                  <a:pt x="8051921" y="1917862"/>
                  <a:pt x="8044849" y="1916308"/>
                </a:cubicBezTo>
                <a:lnTo>
                  <a:pt x="8041142" y="1915506"/>
                </a:lnTo>
                <a:lnTo>
                  <a:pt x="8022159" y="1911521"/>
                </a:lnTo>
                <a:lnTo>
                  <a:pt x="7944932" y="1917265"/>
                </a:lnTo>
                <a:lnTo>
                  <a:pt x="7879011" y="1928570"/>
                </a:lnTo>
                <a:lnTo>
                  <a:pt x="7865529" y="1934399"/>
                </a:lnTo>
                <a:lnTo>
                  <a:pt x="7774801" y="1947969"/>
                </a:lnTo>
                <a:lnTo>
                  <a:pt x="7748398" y="1955982"/>
                </a:lnTo>
                <a:lnTo>
                  <a:pt x="7740684" y="1955717"/>
                </a:lnTo>
                <a:cubicBezTo>
                  <a:pt x="7728362" y="1958584"/>
                  <a:pt x="7714099" y="1968442"/>
                  <a:pt x="7712976" y="1960442"/>
                </a:cubicBezTo>
                <a:lnTo>
                  <a:pt x="7699956" y="1966104"/>
                </a:lnTo>
                <a:lnTo>
                  <a:pt x="7684158" y="1962927"/>
                </a:lnTo>
                <a:cubicBezTo>
                  <a:pt x="7674684" y="1962643"/>
                  <a:pt x="7652105" y="1963177"/>
                  <a:pt x="7643109" y="1964400"/>
                </a:cubicBezTo>
                <a:lnTo>
                  <a:pt x="7630180" y="1970266"/>
                </a:lnTo>
                <a:lnTo>
                  <a:pt x="7609131" y="1971774"/>
                </a:lnTo>
                <a:cubicBezTo>
                  <a:pt x="7596694" y="1971644"/>
                  <a:pt x="7570258" y="1969757"/>
                  <a:pt x="7555555" y="1969491"/>
                </a:cubicBezTo>
                <a:cubicBezTo>
                  <a:pt x="7541460" y="1966540"/>
                  <a:pt x="7530571" y="1964848"/>
                  <a:pt x="7520919" y="1970177"/>
                </a:cubicBezTo>
                <a:cubicBezTo>
                  <a:pt x="7500295" y="1966884"/>
                  <a:pt x="7480780" y="1949401"/>
                  <a:pt x="7456258" y="1960468"/>
                </a:cubicBezTo>
                <a:cubicBezTo>
                  <a:pt x="7434946" y="1957506"/>
                  <a:pt x="7435772" y="1952500"/>
                  <a:pt x="7393047" y="1952408"/>
                </a:cubicBezTo>
                <a:cubicBezTo>
                  <a:pt x="7356520" y="1952860"/>
                  <a:pt x="7236307" y="1958626"/>
                  <a:pt x="7199912" y="1959913"/>
                </a:cubicBezTo>
                <a:cubicBezTo>
                  <a:pt x="7176501" y="1959942"/>
                  <a:pt x="7160098" y="1958343"/>
                  <a:pt x="7146774" y="1956641"/>
                </a:cubicBezTo>
                <a:lnTo>
                  <a:pt x="7122244" y="1953891"/>
                </a:lnTo>
                <a:lnTo>
                  <a:pt x="7032241" y="1962723"/>
                </a:lnTo>
                <a:cubicBezTo>
                  <a:pt x="6997214" y="1965198"/>
                  <a:pt x="6963725" y="1968396"/>
                  <a:pt x="6941492" y="1976868"/>
                </a:cubicBezTo>
                <a:cubicBezTo>
                  <a:pt x="6947015" y="1970398"/>
                  <a:pt x="6923088" y="1965379"/>
                  <a:pt x="6906514" y="1968589"/>
                </a:cubicBezTo>
                <a:cubicBezTo>
                  <a:pt x="6925890" y="1943204"/>
                  <a:pt x="6840983" y="1991464"/>
                  <a:pt x="6826395" y="1974141"/>
                </a:cubicBezTo>
                <a:cubicBezTo>
                  <a:pt x="6825676" y="1990223"/>
                  <a:pt x="6751393" y="2017492"/>
                  <a:pt x="6716431" y="2004297"/>
                </a:cubicBezTo>
                <a:cubicBezTo>
                  <a:pt x="6663167" y="2007518"/>
                  <a:pt x="6625450" y="2020811"/>
                  <a:pt x="6569607" y="2015496"/>
                </a:cubicBezTo>
                <a:cubicBezTo>
                  <a:pt x="6567874" y="2017648"/>
                  <a:pt x="6565034" y="2019449"/>
                  <a:pt x="6561430" y="2020996"/>
                </a:cubicBezTo>
                <a:lnTo>
                  <a:pt x="6549371" y="2024747"/>
                </a:lnTo>
                <a:lnTo>
                  <a:pt x="6547040" y="2024474"/>
                </a:lnTo>
                <a:cubicBezTo>
                  <a:pt x="6537882" y="2024425"/>
                  <a:pt x="6533193" y="2025332"/>
                  <a:pt x="6530482" y="2026659"/>
                </a:cubicBezTo>
                <a:lnTo>
                  <a:pt x="6528565" y="2028600"/>
                </a:lnTo>
                <a:lnTo>
                  <a:pt x="6517741" y="2030558"/>
                </a:lnTo>
                <a:lnTo>
                  <a:pt x="6497855" y="2035650"/>
                </a:lnTo>
                <a:lnTo>
                  <a:pt x="6492785" y="2035444"/>
                </a:lnTo>
                <a:lnTo>
                  <a:pt x="6460692" y="2041321"/>
                </a:lnTo>
                <a:lnTo>
                  <a:pt x="6459609" y="2040851"/>
                </a:lnTo>
                <a:cubicBezTo>
                  <a:pt x="6456451" y="2039933"/>
                  <a:pt x="6452734" y="2039508"/>
                  <a:pt x="6447765" y="2040102"/>
                </a:cubicBezTo>
                <a:cubicBezTo>
                  <a:pt x="6446007" y="2031126"/>
                  <a:pt x="6441093" y="2037380"/>
                  <a:pt x="6426590" y="2039928"/>
                </a:cubicBezTo>
                <a:cubicBezTo>
                  <a:pt x="6423606" y="2033241"/>
                  <a:pt x="6413230" y="2032925"/>
                  <a:pt x="6401693" y="2033537"/>
                </a:cubicBezTo>
                <a:lnTo>
                  <a:pt x="6387141" y="2033161"/>
                </a:lnTo>
                <a:lnTo>
                  <a:pt x="6357846" y="2036782"/>
                </a:lnTo>
                <a:lnTo>
                  <a:pt x="6342914" y="2037585"/>
                </a:lnTo>
                <a:lnTo>
                  <a:pt x="6336300" y="2038781"/>
                </a:lnTo>
                <a:lnTo>
                  <a:pt x="6317178" y="2038968"/>
                </a:lnTo>
                <a:lnTo>
                  <a:pt x="6161427" y="2047338"/>
                </a:lnTo>
                <a:cubicBezTo>
                  <a:pt x="6147824" y="2057658"/>
                  <a:pt x="6118908" y="2077615"/>
                  <a:pt x="6097339" y="2082438"/>
                </a:cubicBezTo>
                <a:cubicBezTo>
                  <a:pt x="6090149" y="2084046"/>
                  <a:pt x="6083776" y="2083972"/>
                  <a:pt x="6079059" y="2081299"/>
                </a:cubicBezTo>
                <a:cubicBezTo>
                  <a:pt x="6063900" y="2082334"/>
                  <a:pt x="6011621" y="2084537"/>
                  <a:pt x="5998439" y="2070958"/>
                </a:cubicBezTo>
                <a:cubicBezTo>
                  <a:pt x="5976443" y="2071759"/>
                  <a:pt x="5925514" y="2069780"/>
                  <a:pt x="5904290" y="2070255"/>
                </a:cubicBezTo>
                <a:cubicBezTo>
                  <a:pt x="5871515" y="2066244"/>
                  <a:pt x="5843986" y="2088249"/>
                  <a:pt x="5814867" y="2079032"/>
                </a:cubicBezTo>
                <a:cubicBezTo>
                  <a:pt x="5792003" y="2070559"/>
                  <a:pt x="5750009" y="2076273"/>
                  <a:pt x="5725743" y="2070558"/>
                </a:cubicBezTo>
                <a:cubicBezTo>
                  <a:pt x="5716432" y="2058355"/>
                  <a:pt x="5667424" y="2047322"/>
                  <a:pt x="5650546" y="2052412"/>
                </a:cubicBezTo>
                <a:cubicBezTo>
                  <a:pt x="5614627" y="2046084"/>
                  <a:pt x="5608108" y="2028306"/>
                  <a:pt x="5581284" y="2023175"/>
                </a:cubicBezTo>
                <a:lnTo>
                  <a:pt x="5572593" y="2018391"/>
                </a:lnTo>
                <a:lnTo>
                  <a:pt x="5548580" y="2016951"/>
                </a:lnTo>
                <a:cubicBezTo>
                  <a:pt x="5523726" y="2017783"/>
                  <a:pt x="5498337" y="2019663"/>
                  <a:pt x="5471173" y="2018786"/>
                </a:cubicBezTo>
                <a:cubicBezTo>
                  <a:pt x="5447687" y="2003020"/>
                  <a:pt x="5353807" y="2022324"/>
                  <a:pt x="5340320" y="2037611"/>
                </a:cubicBezTo>
                <a:cubicBezTo>
                  <a:pt x="5340015" y="2024215"/>
                  <a:pt x="5271937" y="2042455"/>
                  <a:pt x="5254376" y="2042928"/>
                </a:cubicBezTo>
                <a:cubicBezTo>
                  <a:pt x="5248522" y="2043086"/>
                  <a:pt x="5248281" y="2041270"/>
                  <a:pt x="5258035" y="2035649"/>
                </a:cubicBezTo>
                <a:cubicBezTo>
                  <a:pt x="5239374" y="2037214"/>
                  <a:pt x="5220112" y="2030252"/>
                  <a:pt x="5230622" y="2024576"/>
                </a:cubicBezTo>
                <a:cubicBezTo>
                  <a:pt x="5173932" y="2036724"/>
                  <a:pt x="5090262" y="2024645"/>
                  <a:pt x="5026203" y="2030162"/>
                </a:cubicBezTo>
                <a:cubicBezTo>
                  <a:pt x="4991280" y="2016814"/>
                  <a:pt x="5010212" y="2029164"/>
                  <a:pt x="4973988" y="2026668"/>
                </a:cubicBezTo>
                <a:cubicBezTo>
                  <a:pt x="4983896" y="2038955"/>
                  <a:pt x="4930012" y="2019774"/>
                  <a:pt x="4928030" y="2033642"/>
                </a:cubicBezTo>
                <a:cubicBezTo>
                  <a:pt x="4921501" y="2032748"/>
                  <a:pt x="4915238" y="2031445"/>
                  <a:pt x="4908970" y="2030033"/>
                </a:cubicBezTo>
                <a:lnTo>
                  <a:pt x="4905679" y="2029300"/>
                </a:lnTo>
                <a:lnTo>
                  <a:pt x="4892525" y="2028768"/>
                </a:lnTo>
                <a:lnTo>
                  <a:pt x="4888818" y="2025619"/>
                </a:lnTo>
                <a:lnTo>
                  <a:pt x="4869018" y="2022668"/>
                </a:lnTo>
                <a:cubicBezTo>
                  <a:pt x="4861602" y="2022028"/>
                  <a:pt x="4853622" y="2021880"/>
                  <a:pt x="4844804" y="2022527"/>
                </a:cubicBezTo>
                <a:cubicBezTo>
                  <a:pt x="4823110" y="2028022"/>
                  <a:pt x="4789330" y="2021287"/>
                  <a:pt x="4758778" y="2021694"/>
                </a:cubicBezTo>
                <a:lnTo>
                  <a:pt x="4744748" y="2023396"/>
                </a:lnTo>
                <a:lnTo>
                  <a:pt x="4698956" y="2020558"/>
                </a:lnTo>
                <a:cubicBezTo>
                  <a:pt x="4685921" y="2020008"/>
                  <a:pt x="4672392" y="2019718"/>
                  <a:pt x="4658147" y="2019920"/>
                </a:cubicBezTo>
                <a:lnTo>
                  <a:pt x="4631706" y="2021274"/>
                </a:lnTo>
                <a:lnTo>
                  <a:pt x="4624776" y="2020152"/>
                </a:lnTo>
                <a:cubicBezTo>
                  <a:pt x="4612703" y="2020277"/>
                  <a:pt x="4596727" y="2024226"/>
                  <a:pt x="4598150" y="2019429"/>
                </a:cubicBezTo>
                <a:lnTo>
                  <a:pt x="4584588" y="2021092"/>
                </a:lnTo>
                <a:lnTo>
                  <a:pt x="4571203" y="2017263"/>
                </a:lnTo>
                <a:cubicBezTo>
                  <a:pt x="4569736" y="2016374"/>
                  <a:pt x="4568633" y="2015427"/>
                  <a:pt x="4567930" y="2014458"/>
                </a:cubicBezTo>
                <a:lnTo>
                  <a:pt x="4548984" y="2015717"/>
                </a:lnTo>
                <a:lnTo>
                  <a:pt x="4533451" y="2012976"/>
                </a:lnTo>
                <a:lnTo>
                  <a:pt x="4519910" y="2014768"/>
                </a:lnTo>
                <a:lnTo>
                  <a:pt x="4514290" y="2014364"/>
                </a:lnTo>
                <a:lnTo>
                  <a:pt x="4500320" y="2013007"/>
                </a:lnTo>
                <a:cubicBezTo>
                  <a:pt x="4493159" y="2012056"/>
                  <a:pt x="4485144" y="2010910"/>
                  <a:pt x="4476219" y="2009993"/>
                </a:cubicBezTo>
                <a:lnTo>
                  <a:pt x="4468701" y="2009574"/>
                </a:lnTo>
                <a:lnTo>
                  <a:pt x="4452333" y="2004964"/>
                </a:lnTo>
                <a:cubicBezTo>
                  <a:pt x="4440422" y="2001479"/>
                  <a:pt x="4431048" y="1999130"/>
                  <a:pt x="4420644" y="2001021"/>
                </a:cubicBezTo>
                <a:cubicBezTo>
                  <a:pt x="4402911" y="1996519"/>
                  <a:pt x="4390524" y="1983900"/>
                  <a:pt x="4364856" y="1987267"/>
                </a:cubicBezTo>
                <a:cubicBezTo>
                  <a:pt x="4372645" y="1981550"/>
                  <a:pt x="4336350" y="1986575"/>
                  <a:pt x="4332062" y="1980703"/>
                </a:cubicBezTo>
                <a:cubicBezTo>
                  <a:pt x="4330083" y="1975974"/>
                  <a:pt x="4318612" y="1976397"/>
                  <a:pt x="4309876" y="1974653"/>
                </a:cubicBezTo>
                <a:cubicBezTo>
                  <a:pt x="4303650" y="1969824"/>
                  <a:pt x="4259693" y="1965414"/>
                  <a:pt x="4244391" y="1966109"/>
                </a:cubicBezTo>
                <a:cubicBezTo>
                  <a:pt x="4201255" y="1970914"/>
                  <a:pt x="4166558" y="1951471"/>
                  <a:pt x="4132071" y="1954813"/>
                </a:cubicBezTo>
                <a:cubicBezTo>
                  <a:pt x="4123041" y="1954358"/>
                  <a:pt x="4115554" y="1953263"/>
                  <a:pt x="4109069" y="1951778"/>
                </a:cubicBezTo>
                <a:lnTo>
                  <a:pt x="4092908" y="1946662"/>
                </a:lnTo>
                <a:cubicBezTo>
                  <a:pt x="4092707" y="1945539"/>
                  <a:pt x="4092506" y="1944415"/>
                  <a:pt x="4092306" y="1943291"/>
                </a:cubicBezTo>
                <a:lnTo>
                  <a:pt x="4080234" y="1941219"/>
                </a:lnTo>
                <a:lnTo>
                  <a:pt x="4077778" y="1940145"/>
                </a:lnTo>
                <a:cubicBezTo>
                  <a:pt x="4073105" y="1938081"/>
                  <a:pt x="4068339" y="1936119"/>
                  <a:pt x="4062936" y="1934506"/>
                </a:cubicBezTo>
                <a:cubicBezTo>
                  <a:pt x="4048082" y="1947155"/>
                  <a:pt x="4014523" y="1922869"/>
                  <a:pt x="4012506" y="1935475"/>
                </a:cubicBezTo>
                <a:cubicBezTo>
                  <a:pt x="3980228" y="1928812"/>
                  <a:pt x="3986775" y="1942559"/>
                  <a:pt x="3965880" y="1925968"/>
                </a:cubicBezTo>
                <a:cubicBezTo>
                  <a:pt x="3899515" y="1923414"/>
                  <a:pt x="3830855" y="1902158"/>
                  <a:pt x="3765338" y="1906649"/>
                </a:cubicBezTo>
                <a:cubicBezTo>
                  <a:pt x="3780686" y="1902635"/>
                  <a:pt x="3768784" y="1893856"/>
                  <a:pt x="3749493" y="1893071"/>
                </a:cubicBezTo>
                <a:cubicBezTo>
                  <a:pt x="3807776" y="1876857"/>
                  <a:pt x="3656400" y="1898030"/>
                  <a:pt x="3672704" y="1881383"/>
                </a:cubicBezTo>
                <a:cubicBezTo>
                  <a:pt x="3645532" y="1893973"/>
                  <a:pt x="3537791" y="1900656"/>
                  <a:pt x="3530082" y="1883187"/>
                </a:cubicBezTo>
                <a:cubicBezTo>
                  <a:pt x="3479808" y="1875044"/>
                  <a:pt x="3426017" y="1877998"/>
                  <a:pt x="3387664" y="1862579"/>
                </a:cubicBezTo>
                <a:cubicBezTo>
                  <a:pt x="3382649" y="1863935"/>
                  <a:pt x="3377277" y="1864791"/>
                  <a:pt x="3371681" y="1865293"/>
                </a:cubicBezTo>
                <a:lnTo>
                  <a:pt x="3355305" y="1865842"/>
                </a:lnTo>
                <a:lnTo>
                  <a:pt x="3353790" y="1865158"/>
                </a:lnTo>
                <a:cubicBezTo>
                  <a:pt x="3346144" y="1863282"/>
                  <a:pt x="3340687" y="1863057"/>
                  <a:pt x="3336210" y="1863564"/>
                </a:cubicBezTo>
                <a:lnTo>
                  <a:pt x="3331381" y="1864716"/>
                </a:lnTo>
                <a:lnTo>
                  <a:pt x="3319012" y="1864093"/>
                </a:lnTo>
                <a:lnTo>
                  <a:pt x="3293818" y="1864135"/>
                </a:lnTo>
                <a:lnTo>
                  <a:pt x="3289881" y="1862954"/>
                </a:lnTo>
                <a:lnTo>
                  <a:pt x="3253090" y="1861164"/>
                </a:lnTo>
                <a:cubicBezTo>
                  <a:pt x="3253042" y="1860968"/>
                  <a:pt x="3252996" y="1860771"/>
                  <a:pt x="3252949" y="1860574"/>
                </a:cubicBezTo>
                <a:cubicBezTo>
                  <a:pt x="3251799" y="1859213"/>
                  <a:pt x="3249368" y="1858131"/>
                  <a:pt x="3244187" y="1857604"/>
                </a:cubicBezTo>
                <a:cubicBezTo>
                  <a:pt x="3250860" y="1853873"/>
                  <a:pt x="3250577" y="1852999"/>
                  <a:pt x="3246570" y="1852946"/>
                </a:cubicBezTo>
                <a:lnTo>
                  <a:pt x="3237810" y="1853064"/>
                </a:lnTo>
                <a:lnTo>
                  <a:pt x="3230822" y="1855474"/>
                </a:lnTo>
                <a:cubicBezTo>
                  <a:pt x="3206812" y="1862286"/>
                  <a:pt x="3176733" y="1868865"/>
                  <a:pt x="3136549" y="1874037"/>
                </a:cubicBezTo>
                <a:cubicBezTo>
                  <a:pt x="3081163" y="1880168"/>
                  <a:pt x="2902557" y="1900580"/>
                  <a:pt x="2845754" y="1910932"/>
                </a:cubicBezTo>
                <a:cubicBezTo>
                  <a:pt x="2860822" y="1944376"/>
                  <a:pt x="2813389" y="1905358"/>
                  <a:pt x="2786878" y="1917162"/>
                </a:cubicBezTo>
                <a:cubicBezTo>
                  <a:pt x="2766803" y="1917398"/>
                  <a:pt x="2741628" y="1915886"/>
                  <a:pt x="2725298" y="1912340"/>
                </a:cubicBezTo>
                <a:cubicBezTo>
                  <a:pt x="2716680" y="1911427"/>
                  <a:pt x="2707572" y="1911972"/>
                  <a:pt x="2697754" y="1914863"/>
                </a:cubicBezTo>
                <a:cubicBezTo>
                  <a:pt x="2667185" y="1939014"/>
                  <a:pt x="2622149" y="1926211"/>
                  <a:pt x="2568063" y="1936283"/>
                </a:cubicBezTo>
                <a:cubicBezTo>
                  <a:pt x="2552625" y="1932001"/>
                  <a:pt x="2502682" y="1953378"/>
                  <a:pt x="2489784" y="1943720"/>
                </a:cubicBezTo>
                <a:cubicBezTo>
                  <a:pt x="2478524" y="1943155"/>
                  <a:pt x="2467418" y="1949411"/>
                  <a:pt x="2458978" y="1938095"/>
                </a:cubicBezTo>
                <a:cubicBezTo>
                  <a:pt x="2417552" y="1934639"/>
                  <a:pt x="2366376" y="1931293"/>
                  <a:pt x="2318712" y="1934474"/>
                </a:cubicBezTo>
                <a:cubicBezTo>
                  <a:pt x="2296029" y="1936526"/>
                  <a:pt x="2282069" y="1938434"/>
                  <a:pt x="2268709" y="1940521"/>
                </a:cubicBezTo>
                <a:lnTo>
                  <a:pt x="2264080" y="1941232"/>
                </a:lnTo>
                <a:lnTo>
                  <a:pt x="2254684" y="1943524"/>
                </a:lnTo>
                <a:lnTo>
                  <a:pt x="2252523" y="1943004"/>
                </a:lnTo>
                <a:lnTo>
                  <a:pt x="2173350" y="1929202"/>
                </a:lnTo>
                <a:lnTo>
                  <a:pt x="2155266" y="1920267"/>
                </a:lnTo>
                <a:lnTo>
                  <a:pt x="2091013" y="1914631"/>
                </a:lnTo>
                <a:cubicBezTo>
                  <a:pt x="2033357" y="1920614"/>
                  <a:pt x="2070513" y="1905065"/>
                  <a:pt x="2030712" y="1897690"/>
                </a:cubicBezTo>
                <a:cubicBezTo>
                  <a:pt x="1994539" y="1893055"/>
                  <a:pt x="1958569" y="1883188"/>
                  <a:pt x="1908838" y="1892222"/>
                </a:cubicBezTo>
                <a:cubicBezTo>
                  <a:pt x="1897236" y="1896147"/>
                  <a:pt x="1883338" y="1892415"/>
                  <a:pt x="1877796" y="1883887"/>
                </a:cubicBezTo>
                <a:cubicBezTo>
                  <a:pt x="1876842" y="1882419"/>
                  <a:pt x="1876177" y="1880863"/>
                  <a:pt x="1875824" y="1879265"/>
                </a:cubicBezTo>
                <a:cubicBezTo>
                  <a:pt x="1843474" y="1887199"/>
                  <a:pt x="1841511" y="1873818"/>
                  <a:pt x="1823048" y="1881064"/>
                </a:cubicBezTo>
                <a:cubicBezTo>
                  <a:pt x="1792640" y="1872164"/>
                  <a:pt x="1782358" y="1850450"/>
                  <a:pt x="1765736" y="1856578"/>
                </a:cubicBezTo>
                <a:cubicBezTo>
                  <a:pt x="1753024" y="1849107"/>
                  <a:pt x="1745932" y="1828316"/>
                  <a:pt x="1725669" y="1833744"/>
                </a:cubicBezTo>
                <a:cubicBezTo>
                  <a:pt x="1727428" y="1831405"/>
                  <a:pt x="1726953" y="1830157"/>
                  <a:pt x="1725216" y="1829447"/>
                </a:cubicBezTo>
                <a:lnTo>
                  <a:pt x="1721485" y="1828960"/>
                </a:lnTo>
                <a:lnTo>
                  <a:pt x="1717786" y="1832224"/>
                </a:lnTo>
                <a:cubicBezTo>
                  <a:pt x="1703445" y="1843277"/>
                  <a:pt x="1706547" y="1827935"/>
                  <a:pt x="1689907" y="1825425"/>
                </a:cubicBezTo>
                <a:cubicBezTo>
                  <a:pt x="1682338" y="1823445"/>
                  <a:pt x="1685181" y="1820226"/>
                  <a:pt x="1688093" y="1817391"/>
                </a:cubicBezTo>
                <a:lnTo>
                  <a:pt x="1496789" y="1805297"/>
                </a:lnTo>
                <a:cubicBezTo>
                  <a:pt x="1463551" y="1793913"/>
                  <a:pt x="1426345" y="1786892"/>
                  <a:pt x="1392839" y="1758649"/>
                </a:cubicBezTo>
                <a:cubicBezTo>
                  <a:pt x="1386461" y="1750573"/>
                  <a:pt x="1374031" y="1756918"/>
                  <a:pt x="1360872" y="1752441"/>
                </a:cubicBezTo>
                <a:cubicBezTo>
                  <a:pt x="1347711" y="1747963"/>
                  <a:pt x="1332751" y="1735898"/>
                  <a:pt x="1313885" y="1731785"/>
                </a:cubicBezTo>
                <a:cubicBezTo>
                  <a:pt x="1281989" y="1726305"/>
                  <a:pt x="1256405" y="1739744"/>
                  <a:pt x="1247665" y="1727765"/>
                </a:cubicBezTo>
                <a:cubicBezTo>
                  <a:pt x="1231363" y="1728538"/>
                  <a:pt x="1209120" y="1742556"/>
                  <a:pt x="1196850" y="1729622"/>
                </a:cubicBezTo>
                <a:cubicBezTo>
                  <a:pt x="1195195" y="1740224"/>
                  <a:pt x="1178147" y="1721561"/>
                  <a:pt x="1168728" y="1728550"/>
                </a:cubicBezTo>
                <a:cubicBezTo>
                  <a:pt x="1152073" y="1727193"/>
                  <a:pt x="1122804" y="1725926"/>
                  <a:pt x="1096918" y="1721485"/>
                </a:cubicBezTo>
                <a:lnTo>
                  <a:pt x="1094082" y="1720113"/>
                </a:lnTo>
                <a:lnTo>
                  <a:pt x="1040782" y="1721762"/>
                </a:lnTo>
                <a:cubicBezTo>
                  <a:pt x="987172" y="1722352"/>
                  <a:pt x="1023272" y="1708707"/>
                  <a:pt x="955980" y="1719289"/>
                </a:cubicBezTo>
                <a:cubicBezTo>
                  <a:pt x="948995" y="1714208"/>
                  <a:pt x="940521" y="1713816"/>
                  <a:pt x="926108" y="1715917"/>
                </a:cubicBezTo>
                <a:cubicBezTo>
                  <a:pt x="900077" y="1715834"/>
                  <a:pt x="902688" y="1703436"/>
                  <a:pt x="876049" y="1710422"/>
                </a:cubicBezTo>
                <a:cubicBezTo>
                  <a:pt x="881084" y="1703830"/>
                  <a:pt x="826830" y="1706893"/>
                  <a:pt x="839194" y="1700176"/>
                </a:cubicBezTo>
                <a:cubicBezTo>
                  <a:pt x="822548" y="1693764"/>
                  <a:pt x="813674" y="1703628"/>
                  <a:pt x="797112" y="1698014"/>
                </a:cubicBezTo>
                <a:cubicBezTo>
                  <a:pt x="778195" y="1696418"/>
                  <a:pt x="807647" y="1705364"/>
                  <a:pt x="786610" y="1705455"/>
                </a:cubicBezTo>
                <a:cubicBezTo>
                  <a:pt x="761170" y="1704357"/>
                  <a:pt x="760599" y="1716610"/>
                  <a:pt x="741833" y="1700566"/>
                </a:cubicBezTo>
                <a:lnTo>
                  <a:pt x="673985" y="1692278"/>
                </a:lnTo>
                <a:cubicBezTo>
                  <a:pt x="658515" y="1695829"/>
                  <a:pt x="646395" y="1693620"/>
                  <a:pt x="634665" y="1689550"/>
                </a:cubicBezTo>
                <a:cubicBezTo>
                  <a:pt x="599149" y="1689690"/>
                  <a:pt x="567176" y="1683160"/>
                  <a:pt x="527471" y="1679869"/>
                </a:cubicBezTo>
                <a:cubicBezTo>
                  <a:pt x="484099" y="1683240"/>
                  <a:pt x="462693" y="1671949"/>
                  <a:pt x="420260" y="1668475"/>
                </a:cubicBezTo>
                <a:cubicBezTo>
                  <a:pt x="377482" y="1677390"/>
                  <a:pt x="393500" y="1652730"/>
                  <a:pt x="357630" y="1652142"/>
                </a:cubicBezTo>
                <a:cubicBezTo>
                  <a:pt x="298692" y="1659518"/>
                  <a:pt x="359631" y="1643849"/>
                  <a:pt x="269407" y="1643812"/>
                </a:cubicBezTo>
                <a:cubicBezTo>
                  <a:pt x="264204" y="1645215"/>
                  <a:pt x="253436" y="1643159"/>
                  <a:pt x="254769" y="1641013"/>
                </a:cubicBezTo>
                <a:cubicBezTo>
                  <a:pt x="234996" y="1641090"/>
                  <a:pt x="179093" y="1626583"/>
                  <a:pt x="150763" y="1628143"/>
                </a:cubicBezTo>
                <a:cubicBezTo>
                  <a:pt x="96232" y="1619954"/>
                  <a:pt x="68845" y="1629422"/>
                  <a:pt x="29133" y="1626172"/>
                </a:cubicBezTo>
                <a:lnTo>
                  <a:pt x="0" y="1619589"/>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C17F964B-1BB1-641B-B6A7-18F560D1B547}"/>
              </a:ext>
            </a:extLst>
          </p:cNvPr>
          <p:cNvSpPr>
            <a:spLocks noGrp="1"/>
          </p:cNvSpPr>
          <p:nvPr>
            <p:ph type="title"/>
          </p:nvPr>
        </p:nvSpPr>
        <p:spPr>
          <a:xfrm>
            <a:off x="828675" y="494414"/>
            <a:ext cx="10534650" cy="817403"/>
          </a:xfrm>
        </p:spPr>
        <p:txBody>
          <a:bodyPr vert="horz" wrap="square" lIns="76200" tIns="45720" rIns="76200" bIns="45720" rtlCol="0" anchor="ctr">
            <a:normAutofit/>
          </a:bodyPr>
          <a:lstStyle/>
          <a:p>
            <a:pPr algn="l"/>
            <a:r>
              <a:rPr lang="en-US" sz="1800" b="1" kern="1200">
                <a:solidFill>
                  <a:srgbClr val="232323"/>
                </a:solidFill>
                <a:latin typeface="Aptos Display"/>
                <a:ea typeface="+mj-ea"/>
                <a:cs typeface="+mj-cs"/>
              </a:rPr>
              <a:t>3. Triukšminių intervalų korekcija „minkštam“ apjungimui</a:t>
            </a:r>
          </a:p>
        </p:txBody>
      </p:sp>
      <p:pic>
        <p:nvPicPr>
          <p:cNvPr id="5" name="Content Placeholder 4">
            <a:extLst>
              <a:ext uri="{FF2B5EF4-FFF2-40B4-BE49-F238E27FC236}">
                <a16:creationId xmlns:a16="http://schemas.microsoft.com/office/drawing/2014/main" id="{21947A9D-EE7F-F440-213B-256AC8580186}"/>
              </a:ext>
            </a:extLst>
          </p:cNvPr>
          <p:cNvPicPr>
            <a:picLocks noGrp="1" noChangeAspect="1"/>
          </p:cNvPicPr>
          <p:nvPr>
            <p:ph idx="1"/>
          </p:nvPr>
        </p:nvPicPr>
        <p:blipFill>
          <a:blip r:embed="rId2"/>
          <a:stretch>
            <a:fillRect/>
          </a:stretch>
        </p:blipFill>
        <p:spPr>
          <a:xfrm>
            <a:off x="2423363" y="2354239"/>
            <a:ext cx="7345274" cy="3948085"/>
          </a:xfrm>
          <a:prstGeom prst="rect">
            <a:avLst/>
          </a:prstGeom>
        </p:spPr>
      </p:pic>
    </p:spTree>
    <p:extLst>
      <p:ext uri="{BB962C8B-B14F-4D97-AF65-F5344CB8AC3E}">
        <p14:creationId xmlns:p14="http://schemas.microsoft.com/office/powerpoint/2010/main" val="141619691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docProps/app.xml><?xml version="1.0" encoding="utf-8"?>
<Properties xmlns="http://schemas.openxmlformats.org/officeDocument/2006/extended-properties" xmlns:vt="http://schemas.openxmlformats.org/officeDocument/2006/docPropsVTypes">
  <Template/>
  <TotalTime>896</TotalTime>
  <Words>1262</Words>
  <Application>Microsoft Office PowerPoint</Application>
  <PresentationFormat>Widescreen</PresentationFormat>
  <Paragraphs>160</Paragraphs>
  <Slides>28</Slides>
  <Notes>19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28</vt:i4>
      </vt:variant>
    </vt:vector>
  </HeadingPairs>
  <TitlesOfParts>
    <vt:vector size="33" baseType="lpstr">
      <vt:lpstr>Aptos</vt:lpstr>
      <vt:lpstr>Aptos Display</vt:lpstr>
      <vt:lpstr>Arial</vt:lpstr>
      <vt:lpstr>Calibri</vt:lpstr>
      <vt:lpstr>Office Theme</vt:lpstr>
      <vt:lpstr>Pranešimas apie ZIVE EKG įrašų nutriukšminimo pipeline'ą http://zive.io</vt:lpstr>
      <vt:lpstr>Analizės Zive'e bendra schema</vt:lpstr>
      <vt:lpstr>EKG įrašo nutriukšminimo pipeline'as</vt:lpstr>
      <vt:lpstr>Pipeline'o valdymas ir integracija į skriptus</vt:lpstr>
      <vt:lpstr>Kaip veikia dabartinis nutriukšminimas</vt:lpstr>
      <vt:lpstr>Nupjauname signale žemus dažnumus (cutoff 0.5 Hz)  Pvz. 1 </vt:lpstr>
      <vt:lpstr>Nupjauname signale žemus dažnumus (cutoff 0.5 Hz)  Pvz. 2 </vt:lpstr>
      <vt:lpstr>Detektuojame išskirtis („out“)</vt:lpstr>
      <vt:lpstr>Detektuojame triukšminius intervalus su rspragomis („rdr“)</vt:lpstr>
      <vt:lpstr>Detektuojame triukšminius intervalus su elektrodų ir raumenų artefaktais(„mra“)</vt:lpstr>
      <vt:lpstr>Detektuojame triukšminius intervalus su elektrodų ir raumenų artefaktais(„mra“)</vt:lpstr>
      <vt:lpstr>Detektuotų intervalų korekcija</vt:lpstr>
      <vt:lpstr>„Kieto“ ir „minkšto“apjungimo iliustracija</vt:lpstr>
      <vt:lpstr>„Kietas“ apjungimas</vt:lpstr>
      <vt:lpstr>„Minkštas“ apjungimas</vt:lpstr>
      <vt:lpstr>Nutriukšminimas - 'kaskadinis'</vt:lpstr>
      <vt:lpstr>Kas toliau tobulinama?</vt:lpstr>
      <vt:lpstr>PowerPoint Presentation</vt:lpstr>
      <vt:lpstr>PAPILDOMA INFORMACIJA</vt:lpstr>
      <vt:lpstr>Triukšmai EKG signale:</vt:lpstr>
      <vt:lpstr>EKG įrašo fragmentas, ‚cutoff‘ filtras 0.5 Hz</vt:lpstr>
      <vt:lpstr>Fragmento spektras</vt:lpstr>
      <vt:lpstr>EKG įrašo fragmentas, juostinis filtras 0.5 – 40 Hz</vt:lpstr>
      <vt:lpstr>Fragmento spektras</vt:lpstr>
      <vt:lpstr>Artimų triukšminių intervalų apjungimas (pvz.)</vt:lpstr>
      <vt:lpstr>1. Triukšminių intervalų korekcija „minkštam“ apjungimui</vt:lpstr>
      <vt:lpstr>2. Triukšminių intervalų korekcija „minkštam“ apjungimui</vt:lpstr>
      <vt:lpstr>3. Triukšminių intervalų korekcija „minkštam“ apjungimui</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Kestutis Juskevicius</dc:creator>
  <cp:lastModifiedBy>Kestutis Juskevicius</cp:lastModifiedBy>
  <cp:revision>8</cp:revision>
  <dcterms:created xsi:type="dcterms:W3CDTF">2025-10-01T11:49:17Z</dcterms:created>
  <dcterms:modified xsi:type="dcterms:W3CDTF">2026-04-21T14:13:45Z</dcterms:modified>
</cp:coreProperties>
</file>